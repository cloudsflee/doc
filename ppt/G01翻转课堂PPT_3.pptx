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ink/ink1.xml" ContentType="application/inkml+xml"/>
  <Override PartName="/ppt/ink/ink2.xml" ContentType="application/inkml+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p:sldMasterIdLst>
    <p:sldMasterId id="2147483648" r:id="rId1"/>
  </p:sldMasterIdLst>
  <p:notesMasterIdLst>
    <p:notesMasterId r:id="rId54"/>
  </p:notesMasterIdLst>
  <p:handoutMasterIdLst>
    <p:handoutMasterId r:id="rId55"/>
  </p:handoutMasterIdLst>
  <p:sldIdLst>
    <p:sldId id="399" r:id="rId2"/>
    <p:sldId id="482" r:id="rId3"/>
    <p:sldId id="260" r:id="rId4"/>
    <p:sldId id="400" r:id="rId5"/>
    <p:sldId id="414" r:id="rId6"/>
    <p:sldId id="401" r:id="rId7"/>
    <p:sldId id="402" r:id="rId8"/>
    <p:sldId id="485" r:id="rId9"/>
    <p:sldId id="406" r:id="rId10"/>
    <p:sldId id="325" r:id="rId11"/>
    <p:sldId id="386" r:id="rId12"/>
    <p:sldId id="292" r:id="rId13"/>
    <p:sldId id="304" r:id="rId14"/>
    <p:sldId id="350" r:id="rId15"/>
    <p:sldId id="486" r:id="rId16"/>
    <p:sldId id="487" r:id="rId17"/>
    <p:sldId id="326" r:id="rId18"/>
    <p:sldId id="409" r:id="rId19"/>
    <p:sldId id="494" r:id="rId20"/>
    <p:sldId id="488" r:id="rId21"/>
    <p:sldId id="297" r:id="rId22"/>
    <p:sldId id="490" r:id="rId23"/>
    <p:sldId id="491" r:id="rId24"/>
    <p:sldId id="492" r:id="rId25"/>
    <p:sldId id="493" r:id="rId26"/>
    <p:sldId id="496" r:id="rId27"/>
    <p:sldId id="497" r:id="rId28"/>
    <p:sldId id="499" r:id="rId29"/>
    <p:sldId id="498" r:id="rId30"/>
    <p:sldId id="500" r:id="rId31"/>
    <p:sldId id="501" r:id="rId32"/>
    <p:sldId id="502" r:id="rId33"/>
    <p:sldId id="503" r:id="rId34"/>
    <p:sldId id="504" r:id="rId35"/>
    <p:sldId id="505" r:id="rId36"/>
    <p:sldId id="506" r:id="rId37"/>
    <p:sldId id="507" r:id="rId38"/>
    <p:sldId id="508" r:id="rId39"/>
    <p:sldId id="509" r:id="rId40"/>
    <p:sldId id="510" r:id="rId41"/>
    <p:sldId id="511" r:id="rId42"/>
    <p:sldId id="512" r:id="rId43"/>
    <p:sldId id="513" r:id="rId44"/>
    <p:sldId id="514" r:id="rId45"/>
    <p:sldId id="515" r:id="rId46"/>
    <p:sldId id="516" r:id="rId47"/>
    <p:sldId id="517" r:id="rId48"/>
    <p:sldId id="518" r:id="rId49"/>
    <p:sldId id="519" r:id="rId50"/>
    <p:sldId id="484" r:id="rId51"/>
    <p:sldId id="483" r:id="rId52"/>
    <p:sldId id="382" r:id="rId53"/>
  </p:sldIdLst>
  <p:sldSz cx="12192000" cy="6858000"/>
  <p:notesSz cx="7099300" cy="10234613"/>
  <p:defaultTextStyle>
    <a:defPPr>
      <a:defRPr lang="en-US"/>
    </a:defPPr>
    <a:lvl1pPr algn="l" rtl="0" fontAlgn="base">
      <a:spcBef>
        <a:spcPct val="0"/>
      </a:spcBef>
      <a:spcAft>
        <a:spcPct val="0"/>
      </a:spcAft>
      <a:defRPr kumimoji="1" sz="2400" b="1" kern="1200">
        <a:solidFill>
          <a:schemeClr val="tx1"/>
        </a:solidFill>
        <a:latin typeface="Tahoma" panose="020B0604030504040204" pitchFamily="34" charset="0"/>
        <a:ea typeface="宋体" panose="02010600030101010101" pitchFamily="2" charset="-122"/>
        <a:cs typeface="+mn-cs"/>
      </a:defRPr>
    </a:lvl1pPr>
    <a:lvl2pPr marL="457200" algn="l" rtl="0" fontAlgn="base">
      <a:spcBef>
        <a:spcPct val="0"/>
      </a:spcBef>
      <a:spcAft>
        <a:spcPct val="0"/>
      </a:spcAft>
      <a:defRPr kumimoji="1" sz="2400" b="1" kern="1200">
        <a:solidFill>
          <a:schemeClr val="tx1"/>
        </a:solidFill>
        <a:latin typeface="Tahoma" panose="020B0604030504040204" pitchFamily="34" charset="0"/>
        <a:ea typeface="宋体" panose="02010600030101010101" pitchFamily="2" charset="-122"/>
        <a:cs typeface="+mn-cs"/>
      </a:defRPr>
    </a:lvl2pPr>
    <a:lvl3pPr marL="914400" algn="l" rtl="0" fontAlgn="base">
      <a:spcBef>
        <a:spcPct val="0"/>
      </a:spcBef>
      <a:spcAft>
        <a:spcPct val="0"/>
      </a:spcAft>
      <a:defRPr kumimoji="1" sz="2400" b="1" kern="1200">
        <a:solidFill>
          <a:schemeClr val="tx1"/>
        </a:solidFill>
        <a:latin typeface="Tahoma" panose="020B0604030504040204" pitchFamily="34" charset="0"/>
        <a:ea typeface="宋体" panose="02010600030101010101" pitchFamily="2" charset="-122"/>
        <a:cs typeface="+mn-cs"/>
      </a:defRPr>
    </a:lvl3pPr>
    <a:lvl4pPr marL="1371600" algn="l" rtl="0" fontAlgn="base">
      <a:spcBef>
        <a:spcPct val="0"/>
      </a:spcBef>
      <a:spcAft>
        <a:spcPct val="0"/>
      </a:spcAft>
      <a:defRPr kumimoji="1" sz="2400" b="1" kern="1200">
        <a:solidFill>
          <a:schemeClr val="tx1"/>
        </a:solidFill>
        <a:latin typeface="Tahoma" panose="020B0604030504040204" pitchFamily="34" charset="0"/>
        <a:ea typeface="宋体" panose="02010600030101010101" pitchFamily="2" charset="-122"/>
        <a:cs typeface="+mn-cs"/>
      </a:defRPr>
    </a:lvl4pPr>
    <a:lvl5pPr marL="1828800" algn="l" rtl="0" fontAlgn="base">
      <a:spcBef>
        <a:spcPct val="0"/>
      </a:spcBef>
      <a:spcAft>
        <a:spcPct val="0"/>
      </a:spcAft>
      <a:defRPr kumimoji="1" sz="2400" b="1" kern="1200">
        <a:solidFill>
          <a:schemeClr val="tx1"/>
        </a:solidFill>
        <a:latin typeface="Tahoma" panose="020B0604030504040204" pitchFamily="34" charset="0"/>
        <a:ea typeface="宋体" panose="02010600030101010101" pitchFamily="2" charset="-122"/>
        <a:cs typeface="+mn-cs"/>
      </a:defRPr>
    </a:lvl5pPr>
    <a:lvl6pPr marL="2286000" algn="l" defTabSz="914400" rtl="0" eaLnBrk="1" latinLnBrk="0" hangingPunct="1">
      <a:defRPr kumimoji="1" sz="2400" b="1" kern="1200">
        <a:solidFill>
          <a:schemeClr val="tx1"/>
        </a:solidFill>
        <a:latin typeface="Tahoma" panose="020B0604030504040204" pitchFamily="34" charset="0"/>
        <a:ea typeface="宋体" panose="02010600030101010101" pitchFamily="2" charset="-122"/>
        <a:cs typeface="+mn-cs"/>
      </a:defRPr>
    </a:lvl6pPr>
    <a:lvl7pPr marL="2743200" algn="l" defTabSz="914400" rtl="0" eaLnBrk="1" latinLnBrk="0" hangingPunct="1">
      <a:defRPr kumimoji="1" sz="2400" b="1" kern="1200">
        <a:solidFill>
          <a:schemeClr val="tx1"/>
        </a:solidFill>
        <a:latin typeface="Tahoma" panose="020B0604030504040204" pitchFamily="34" charset="0"/>
        <a:ea typeface="宋体" panose="02010600030101010101" pitchFamily="2" charset="-122"/>
        <a:cs typeface="+mn-cs"/>
      </a:defRPr>
    </a:lvl7pPr>
    <a:lvl8pPr marL="3200400" algn="l" defTabSz="914400" rtl="0" eaLnBrk="1" latinLnBrk="0" hangingPunct="1">
      <a:defRPr kumimoji="1" sz="2400" b="1" kern="1200">
        <a:solidFill>
          <a:schemeClr val="tx1"/>
        </a:solidFill>
        <a:latin typeface="Tahoma" panose="020B0604030504040204" pitchFamily="34" charset="0"/>
        <a:ea typeface="宋体" panose="02010600030101010101" pitchFamily="2" charset="-122"/>
        <a:cs typeface="+mn-cs"/>
      </a:defRPr>
    </a:lvl8pPr>
    <a:lvl9pPr marL="3657600" algn="l" defTabSz="914400" rtl="0" eaLnBrk="1" latinLnBrk="0" hangingPunct="1">
      <a:defRPr kumimoji="1" sz="2400" b="1" kern="1200">
        <a:solidFill>
          <a:schemeClr val="tx1"/>
        </a:solidFill>
        <a:latin typeface="Tahoma" panose="020B0604030504040204" pitchFamily="34" charset="0"/>
        <a:ea typeface="宋体" panose="02010600030101010101" pitchFamily="2" charset="-122"/>
        <a:cs typeface="+mn-cs"/>
      </a:defRPr>
    </a:lvl9pPr>
  </p:defaultTextStyle>
  <p:extLst>
    <p:ext uri="{EFAFB233-063F-42B5-8137-9DF3F51BA10A}">
      <p15:sldGuideLst xmlns:p15="http://schemas.microsoft.com/office/powerpoint/2012/main">
        <p15:guide id="1" orient="horz" pos="2159" userDrawn="1">
          <p15:clr>
            <a:srgbClr val="A4A3A4"/>
          </p15:clr>
        </p15:guide>
        <p15:guide id="2" pos="3804"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666699"/>
    <a:srgbClr val="99CCFF"/>
    <a:srgbClr val="808000"/>
    <a:srgbClr val="333300"/>
    <a:srgbClr val="003300"/>
    <a:srgbClr val="336699"/>
    <a:srgbClr val="0099CC"/>
    <a:srgbClr val="4D4D4D"/>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autoAdjust="0"/>
    <p:restoredTop sz="75176" autoAdjust="0"/>
  </p:normalViewPr>
  <p:slideViewPr>
    <p:cSldViewPr showGuides="1">
      <p:cViewPr varScale="1">
        <p:scale>
          <a:sx n="80" d="100"/>
          <a:sy n="80" d="100"/>
        </p:scale>
        <p:origin x="40" y="40"/>
      </p:cViewPr>
      <p:guideLst>
        <p:guide orient="horz" pos="2159"/>
        <p:guide pos="3804"/>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66" d="100"/>
        <a:sy n="66" d="100"/>
      </p:scale>
      <p:origin x="0" y="9744"/>
    </p:cViewPr>
  </p:sorterViewPr>
  <p:notesViewPr>
    <p:cSldViewPr>
      <p:cViewPr varScale="1">
        <p:scale>
          <a:sx n="75" d="100"/>
          <a:sy n="75" d="100"/>
        </p:scale>
        <p:origin x="3168" y="36"/>
      </p:cViewPr>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handoutMaster" Target="handoutMasters/handoutMaster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theme" Target="theme/theme1.xml"/><Relationship Id="rId5" Type="http://schemas.openxmlformats.org/officeDocument/2006/relationships/slide" Target="slides/slide4.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presProps" Target="presProps.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tableStyles" Target="tableStyles.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viewProps" Target="viewProps.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10594" name="Rectangle 2"/>
          <p:cNvSpPr>
            <a:spLocks noGrp="1" noChangeArrowheads="1"/>
          </p:cNvSpPr>
          <p:nvPr>
            <p:ph type="hdr" sz="quarter"/>
          </p:nvPr>
        </p:nvSpPr>
        <p:spPr bwMode="auto">
          <a:xfrm>
            <a:off x="0" y="0"/>
            <a:ext cx="3076575" cy="511175"/>
          </a:xfrm>
          <a:prstGeom prst="rect">
            <a:avLst/>
          </a:prstGeom>
          <a:noFill/>
          <a:ln w="9525">
            <a:noFill/>
            <a:miter lim="800000"/>
          </a:ln>
          <a:effectLst/>
        </p:spPr>
        <p:txBody>
          <a:bodyPr vert="horz" wrap="square" lIns="99048" tIns="49524" rIns="99048" bIns="49524" numCol="1" anchor="t" anchorCtr="0" compatLnSpc="1"/>
          <a:lstStyle>
            <a:lvl1pPr defTabSz="990600">
              <a:defRPr sz="1300" b="0">
                <a:latin typeface="Arial" panose="020B0604020202020204" pitchFamily="34" charset="0"/>
              </a:defRPr>
            </a:lvl1pPr>
          </a:lstStyle>
          <a:p>
            <a:pPr>
              <a:defRPr/>
            </a:pPr>
            <a:endParaRPr lang="zh-CN" altLang="en-US"/>
          </a:p>
        </p:txBody>
      </p:sp>
      <p:sp>
        <p:nvSpPr>
          <p:cNvPr id="110595" name="Rectangle 3"/>
          <p:cNvSpPr>
            <a:spLocks noGrp="1" noChangeArrowheads="1"/>
          </p:cNvSpPr>
          <p:nvPr>
            <p:ph type="dt" sz="quarter" idx="1"/>
          </p:nvPr>
        </p:nvSpPr>
        <p:spPr bwMode="auto">
          <a:xfrm>
            <a:off x="4021138" y="0"/>
            <a:ext cx="3076575" cy="511175"/>
          </a:xfrm>
          <a:prstGeom prst="rect">
            <a:avLst/>
          </a:prstGeom>
          <a:noFill/>
          <a:ln w="9525">
            <a:noFill/>
            <a:miter lim="800000"/>
          </a:ln>
          <a:effectLst/>
        </p:spPr>
        <p:txBody>
          <a:bodyPr vert="horz" wrap="square" lIns="99048" tIns="49524" rIns="99048" bIns="49524" numCol="1" anchor="t" anchorCtr="0" compatLnSpc="1"/>
          <a:lstStyle>
            <a:lvl1pPr algn="r" defTabSz="990600">
              <a:defRPr sz="1300" b="0">
                <a:latin typeface="Arial" panose="020B0604020202020204" pitchFamily="34" charset="0"/>
              </a:defRPr>
            </a:lvl1pPr>
          </a:lstStyle>
          <a:p>
            <a:pPr>
              <a:defRPr/>
            </a:pPr>
            <a:endParaRPr lang="en-US" altLang="zh-CN"/>
          </a:p>
        </p:txBody>
      </p:sp>
      <p:sp>
        <p:nvSpPr>
          <p:cNvPr id="110596" name="Rectangle 4"/>
          <p:cNvSpPr>
            <a:spLocks noGrp="1" noChangeArrowheads="1"/>
          </p:cNvSpPr>
          <p:nvPr>
            <p:ph type="ftr" sz="quarter" idx="2"/>
          </p:nvPr>
        </p:nvSpPr>
        <p:spPr bwMode="auto">
          <a:xfrm>
            <a:off x="0" y="9721850"/>
            <a:ext cx="3076575" cy="511175"/>
          </a:xfrm>
          <a:prstGeom prst="rect">
            <a:avLst/>
          </a:prstGeom>
          <a:noFill/>
          <a:ln w="9525">
            <a:noFill/>
            <a:miter lim="800000"/>
          </a:ln>
          <a:effectLst/>
        </p:spPr>
        <p:txBody>
          <a:bodyPr vert="horz" wrap="square" lIns="99048" tIns="49524" rIns="99048" bIns="49524" numCol="1" anchor="b" anchorCtr="0" compatLnSpc="1"/>
          <a:lstStyle>
            <a:lvl1pPr defTabSz="990600">
              <a:defRPr sz="1300" b="0">
                <a:latin typeface="Arial" panose="020B0604020202020204" pitchFamily="34" charset="0"/>
              </a:defRPr>
            </a:lvl1pPr>
          </a:lstStyle>
          <a:p>
            <a:pPr>
              <a:defRPr/>
            </a:pPr>
            <a:endParaRPr lang="en-US" altLang="zh-CN"/>
          </a:p>
        </p:txBody>
      </p:sp>
      <p:sp>
        <p:nvSpPr>
          <p:cNvPr id="110597" name="Rectangle 5"/>
          <p:cNvSpPr>
            <a:spLocks noGrp="1" noChangeArrowheads="1"/>
          </p:cNvSpPr>
          <p:nvPr>
            <p:ph type="sldNum" sz="quarter" idx="3"/>
          </p:nvPr>
        </p:nvSpPr>
        <p:spPr bwMode="auto">
          <a:xfrm>
            <a:off x="4021138" y="9721850"/>
            <a:ext cx="3076575" cy="511175"/>
          </a:xfrm>
          <a:prstGeom prst="rect">
            <a:avLst/>
          </a:prstGeom>
          <a:noFill/>
          <a:ln w="9525">
            <a:noFill/>
            <a:miter lim="800000"/>
          </a:ln>
          <a:effectLst/>
        </p:spPr>
        <p:txBody>
          <a:bodyPr vert="horz" wrap="square" lIns="99048" tIns="49524" rIns="99048" bIns="49524" numCol="1" anchor="b" anchorCtr="0" compatLnSpc="1"/>
          <a:lstStyle>
            <a:lvl1pPr algn="r" defTabSz="990600">
              <a:defRPr sz="1300" b="0">
                <a:latin typeface="Arial" panose="020B0604020202020204" pitchFamily="34" charset="0"/>
              </a:defRPr>
            </a:lvl1pPr>
          </a:lstStyle>
          <a:p>
            <a:pPr>
              <a:defRPr/>
            </a:pPr>
            <a:fld id="{6457A214-3559-4BD8-A032-319DD952FC99}" type="slidenum">
              <a:rPr lang="zh-CN" altLang="en-US"/>
              <a:t>‹#›</a:t>
            </a:fld>
            <a:endParaRPr lang="en-US" altLang="zh-CN"/>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andoutMaster>
</file>

<file path=ppt/ink/ink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4-05T12:31:05.253"/>
    </inkml:context>
    <inkml:brush xml:id="br0">
      <inkml:brushProperty name="width" value="0.035" units="cm"/>
      <inkml:brushProperty name="height" value="0.035" units="cm"/>
    </inkml:brush>
  </inkml:definitions>
  <inkml:trace contextRef="#ctx0" brushRef="#br0">0 9 24575,'0'0'0,"0"-1"0,0 1 0,0-1 0,0 1 0,1 0 0,-1-1 0,0 1 0,0-1 0,0 1 0,1 0 0,-1-1 0,0 1 0,0 0 0,1-1 0,-1 1 0,0 0 0,1 0 0,-1-1 0,0 1 0,1 0 0,-1 0 0,0 0 0,1-1 0,-1 1 0,1 0 0,-1 0 0,0 0 0,1 0 0,-1 0 0,1 0 0,-1 0 0,1 0 0,16 0 0,6 5 0,0 2 0,0 0 0,25 13 0,14 4 0,154 59 0,-64-24 0,80 19-565,-110-24-2531,-81-34 3186,0-1 1,50 13-1,-76-26 575,1 0-1,-1 1 0,0 1 1,15 9-1,-10-5-630,27 12 0,6-1-1399,-29-11-5461</inkml:trace>
</inkml:ink>
</file>

<file path=ppt/ink/ink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4-05T12:31:08.237"/>
    </inkml:context>
    <inkml:brush xml:id="br0">
      <inkml:brushProperty name="width" value="0.1" units="cm"/>
      <inkml:brushProperty name="height" value="0.1" units="cm"/>
      <inkml:brushProperty name="color" value="#004F8B"/>
    </inkml:brush>
  </inkml:definitions>
  <inkml:trace contextRef="#ctx0" brushRef="#br0">1 0 8192,'0'0'0</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16738" name="Rectangle 2"/>
          <p:cNvSpPr>
            <a:spLocks noGrp="1" noChangeArrowheads="1"/>
          </p:cNvSpPr>
          <p:nvPr>
            <p:ph type="hdr" sz="quarter"/>
          </p:nvPr>
        </p:nvSpPr>
        <p:spPr bwMode="auto">
          <a:xfrm>
            <a:off x="0" y="0"/>
            <a:ext cx="3076575" cy="511175"/>
          </a:xfrm>
          <a:prstGeom prst="rect">
            <a:avLst/>
          </a:prstGeom>
          <a:noFill/>
          <a:ln w="9525">
            <a:noFill/>
            <a:miter lim="800000"/>
          </a:ln>
          <a:effectLst/>
        </p:spPr>
        <p:txBody>
          <a:bodyPr vert="horz" wrap="square" lIns="99048" tIns="49524" rIns="99048" bIns="49524" numCol="1" anchor="t" anchorCtr="0" compatLnSpc="1"/>
          <a:lstStyle>
            <a:lvl1pPr defTabSz="990600">
              <a:defRPr sz="1300" b="0">
                <a:latin typeface="Arial" panose="020B0604020202020204" pitchFamily="34" charset="0"/>
              </a:defRPr>
            </a:lvl1pPr>
          </a:lstStyle>
          <a:p>
            <a:pPr>
              <a:defRPr/>
            </a:pPr>
            <a:endParaRPr lang="zh-CN" altLang="en-US"/>
          </a:p>
        </p:txBody>
      </p:sp>
      <p:sp>
        <p:nvSpPr>
          <p:cNvPr id="116739" name="Rectangle 3"/>
          <p:cNvSpPr>
            <a:spLocks noGrp="1" noChangeArrowheads="1"/>
          </p:cNvSpPr>
          <p:nvPr>
            <p:ph type="dt" idx="1"/>
          </p:nvPr>
        </p:nvSpPr>
        <p:spPr bwMode="auto">
          <a:xfrm>
            <a:off x="4021138" y="0"/>
            <a:ext cx="3076575" cy="511175"/>
          </a:xfrm>
          <a:prstGeom prst="rect">
            <a:avLst/>
          </a:prstGeom>
          <a:noFill/>
          <a:ln w="9525">
            <a:noFill/>
            <a:miter lim="800000"/>
          </a:ln>
          <a:effectLst/>
        </p:spPr>
        <p:txBody>
          <a:bodyPr vert="horz" wrap="square" lIns="99048" tIns="49524" rIns="99048" bIns="49524" numCol="1" anchor="t" anchorCtr="0" compatLnSpc="1"/>
          <a:lstStyle>
            <a:lvl1pPr algn="r" defTabSz="990600">
              <a:defRPr sz="1300" b="0">
                <a:latin typeface="Arial" panose="020B0604020202020204" pitchFamily="34" charset="0"/>
              </a:defRPr>
            </a:lvl1pPr>
          </a:lstStyle>
          <a:p>
            <a:pPr>
              <a:defRPr/>
            </a:pPr>
            <a:endParaRPr lang="en-US" altLang="zh-CN"/>
          </a:p>
        </p:txBody>
      </p:sp>
      <p:sp>
        <p:nvSpPr>
          <p:cNvPr id="115716" name="Rectangle 4"/>
          <p:cNvSpPr>
            <a:spLocks noGrp="1" noRot="1" noChangeAspect="1" noChangeArrowheads="1" noTextEdit="1"/>
          </p:cNvSpPr>
          <p:nvPr>
            <p:ph type="sldImg" idx="2"/>
          </p:nvPr>
        </p:nvSpPr>
        <p:spPr bwMode="auto">
          <a:xfrm>
            <a:off x="139700" y="768350"/>
            <a:ext cx="6819900" cy="3836988"/>
          </a:xfrm>
          <a:prstGeom prst="rect">
            <a:avLst/>
          </a:prstGeom>
          <a:noFill/>
          <a:ln w="9525">
            <a:solidFill>
              <a:srgbClr val="000000"/>
            </a:solidFill>
            <a:miter lim="800000"/>
          </a:ln>
          <a:extLst>
            <a:ext uri="{909E8E84-426E-40DD-AFC4-6F175D3DCCD1}">
              <a14:hiddenFill xmlns:a14="http://schemas.microsoft.com/office/drawing/2010/main">
                <a:solidFill>
                  <a:srgbClr val="FFFFFF"/>
                </a:solidFill>
              </a14:hiddenFill>
            </a:ext>
          </a:extLst>
        </p:spPr>
      </p:sp>
      <p:sp>
        <p:nvSpPr>
          <p:cNvPr id="116741" name="Rectangle 5"/>
          <p:cNvSpPr>
            <a:spLocks noGrp="1" noChangeArrowheads="1"/>
          </p:cNvSpPr>
          <p:nvPr>
            <p:ph type="body" sz="quarter" idx="3"/>
          </p:nvPr>
        </p:nvSpPr>
        <p:spPr bwMode="auto">
          <a:xfrm>
            <a:off x="709613" y="4860925"/>
            <a:ext cx="5680075" cy="4605338"/>
          </a:xfrm>
          <a:prstGeom prst="rect">
            <a:avLst/>
          </a:prstGeom>
          <a:noFill/>
          <a:ln w="9525">
            <a:noFill/>
            <a:miter lim="800000"/>
          </a:ln>
          <a:effectLst/>
        </p:spPr>
        <p:txBody>
          <a:bodyPr vert="horz" wrap="square" lIns="99048" tIns="49524" rIns="99048" bIns="49524" numCol="1" anchor="t" anchorCtr="0" compatLnSpc="1"/>
          <a:lstStyle/>
          <a:p>
            <a:pPr lvl="0"/>
            <a:r>
              <a:rPr lang="zh-CN" altLang="en-US" noProof="0"/>
              <a:t>单击此处编辑母版文本样式</a:t>
            </a:r>
          </a:p>
          <a:p>
            <a:pPr lvl="1"/>
            <a:r>
              <a:rPr lang="zh-CN" altLang="en-US" noProof="0"/>
              <a:t>第二级</a:t>
            </a:r>
          </a:p>
          <a:p>
            <a:pPr lvl="2"/>
            <a:r>
              <a:rPr lang="zh-CN" altLang="en-US" noProof="0"/>
              <a:t>第三级</a:t>
            </a:r>
          </a:p>
          <a:p>
            <a:pPr lvl="3"/>
            <a:r>
              <a:rPr lang="zh-CN" altLang="en-US" noProof="0"/>
              <a:t>第四级</a:t>
            </a:r>
          </a:p>
          <a:p>
            <a:pPr lvl="4"/>
            <a:r>
              <a:rPr lang="zh-CN" altLang="en-US" noProof="0"/>
              <a:t>第五级</a:t>
            </a:r>
          </a:p>
        </p:txBody>
      </p:sp>
      <p:sp>
        <p:nvSpPr>
          <p:cNvPr id="116742" name="Rectangle 6"/>
          <p:cNvSpPr>
            <a:spLocks noGrp="1" noChangeArrowheads="1"/>
          </p:cNvSpPr>
          <p:nvPr>
            <p:ph type="ftr" sz="quarter" idx="4"/>
          </p:nvPr>
        </p:nvSpPr>
        <p:spPr bwMode="auto">
          <a:xfrm>
            <a:off x="0" y="9721850"/>
            <a:ext cx="3076575" cy="511175"/>
          </a:xfrm>
          <a:prstGeom prst="rect">
            <a:avLst/>
          </a:prstGeom>
          <a:noFill/>
          <a:ln w="9525">
            <a:noFill/>
            <a:miter lim="800000"/>
          </a:ln>
          <a:effectLst/>
        </p:spPr>
        <p:txBody>
          <a:bodyPr vert="horz" wrap="square" lIns="99048" tIns="49524" rIns="99048" bIns="49524" numCol="1" anchor="b" anchorCtr="0" compatLnSpc="1"/>
          <a:lstStyle>
            <a:lvl1pPr defTabSz="990600">
              <a:defRPr sz="1300" b="0">
                <a:latin typeface="Arial" panose="020B0604020202020204" pitchFamily="34" charset="0"/>
              </a:defRPr>
            </a:lvl1pPr>
          </a:lstStyle>
          <a:p>
            <a:pPr>
              <a:defRPr/>
            </a:pPr>
            <a:endParaRPr lang="en-US" altLang="zh-CN"/>
          </a:p>
        </p:txBody>
      </p:sp>
      <p:sp>
        <p:nvSpPr>
          <p:cNvPr id="116743" name="Rectangle 7"/>
          <p:cNvSpPr>
            <a:spLocks noGrp="1" noChangeArrowheads="1"/>
          </p:cNvSpPr>
          <p:nvPr>
            <p:ph type="sldNum" sz="quarter" idx="5"/>
          </p:nvPr>
        </p:nvSpPr>
        <p:spPr bwMode="auto">
          <a:xfrm>
            <a:off x="4021138" y="9721850"/>
            <a:ext cx="3076575" cy="511175"/>
          </a:xfrm>
          <a:prstGeom prst="rect">
            <a:avLst/>
          </a:prstGeom>
          <a:noFill/>
          <a:ln w="9525">
            <a:noFill/>
            <a:miter lim="800000"/>
          </a:ln>
          <a:effectLst/>
        </p:spPr>
        <p:txBody>
          <a:bodyPr vert="horz" wrap="square" lIns="99048" tIns="49524" rIns="99048" bIns="49524" numCol="1" anchor="b" anchorCtr="0" compatLnSpc="1"/>
          <a:lstStyle>
            <a:lvl1pPr algn="r" defTabSz="990600">
              <a:defRPr sz="1300" b="0">
                <a:latin typeface="Arial" panose="020B0604020202020204" pitchFamily="34" charset="0"/>
              </a:defRPr>
            </a:lvl1pPr>
          </a:lstStyle>
          <a:p>
            <a:pPr>
              <a:defRPr/>
            </a:pPr>
            <a:fld id="{5D5963AB-51D7-4B56-957C-52AD6A606A3F}" type="slidenum">
              <a:rPr lang="zh-CN" altLang="en-US"/>
              <a:t>‹#›</a:t>
            </a:fld>
            <a:endParaRPr lang="en-US" altLang="zh-CN"/>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Arial" panose="020B0604020202020204" pitchFamily="34" charset="0"/>
        <a:ea typeface="宋体" panose="02010600030101010101" pitchFamily="2" charset="-122"/>
        <a:cs typeface="+mn-cs"/>
      </a:defRPr>
    </a:lvl1pPr>
    <a:lvl2pPr marL="457200" algn="l" rtl="0" eaLnBrk="0" fontAlgn="base" hangingPunct="0">
      <a:spcBef>
        <a:spcPct val="30000"/>
      </a:spcBef>
      <a:spcAft>
        <a:spcPct val="0"/>
      </a:spcAft>
      <a:defRPr sz="1200" kern="1200">
        <a:solidFill>
          <a:schemeClr val="tx1"/>
        </a:solidFill>
        <a:latin typeface="Arial" panose="020B0604020202020204" pitchFamily="34" charset="0"/>
        <a:ea typeface="宋体" panose="02010600030101010101" pitchFamily="2" charset="-122"/>
        <a:cs typeface="+mn-cs"/>
      </a:defRPr>
    </a:lvl2pPr>
    <a:lvl3pPr marL="914400" algn="l" rtl="0" eaLnBrk="0" fontAlgn="base" hangingPunct="0">
      <a:spcBef>
        <a:spcPct val="30000"/>
      </a:spcBef>
      <a:spcAft>
        <a:spcPct val="0"/>
      </a:spcAft>
      <a:defRPr sz="1200" kern="1200">
        <a:solidFill>
          <a:schemeClr val="tx1"/>
        </a:solidFill>
        <a:latin typeface="Arial" panose="020B0604020202020204" pitchFamily="34" charset="0"/>
        <a:ea typeface="宋体" panose="02010600030101010101" pitchFamily="2" charset="-122"/>
        <a:cs typeface="+mn-cs"/>
      </a:defRPr>
    </a:lvl3pPr>
    <a:lvl4pPr marL="1371600" algn="l" rtl="0" eaLnBrk="0" fontAlgn="base" hangingPunct="0">
      <a:spcBef>
        <a:spcPct val="30000"/>
      </a:spcBef>
      <a:spcAft>
        <a:spcPct val="0"/>
      </a:spcAft>
      <a:defRPr sz="1200" kern="1200">
        <a:solidFill>
          <a:schemeClr val="tx1"/>
        </a:solidFill>
        <a:latin typeface="Arial" panose="020B0604020202020204" pitchFamily="34" charset="0"/>
        <a:ea typeface="宋体" panose="02010600030101010101" pitchFamily="2" charset="-122"/>
        <a:cs typeface="+mn-cs"/>
      </a:defRPr>
    </a:lvl4pPr>
    <a:lvl5pPr marL="1828800" algn="l" rtl="0" eaLnBrk="0" fontAlgn="base" hangingPunct="0">
      <a:spcBef>
        <a:spcPct val="30000"/>
      </a:spcBef>
      <a:spcAft>
        <a:spcPct val="0"/>
      </a:spcAft>
      <a:defRPr sz="1200"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a:defRPr/>
            </a:pPr>
            <a:fld id="{5D5963AB-51D7-4B56-957C-52AD6A606A3F}" type="slidenum">
              <a:rPr lang="zh-CN" altLang="en-US" smtClean="0"/>
              <a:t>1</a:t>
            </a:fld>
            <a:endParaRPr lang="en-US" altLang="zh-CN"/>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a:defRPr/>
            </a:pPr>
            <a:fld id="{5D5963AB-51D7-4B56-957C-52AD6A606A3F}" type="slidenum">
              <a:rPr lang="zh-CN" altLang="en-US" smtClean="0"/>
              <a:t>2</a:t>
            </a:fld>
            <a:endParaRPr lang="en-US" altLang="zh-CN"/>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a:defRPr/>
            </a:pPr>
            <a:fld id="{5D5963AB-51D7-4B56-957C-52AD6A606A3F}" type="slidenum">
              <a:rPr lang="zh-CN" altLang="en-US" smtClean="0"/>
              <a:t>3</a:t>
            </a:fld>
            <a:endParaRPr lang="en-US" altLang="zh-CN"/>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a:defRPr/>
            </a:pPr>
            <a:fld id="{5D5963AB-51D7-4B56-957C-52AD6A606A3F}" type="slidenum">
              <a:rPr lang="zh-CN" altLang="en-US" smtClean="0"/>
              <a:t>4</a:t>
            </a:fld>
            <a:endParaRPr lang="en-US" altLang="zh-CN"/>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a:defRPr/>
            </a:pPr>
            <a:fld id="{5D5963AB-51D7-4B56-957C-52AD6A606A3F}" type="slidenum">
              <a:rPr lang="zh-CN" altLang="en-US" smtClean="0"/>
              <a:t>5</a:t>
            </a:fld>
            <a:endParaRPr lang="en-US" altLang="zh-CN"/>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a:defRPr/>
            </a:pPr>
            <a:fld id="{5D5963AB-51D7-4B56-957C-52AD6A606A3F}" type="slidenum">
              <a:rPr lang="zh-CN" altLang="en-US" smtClean="0"/>
              <a:t>6</a:t>
            </a:fld>
            <a:endParaRPr lang="en-US" altLang="zh-CN"/>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a:defRPr/>
            </a:pPr>
            <a:fld id="{5D5963AB-51D7-4B56-957C-52AD6A606A3F}" type="slidenum">
              <a:rPr lang="zh-CN" altLang="en-US" smtClean="0"/>
              <a:t>7</a:t>
            </a:fld>
            <a:endParaRPr lang="en-US" altLang="zh-CN"/>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a:defRPr/>
            </a:pPr>
            <a:fld id="{5D5963AB-51D7-4B56-957C-52AD6A606A3F}" type="slidenum">
              <a:rPr lang="zh-CN" altLang="en-US" smtClean="0"/>
              <a:t>8</a:t>
            </a:fld>
            <a:endParaRPr lang="en-US" altLang="zh-CN"/>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6194"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90600" eaLnBrk="0" hangingPunct="0">
              <a:defRPr kumimoji="1" sz="2400" b="1">
                <a:solidFill>
                  <a:schemeClr val="tx1"/>
                </a:solidFill>
                <a:latin typeface="Tahoma" panose="020B0604030504040204" pitchFamily="34" charset="0"/>
                <a:ea typeface="宋体" panose="02010600030101010101" pitchFamily="2" charset="-122"/>
              </a:defRPr>
            </a:lvl1pPr>
            <a:lvl2pPr marL="742950" indent="-285750" defTabSz="990600" eaLnBrk="0" hangingPunct="0">
              <a:defRPr kumimoji="1" sz="2400" b="1">
                <a:solidFill>
                  <a:schemeClr val="tx1"/>
                </a:solidFill>
                <a:latin typeface="Tahoma" panose="020B0604030504040204" pitchFamily="34" charset="0"/>
                <a:ea typeface="宋体" panose="02010600030101010101" pitchFamily="2" charset="-122"/>
              </a:defRPr>
            </a:lvl2pPr>
            <a:lvl3pPr marL="1143000" indent="-228600" defTabSz="990600" eaLnBrk="0" hangingPunct="0">
              <a:defRPr kumimoji="1" sz="2400" b="1">
                <a:solidFill>
                  <a:schemeClr val="tx1"/>
                </a:solidFill>
                <a:latin typeface="Tahoma" panose="020B0604030504040204" pitchFamily="34" charset="0"/>
                <a:ea typeface="宋体" panose="02010600030101010101" pitchFamily="2" charset="-122"/>
              </a:defRPr>
            </a:lvl3pPr>
            <a:lvl4pPr marL="1600200" indent="-228600" defTabSz="990600" eaLnBrk="0" hangingPunct="0">
              <a:defRPr kumimoji="1" sz="2400" b="1">
                <a:solidFill>
                  <a:schemeClr val="tx1"/>
                </a:solidFill>
                <a:latin typeface="Tahoma" panose="020B0604030504040204" pitchFamily="34" charset="0"/>
                <a:ea typeface="宋体" panose="02010600030101010101" pitchFamily="2" charset="-122"/>
              </a:defRPr>
            </a:lvl4pPr>
            <a:lvl5pPr marL="2057400" indent="-228600" defTabSz="990600" eaLnBrk="0" hangingPunct="0">
              <a:defRPr kumimoji="1" sz="2400" b="1">
                <a:solidFill>
                  <a:schemeClr val="tx1"/>
                </a:solidFill>
                <a:latin typeface="Tahoma" panose="020B0604030504040204" pitchFamily="34" charset="0"/>
                <a:ea typeface="宋体" panose="02010600030101010101" pitchFamily="2" charset="-122"/>
              </a:defRPr>
            </a:lvl5pPr>
            <a:lvl6pPr marL="2514600" indent="-228600" defTabSz="990600"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6pPr>
            <a:lvl7pPr marL="2971800" indent="-228600" defTabSz="990600"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7pPr>
            <a:lvl8pPr marL="3429000" indent="-228600" defTabSz="990600"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8pPr>
            <a:lvl9pPr marL="3886200" indent="-228600" defTabSz="990600"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9pPr>
          </a:lstStyle>
          <a:p>
            <a:pPr eaLnBrk="1" hangingPunct="1"/>
            <a:fld id="{02CF0239-61E2-4D51-AC30-7DF63B4201D0}" type="slidenum">
              <a:rPr lang="zh-CN" altLang="en-US" sz="1300" b="0" smtClean="0">
                <a:latin typeface="Arial" panose="020B0604020202020204" pitchFamily="34" charset="0"/>
              </a:rPr>
              <a:t>10</a:t>
            </a:fld>
            <a:endParaRPr lang="en-US" altLang="zh-CN" sz="1300" b="0">
              <a:latin typeface="Arial" panose="020B0604020202020204" pitchFamily="34" charset="0"/>
            </a:endParaRPr>
          </a:p>
        </p:txBody>
      </p:sp>
      <p:sp>
        <p:nvSpPr>
          <p:cNvPr id="136195" name="Rectangle 2"/>
          <p:cNvSpPr>
            <a:spLocks noGrp="1" noRot="1" noChangeAspect="1" noChangeArrowheads="1" noTextEdit="1"/>
          </p:cNvSpPr>
          <p:nvPr>
            <p:ph type="sldImg"/>
          </p:nvPr>
        </p:nvSpPr>
        <p:spPr>
          <a:xfrm>
            <a:off x="139700" y="768350"/>
            <a:ext cx="6819900" cy="3836988"/>
          </a:xfrm>
        </p:spPr>
      </p:sp>
      <p:sp>
        <p:nvSpPr>
          <p:cNvPr id="136196"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zh-CN">
              <a:ea typeface="宋体" panose="02010600030101010101" pitchFamily="2" charset="-122"/>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9266"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90600" eaLnBrk="0" hangingPunct="0">
              <a:defRPr kumimoji="1" sz="2400" b="1">
                <a:solidFill>
                  <a:schemeClr val="tx1"/>
                </a:solidFill>
                <a:latin typeface="Tahoma" panose="020B0604030504040204" pitchFamily="34" charset="0"/>
                <a:ea typeface="宋体" panose="02010600030101010101" pitchFamily="2" charset="-122"/>
              </a:defRPr>
            </a:lvl1pPr>
            <a:lvl2pPr marL="742950" indent="-285750" defTabSz="990600" eaLnBrk="0" hangingPunct="0">
              <a:defRPr kumimoji="1" sz="2400" b="1">
                <a:solidFill>
                  <a:schemeClr val="tx1"/>
                </a:solidFill>
                <a:latin typeface="Tahoma" panose="020B0604030504040204" pitchFamily="34" charset="0"/>
                <a:ea typeface="宋体" panose="02010600030101010101" pitchFamily="2" charset="-122"/>
              </a:defRPr>
            </a:lvl2pPr>
            <a:lvl3pPr marL="1143000" indent="-228600" defTabSz="990600" eaLnBrk="0" hangingPunct="0">
              <a:defRPr kumimoji="1" sz="2400" b="1">
                <a:solidFill>
                  <a:schemeClr val="tx1"/>
                </a:solidFill>
                <a:latin typeface="Tahoma" panose="020B0604030504040204" pitchFamily="34" charset="0"/>
                <a:ea typeface="宋体" panose="02010600030101010101" pitchFamily="2" charset="-122"/>
              </a:defRPr>
            </a:lvl3pPr>
            <a:lvl4pPr marL="1600200" indent="-228600" defTabSz="990600" eaLnBrk="0" hangingPunct="0">
              <a:defRPr kumimoji="1" sz="2400" b="1">
                <a:solidFill>
                  <a:schemeClr val="tx1"/>
                </a:solidFill>
                <a:latin typeface="Tahoma" panose="020B0604030504040204" pitchFamily="34" charset="0"/>
                <a:ea typeface="宋体" panose="02010600030101010101" pitchFamily="2" charset="-122"/>
              </a:defRPr>
            </a:lvl4pPr>
            <a:lvl5pPr marL="2057400" indent="-228600" defTabSz="990600" eaLnBrk="0" hangingPunct="0">
              <a:defRPr kumimoji="1" sz="2400" b="1">
                <a:solidFill>
                  <a:schemeClr val="tx1"/>
                </a:solidFill>
                <a:latin typeface="Tahoma" panose="020B0604030504040204" pitchFamily="34" charset="0"/>
                <a:ea typeface="宋体" panose="02010600030101010101" pitchFamily="2" charset="-122"/>
              </a:defRPr>
            </a:lvl5pPr>
            <a:lvl6pPr marL="2514600" indent="-228600" defTabSz="990600"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6pPr>
            <a:lvl7pPr marL="2971800" indent="-228600" defTabSz="990600"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7pPr>
            <a:lvl8pPr marL="3429000" indent="-228600" defTabSz="990600"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8pPr>
            <a:lvl9pPr marL="3886200" indent="-228600" defTabSz="990600"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9pPr>
          </a:lstStyle>
          <a:p>
            <a:pPr eaLnBrk="1" hangingPunct="1"/>
            <a:fld id="{B4DAB9A9-C240-4474-B846-3DD7D67965CC}" type="slidenum">
              <a:rPr lang="zh-CN" altLang="en-US" sz="1300" b="0" smtClean="0">
                <a:latin typeface="Arial" panose="020B0604020202020204" pitchFamily="34" charset="0"/>
              </a:rPr>
              <a:t>12</a:t>
            </a:fld>
            <a:endParaRPr lang="en-US" altLang="zh-CN" sz="1300" b="0">
              <a:latin typeface="Arial" panose="020B0604020202020204" pitchFamily="34" charset="0"/>
            </a:endParaRPr>
          </a:p>
        </p:txBody>
      </p:sp>
      <p:sp>
        <p:nvSpPr>
          <p:cNvPr id="139267" name="Rectangle 2"/>
          <p:cNvSpPr>
            <a:spLocks noGrp="1" noRot="1" noChangeAspect="1" noChangeArrowheads="1" noTextEdit="1"/>
          </p:cNvSpPr>
          <p:nvPr>
            <p:ph type="sldImg"/>
          </p:nvPr>
        </p:nvSpPr>
        <p:spPr>
          <a:xfrm>
            <a:off x="992188" y="768350"/>
            <a:ext cx="5114925" cy="3836988"/>
          </a:xfrm>
        </p:spPr>
      </p:sp>
      <p:sp>
        <p:nvSpPr>
          <p:cNvPr id="139268" name="Rectangle 3"/>
          <p:cNvSpPr>
            <a:spLocks noGrp="1" noChangeArrowheads="1"/>
          </p:cNvSpPr>
          <p:nvPr>
            <p:ph type="body" idx="1"/>
          </p:nvPr>
        </p:nvSpPr>
        <p:spPr>
          <a:xfrm>
            <a:off x="946150" y="4860925"/>
            <a:ext cx="5207000" cy="4605338"/>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a:ea typeface="宋体" panose="02010600030101010101" pitchFamily="2" charset="-122"/>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a:defRPr/>
            </a:pPr>
            <a:fld id="{5D5963AB-51D7-4B56-957C-52AD6A606A3F}" type="slidenum">
              <a:rPr lang="zh-CN" altLang="en-US" smtClean="0"/>
              <a:t>15</a:t>
            </a:fld>
            <a:endParaRPr lang="en-US" altLang="zh-CN"/>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a:defRPr/>
            </a:pPr>
            <a:fld id="{5D5963AB-51D7-4B56-957C-52AD6A606A3F}" type="slidenum">
              <a:rPr lang="zh-CN" altLang="en-US" smtClean="0"/>
              <a:t>16</a:t>
            </a:fld>
            <a:endParaRPr lang="en-US" altLang="zh-CN"/>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t>UML</a:t>
            </a:r>
            <a:r>
              <a:rPr lang="zh-CN" altLang="en-US" dirty="0"/>
              <a:t>的历史讲完了，现在讲一下</a:t>
            </a:r>
            <a:r>
              <a:rPr lang="en-US" altLang="zh-CN" dirty="0"/>
              <a:t>UML</a:t>
            </a:r>
            <a:r>
              <a:rPr lang="zh-CN" altLang="en-US" dirty="0"/>
              <a:t>的概念模型</a:t>
            </a:r>
          </a:p>
        </p:txBody>
      </p:sp>
      <p:sp>
        <p:nvSpPr>
          <p:cNvPr id="4" name="灯片编号占位符 3"/>
          <p:cNvSpPr>
            <a:spLocks noGrp="1"/>
          </p:cNvSpPr>
          <p:nvPr>
            <p:ph type="sldNum" sz="quarter" idx="5"/>
          </p:nvPr>
        </p:nvSpPr>
        <p:spPr/>
        <p:txBody>
          <a:bodyPr/>
          <a:lstStyle/>
          <a:p>
            <a:pPr>
              <a:defRPr/>
            </a:pPr>
            <a:fld id="{5D5963AB-51D7-4B56-957C-52AD6A606A3F}" type="slidenum">
              <a:rPr lang="zh-CN" altLang="en-US" smtClean="0"/>
              <a:t>18</a:t>
            </a:fld>
            <a:endParaRPr lang="en-US" altLang="zh-CN"/>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6194"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90600" eaLnBrk="0" hangingPunct="0">
              <a:defRPr kumimoji="1" sz="2400" b="1">
                <a:solidFill>
                  <a:schemeClr val="tx1"/>
                </a:solidFill>
                <a:latin typeface="Tahoma" panose="020B0604030504040204" pitchFamily="34" charset="0"/>
                <a:ea typeface="宋体" panose="02010600030101010101" pitchFamily="2" charset="-122"/>
              </a:defRPr>
            </a:lvl1pPr>
            <a:lvl2pPr marL="742950" indent="-285750" defTabSz="990600" eaLnBrk="0" hangingPunct="0">
              <a:defRPr kumimoji="1" sz="2400" b="1">
                <a:solidFill>
                  <a:schemeClr val="tx1"/>
                </a:solidFill>
                <a:latin typeface="Tahoma" panose="020B0604030504040204" pitchFamily="34" charset="0"/>
                <a:ea typeface="宋体" panose="02010600030101010101" pitchFamily="2" charset="-122"/>
              </a:defRPr>
            </a:lvl2pPr>
            <a:lvl3pPr marL="1143000" indent="-228600" defTabSz="990600" eaLnBrk="0" hangingPunct="0">
              <a:defRPr kumimoji="1" sz="2400" b="1">
                <a:solidFill>
                  <a:schemeClr val="tx1"/>
                </a:solidFill>
                <a:latin typeface="Tahoma" panose="020B0604030504040204" pitchFamily="34" charset="0"/>
                <a:ea typeface="宋体" panose="02010600030101010101" pitchFamily="2" charset="-122"/>
              </a:defRPr>
            </a:lvl3pPr>
            <a:lvl4pPr marL="1600200" indent="-228600" defTabSz="990600" eaLnBrk="0" hangingPunct="0">
              <a:defRPr kumimoji="1" sz="2400" b="1">
                <a:solidFill>
                  <a:schemeClr val="tx1"/>
                </a:solidFill>
                <a:latin typeface="Tahoma" panose="020B0604030504040204" pitchFamily="34" charset="0"/>
                <a:ea typeface="宋体" panose="02010600030101010101" pitchFamily="2" charset="-122"/>
              </a:defRPr>
            </a:lvl4pPr>
            <a:lvl5pPr marL="2057400" indent="-228600" defTabSz="990600" eaLnBrk="0" hangingPunct="0">
              <a:defRPr kumimoji="1" sz="2400" b="1">
                <a:solidFill>
                  <a:schemeClr val="tx1"/>
                </a:solidFill>
                <a:latin typeface="Tahoma" panose="020B0604030504040204" pitchFamily="34" charset="0"/>
                <a:ea typeface="宋体" panose="02010600030101010101" pitchFamily="2" charset="-122"/>
              </a:defRPr>
            </a:lvl5pPr>
            <a:lvl6pPr marL="2514600" indent="-228600" defTabSz="990600"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6pPr>
            <a:lvl7pPr marL="2971800" indent="-228600" defTabSz="990600"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7pPr>
            <a:lvl8pPr marL="3429000" indent="-228600" defTabSz="990600"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8pPr>
            <a:lvl9pPr marL="3886200" indent="-228600" defTabSz="990600"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9pPr>
          </a:lstStyle>
          <a:p>
            <a:pPr eaLnBrk="1" hangingPunct="1"/>
            <a:fld id="{02CF0239-61E2-4D51-AC30-7DF63B4201D0}" type="slidenum">
              <a:rPr lang="zh-CN" altLang="en-US" sz="1300" b="0" smtClean="0">
                <a:latin typeface="Arial" panose="020B0604020202020204" pitchFamily="34" charset="0"/>
              </a:rPr>
              <a:t>19</a:t>
            </a:fld>
            <a:endParaRPr lang="en-US" altLang="zh-CN" sz="1300" b="0">
              <a:latin typeface="Arial" panose="020B0604020202020204" pitchFamily="34" charset="0"/>
            </a:endParaRPr>
          </a:p>
        </p:txBody>
      </p:sp>
      <p:sp>
        <p:nvSpPr>
          <p:cNvPr id="136195" name="Rectangle 2"/>
          <p:cNvSpPr>
            <a:spLocks noGrp="1" noRot="1" noChangeAspect="1" noChangeArrowheads="1" noTextEdit="1"/>
          </p:cNvSpPr>
          <p:nvPr>
            <p:ph type="sldImg"/>
          </p:nvPr>
        </p:nvSpPr>
        <p:spPr>
          <a:xfrm>
            <a:off x="139700" y="768350"/>
            <a:ext cx="6819900" cy="3836988"/>
          </a:xfrm>
        </p:spPr>
      </p:sp>
      <p:sp>
        <p:nvSpPr>
          <p:cNvPr id="136196"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zh-CN">
              <a:ea typeface="宋体" panose="02010600030101010101" pitchFamily="2" charset="-122"/>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a:defRPr/>
            </a:pPr>
            <a:fld id="{5D5963AB-51D7-4B56-957C-52AD6A606A3F}" type="slidenum">
              <a:rPr lang="zh-CN" altLang="en-US" smtClean="0"/>
              <a:t>20</a:t>
            </a:fld>
            <a:endParaRPr lang="en-US" altLang="zh-CN"/>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a:defRPr/>
            </a:pPr>
            <a:fld id="{5D5963AB-51D7-4B56-957C-52AD6A606A3F}" type="slidenum">
              <a:rPr lang="zh-CN" altLang="en-US" smtClean="0"/>
              <a:t>22</a:t>
            </a:fld>
            <a:endParaRPr lang="en-US" altLang="zh-CN"/>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a:defRPr/>
            </a:pPr>
            <a:fld id="{5D5963AB-51D7-4B56-957C-52AD6A606A3F}" type="slidenum">
              <a:rPr lang="zh-CN" altLang="en-US" smtClean="0"/>
              <a:t>23</a:t>
            </a:fld>
            <a:endParaRPr lang="en-US" altLang="zh-CN"/>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a:defRPr/>
            </a:pPr>
            <a:fld id="{5D5963AB-51D7-4B56-957C-52AD6A606A3F}" type="slidenum">
              <a:rPr lang="zh-CN" altLang="en-US" smtClean="0"/>
              <a:t>24</a:t>
            </a:fld>
            <a:endParaRPr lang="en-US" altLang="zh-CN"/>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a:defRPr/>
            </a:pPr>
            <a:fld id="{5D5963AB-51D7-4B56-957C-52AD6A606A3F}" type="slidenum">
              <a:rPr lang="zh-CN" altLang="en-US" smtClean="0"/>
              <a:t>25</a:t>
            </a:fld>
            <a:endParaRPr lang="en-US" altLang="zh-CN"/>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a:defRPr/>
            </a:pPr>
            <a:fld id="{5D5963AB-51D7-4B56-957C-52AD6A606A3F}" type="slidenum">
              <a:rPr lang="zh-CN" altLang="en-US" smtClean="0"/>
              <a:t>30</a:t>
            </a:fld>
            <a:endParaRPr lang="en-US" altLang="zh-CN"/>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a:defRPr/>
            </a:pPr>
            <a:fld id="{5D5963AB-51D7-4B56-957C-52AD6A606A3F}" type="slidenum">
              <a:rPr lang="zh-CN" altLang="en-US" smtClean="0"/>
              <a:t>31</a:t>
            </a:fld>
            <a:endParaRPr lang="en-US" altLang="zh-CN"/>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a:defRPr/>
            </a:pPr>
            <a:fld id="{5D5963AB-51D7-4B56-957C-52AD6A606A3F}" type="slidenum">
              <a:rPr lang="zh-CN" altLang="en-US" smtClean="0"/>
              <a:t>37</a:t>
            </a:fld>
            <a:endParaRPr lang="en-US" altLang="zh-CN"/>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a:defRPr/>
            </a:pPr>
            <a:fld id="{5D5963AB-51D7-4B56-957C-52AD6A606A3F}" type="slidenum">
              <a:rPr lang="zh-CN" altLang="en-US" smtClean="0"/>
              <a:t>42</a:t>
            </a:fld>
            <a:endParaRPr lang="en-US" altLang="zh-CN"/>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a:defRPr/>
            </a:pPr>
            <a:fld id="{5D5963AB-51D7-4B56-957C-52AD6A606A3F}" type="slidenum">
              <a:rPr lang="zh-CN" altLang="en-US" smtClean="0"/>
              <a:t>43</a:t>
            </a:fld>
            <a:endParaRPr lang="en-US" altLang="zh-CN"/>
          </a:p>
        </p:txBody>
      </p:sp>
    </p:spTree>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标题幻灯片">
    <p:spTree>
      <p:nvGrpSpPr>
        <p:cNvPr id="1" name=""/>
        <p:cNvGrpSpPr/>
        <p:nvPr/>
      </p:nvGrpSpPr>
      <p:grpSpPr>
        <a:xfrm>
          <a:off x="0" y="0"/>
          <a:ext cx="0" cy="0"/>
          <a:chOff x="0" y="0"/>
          <a:chExt cx="0" cy="0"/>
        </a:xfrm>
      </p:grpSpPr>
      <p:sp>
        <p:nvSpPr>
          <p:cNvPr id="5" name="Rectangle 6"/>
          <p:cNvSpPr>
            <a:spLocks noChangeArrowheads="1"/>
          </p:cNvSpPr>
          <p:nvPr/>
        </p:nvSpPr>
        <p:spPr bwMode="auto">
          <a:xfrm>
            <a:off x="0" y="6656388"/>
            <a:ext cx="12192000" cy="228600"/>
          </a:xfrm>
          <a:prstGeom prst="rect">
            <a:avLst/>
          </a:prstGeom>
          <a:solidFill>
            <a:schemeClr val="folHlink"/>
          </a:solidFill>
          <a:ln w="9525">
            <a:solidFill>
              <a:schemeClr val="tx1"/>
            </a:solidFill>
            <a:miter lim="800000"/>
          </a:ln>
          <a:effectLst/>
        </p:spPr>
        <p:txBody>
          <a:bodyPr wrap="none" anchor="ctr"/>
          <a:lstStyle/>
          <a:p>
            <a:pPr>
              <a:defRPr/>
            </a:pPr>
            <a:endParaRPr lang="zh-CN" altLang="en-US" sz="2400"/>
          </a:p>
        </p:txBody>
      </p:sp>
      <p:sp>
        <p:nvSpPr>
          <p:cNvPr id="6" name="Rectangle 7"/>
          <p:cNvSpPr>
            <a:spLocks noChangeArrowheads="1"/>
          </p:cNvSpPr>
          <p:nvPr/>
        </p:nvSpPr>
        <p:spPr bwMode="auto">
          <a:xfrm>
            <a:off x="4470400" y="6324600"/>
            <a:ext cx="3048000" cy="457200"/>
          </a:xfrm>
          <a:prstGeom prst="rect">
            <a:avLst/>
          </a:prstGeom>
          <a:noFill/>
          <a:ln w="9525">
            <a:noFill/>
            <a:miter lim="800000"/>
          </a:ln>
          <a:effectLst/>
        </p:spPr>
        <p:txBody>
          <a:bodyPr anchor="b"/>
          <a:lstStyle/>
          <a:p>
            <a:pPr algn="ctr">
              <a:defRPr/>
            </a:pPr>
            <a:endParaRPr kumimoji="0" lang="en-US" altLang="zh-CN" sz="1400" b="0"/>
          </a:p>
        </p:txBody>
      </p:sp>
      <p:pic>
        <p:nvPicPr>
          <p:cNvPr id="7" name="Picture 9" descr="nbl12_1_1_1"/>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514417" y="5948366"/>
            <a:ext cx="2438400" cy="6492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31074" name="Rectangle 2"/>
          <p:cNvSpPr>
            <a:spLocks noGrp="1" noChangeArrowheads="1"/>
          </p:cNvSpPr>
          <p:nvPr>
            <p:ph type="ctrTitle"/>
          </p:nvPr>
        </p:nvSpPr>
        <p:spPr>
          <a:xfrm>
            <a:off x="912284" y="2565400"/>
            <a:ext cx="10363200" cy="1143000"/>
          </a:xfrm>
        </p:spPr>
        <p:txBody>
          <a:bodyPr/>
          <a:lstStyle>
            <a:lvl1pPr algn="ctr" fontAlgn="ctr">
              <a:defRPr sz="4800" baseline="0">
                <a:effectLst>
                  <a:outerShdw blurRad="38100" dist="38100" dir="2700000" algn="tl">
                    <a:srgbClr val="C0C0C0"/>
                  </a:outerShdw>
                </a:effectLst>
                <a:latin typeface="Arial" panose="020B0604020202020204" pitchFamily="34" charset="0"/>
                <a:ea typeface="微软雅黑" panose="020B0503020204020204" pitchFamily="34" charset="-122"/>
              </a:defRPr>
            </a:lvl1pPr>
          </a:lstStyle>
          <a:p>
            <a:r>
              <a:rPr lang="zh-CN" altLang="en-US" dirty="0"/>
              <a:t>单击此处编辑母版标题样式</a:t>
            </a:r>
          </a:p>
        </p:txBody>
      </p:sp>
      <p:sp>
        <p:nvSpPr>
          <p:cNvPr id="131075" name="Rectangle 3"/>
          <p:cNvSpPr>
            <a:spLocks noGrp="1" noChangeArrowheads="1"/>
          </p:cNvSpPr>
          <p:nvPr>
            <p:ph type="subTitle" idx="1"/>
          </p:nvPr>
        </p:nvSpPr>
        <p:spPr>
          <a:xfrm>
            <a:off x="1828800" y="3860800"/>
            <a:ext cx="8534400" cy="1752600"/>
          </a:xfrm>
        </p:spPr>
        <p:txBody>
          <a:bodyPr/>
          <a:lstStyle>
            <a:lvl1pPr marL="0" indent="0" algn="ctr">
              <a:buFont typeface="Wingdings" panose="05000000000000000000" pitchFamily="2" charset="2"/>
              <a:buNone/>
              <a:defRPr/>
            </a:lvl1pPr>
          </a:lstStyle>
          <a:p>
            <a:r>
              <a:rPr lang="zh-CN" altLang="en-US"/>
              <a:t>单击此处编辑母版副标题样式</a:t>
            </a:r>
          </a:p>
        </p:txBody>
      </p:sp>
      <p:sp>
        <p:nvSpPr>
          <p:cNvPr id="8" name="Rectangle 4"/>
          <p:cNvSpPr>
            <a:spLocks noGrp="1" noChangeArrowheads="1"/>
          </p:cNvSpPr>
          <p:nvPr>
            <p:ph type="dt" sz="half" idx="10"/>
          </p:nvPr>
        </p:nvSpPr>
        <p:spPr>
          <a:xfrm>
            <a:off x="1320800" y="6248400"/>
            <a:ext cx="2540000" cy="457200"/>
          </a:xfrm>
        </p:spPr>
        <p:txBody>
          <a:bodyPr/>
          <a:lstStyle>
            <a:lvl1pPr>
              <a:defRPr>
                <a:solidFill>
                  <a:schemeClr val="bg2"/>
                </a:solidFill>
              </a:defRPr>
            </a:lvl1pPr>
          </a:lstStyle>
          <a:p>
            <a:pPr>
              <a:defRPr/>
            </a:pPr>
            <a:endParaRPr lang="en-US" altLang="zh-CN"/>
          </a:p>
        </p:txBody>
      </p:sp>
      <p:sp>
        <p:nvSpPr>
          <p:cNvPr id="9" name="Rectangle 8"/>
          <p:cNvSpPr>
            <a:spLocks noGrp="1" noChangeArrowheads="1"/>
          </p:cNvSpPr>
          <p:nvPr>
            <p:ph type="sldNum" sz="quarter" idx="11"/>
          </p:nvPr>
        </p:nvSpPr>
        <p:spPr>
          <a:xfrm>
            <a:off x="8737600" y="6245225"/>
            <a:ext cx="2844800" cy="476250"/>
          </a:xfrm>
        </p:spPr>
        <p:txBody>
          <a:bodyPr/>
          <a:lstStyle>
            <a:lvl1pPr>
              <a:defRPr sz="1400">
                <a:solidFill>
                  <a:schemeClr val="tx1"/>
                </a:solidFill>
              </a:defRPr>
            </a:lvl1pPr>
          </a:lstStyle>
          <a:p>
            <a:pPr>
              <a:defRPr/>
            </a:pPr>
            <a:fld id="{55A6ACB9-5BFE-4EF3-B91C-463DEBBCCA89}" type="slidenum">
              <a:rPr lang="zh-CN" altLang="en-US"/>
              <a:t>‹#›</a:t>
            </a:fld>
            <a:endParaRPr lang="en-US" altLang="zh-CN"/>
          </a:p>
        </p:txBody>
      </p:sp>
      <p:pic>
        <p:nvPicPr>
          <p:cNvPr id="3" name="图片 2"/>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1" y="-13429"/>
            <a:ext cx="1213198" cy="922149"/>
          </a:xfrm>
          <a:prstGeom prst="rect">
            <a:avLst/>
          </a:prstGeom>
        </p:spPr>
      </p:pic>
      <p:sp>
        <p:nvSpPr>
          <p:cNvPr id="10" name="文本框 9"/>
          <p:cNvSpPr txBox="1"/>
          <p:nvPr userDrawn="1"/>
        </p:nvSpPr>
        <p:spPr>
          <a:xfrm>
            <a:off x="1320800" y="95879"/>
            <a:ext cx="5423272" cy="707886"/>
          </a:xfrm>
          <a:prstGeom prst="rect">
            <a:avLst/>
          </a:prstGeom>
          <a:noFill/>
        </p:spPr>
        <p:txBody>
          <a:bodyPr wrap="square" rtlCol="0">
            <a:spAutoFit/>
          </a:bodyPr>
          <a:lstStyle/>
          <a:p>
            <a:r>
              <a:rPr lang="en-US" altLang="zh-CN" sz="4000" dirty="0"/>
              <a:t>G01</a:t>
            </a:r>
            <a:r>
              <a:rPr lang="zh-CN" altLang="en-US" sz="4000" dirty="0"/>
              <a:t>一站式</a:t>
            </a:r>
            <a:r>
              <a:rPr lang="en-US" altLang="zh-CN" sz="4000" dirty="0"/>
              <a:t>AI</a:t>
            </a:r>
            <a:r>
              <a:rPr lang="zh-CN" altLang="en-US" sz="4000" dirty="0"/>
              <a:t>平台开发</a:t>
            </a:r>
          </a:p>
        </p:txBody>
      </p:sp>
    </p:spTree>
  </p:cSld>
  <p:clrMapOvr>
    <a:masterClrMapping/>
  </p:clrMapOvr>
  <p:transition spd="slow">
    <p:comb/>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标题和内容">
    <p:bg>
      <p:bgPr>
        <a:solidFill>
          <a:schemeClr val="bg1"/>
        </a:solidFill>
        <a:effectLst/>
      </p:bgPr>
    </p:bg>
    <p:spTree>
      <p:nvGrpSpPr>
        <p:cNvPr id="1" name=""/>
        <p:cNvGrpSpPr/>
        <p:nvPr/>
      </p:nvGrpSpPr>
      <p:grpSpPr>
        <a:xfrm>
          <a:off x="0" y="0"/>
          <a:ext cx="0" cy="0"/>
          <a:chOff x="0" y="0"/>
          <a:chExt cx="0" cy="0"/>
        </a:xfrm>
      </p:grpSpPr>
      <p:sp>
        <p:nvSpPr>
          <p:cNvPr id="3" name="内容占位符 2"/>
          <p:cNvSpPr>
            <a:spLocks noGrp="1"/>
          </p:cNvSpPr>
          <p:nvPr>
            <p:ph idx="1"/>
          </p:nvPr>
        </p:nvSpPr>
        <p:spPr/>
        <p:txBody>
          <a:body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7" name="标题 6"/>
          <p:cNvSpPr>
            <a:spLocks noGrp="1"/>
          </p:cNvSpPr>
          <p:nvPr>
            <p:ph type="title"/>
          </p:nvPr>
        </p:nvSpPr>
        <p:spPr/>
        <p:txBody>
          <a:bodyPr/>
          <a:lstStyle/>
          <a:p>
            <a:r>
              <a:rPr lang="zh-CN" altLang="en-US"/>
              <a:t>单击此处编辑母版标题样式</a:t>
            </a:r>
          </a:p>
        </p:txBody>
      </p:sp>
      <p:sp>
        <p:nvSpPr>
          <p:cNvPr id="8" name="日期占位符 7"/>
          <p:cNvSpPr>
            <a:spLocks noGrp="1"/>
          </p:cNvSpPr>
          <p:nvPr>
            <p:ph type="dt" sz="half" idx="10"/>
          </p:nvPr>
        </p:nvSpPr>
        <p:spPr/>
        <p:txBody>
          <a:bodyPr/>
          <a:lstStyle/>
          <a:p>
            <a:pPr>
              <a:defRPr/>
            </a:pPr>
            <a:endParaRPr lang="en-US" altLang="zh-CN"/>
          </a:p>
        </p:txBody>
      </p:sp>
      <p:sp>
        <p:nvSpPr>
          <p:cNvPr id="9" name="页脚占位符 8"/>
          <p:cNvSpPr>
            <a:spLocks noGrp="1"/>
          </p:cNvSpPr>
          <p:nvPr>
            <p:ph type="ftr" sz="quarter" idx="11"/>
          </p:nvPr>
        </p:nvSpPr>
        <p:spPr/>
        <p:txBody>
          <a:bodyPr/>
          <a:lstStyle/>
          <a:p>
            <a:pPr>
              <a:defRPr/>
            </a:pPr>
            <a:endParaRPr lang="en-US" altLang="zh-CN"/>
          </a:p>
        </p:txBody>
      </p:sp>
      <p:sp>
        <p:nvSpPr>
          <p:cNvPr id="10" name="灯片编号占位符 9"/>
          <p:cNvSpPr>
            <a:spLocks noGrp="1"/>
          </p:cNvSpPr>
          <p:nvPr>
            <p:ph type="sldNum" sz="quarter" idx="12"/>
          </p:nvPr>
        </p:nvSpPr>
        <p:spPr/>
        <p:txBody>
          <a:bodyPr/>
          <a:lstStyle/>
          <a:p>
            <a:pPr>
              <a:defRPr/>
            </a:pPr>
            <a:r>
              <a:rPr lang="en-US" altLang="zh-CN"/>
              <a:t>-</a:t>
            </a:r>
            <a:fld id="{84D0465F-A6A2-4704-8971-06036326BA03}" type="slidenum">
              <a:rPr lang="en-US" altLang="zh-CN" smtClean="0"/>
              <a:t>‹#›</a:t>
            </a:fld>
            <a:r>
              <a:rPr lang="en-US" altLang="zh-CN"/>
              <a:t>-</a:t>
            </a:r>
          </a:p>
        </p:txBody>
      </p:sp>
    </p:spTree>
  </p:cSld>
  <p:clrMapOvr>
    <a:masterClrMapping/>
  </p:clrMapOvr>
  <p:transition spd="slow">
    <p:comb/>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963084" y="4406903"/>
            <a:ext cx="10363200" cy="1362075"/>
          </a:xfrm>
        </p:spPr>
        <p:txBody>
          <a:bodyPr anchor="t"/>
          <a:lstStyle>
            <a:lvl1pPr algn="l">
              <a:defRPr sz="4000" b="1" cap="all"/>
            </a:lvl1pPr>
          </a:lstStyle>
          <a:p>
            <a:r>
              <a:rPr lang="zh-CN" altLang="en-US"/>
              <a:t>单击此处编辑母版标题样式</a:t>
            </a:r>
          </a:p>
        </p:txBody>
      </p:sp>
      <p:sp>
        <p:nvSpPr>
          <p:cNvPr id="3" name="文本占位符 2"/>
          <p:cNvSpPr>
            <a:spLocks noGrp="1"/>
          </p:cNvSpPr>
          <p:nvPr>
            <p:ph type="body" idx="1"/>
          </p:nvPr>
        </p:nvSpPr>
        <p:spPr>
          <a:xfrm>
            <a:off x="963084" y="2906713"/>
            <a:ext cx="103632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a:t>单击此处编辑母版文本样式</a:t>
            </a:r>
          </a:p>
        </p:txBody>
      </p:sp>
      <p:sp>
        <p:nvSpPr>
          <p:cNvPr id="4" name="Rectangle 5"/>
          <p:cNvSpPr>
            <a:spLocks noGrp="1" noChangeArrowheads="1"/>
          </p:cNvSpPr>
          <p:nvPr>
            <p:ph type="dt" sz="half" idx="10"/>
          </p:nvPr>
        </p:nvSpPr>
        <p:spPr/>
        <p:txBody>
          <a:bodyPr/>
          <a:lstStyle>
            <a:lvl1pPr>
              <a:defRPr/>
            </a:lvl1pPr>
          </a:lstStyle>
          <a:p>
            <a:pPr>
              <a:defRPr/>
            </a:pPr>
            <a:endParaRPr lang="en-US" altLang="zh-CN"/>
          </a:p>
        </p:txBody>
      </p:sp>
      <p:sp>
        <p:nvSpPr>
          <p:cNvPr id="5" name="Rectangle 6"/>
          <p:cNvSpPr>
            <a:spLocks noGrp="1" noChangeArrowheads="1"/>
          </p:cNvSpPr>
          <p:nvPr>
            <p:ph type="ftr" sz="quarter" idx="11"/>
          </p:nvPr>
        </p:nvSpPr>
        <p:spPr/>
        <p:txBody>
          <a:bodyPr/>
          <a:lstStyle>
            <a:lvl1pPr>
              <a:defRPr/>
            </a:lvl1pPr>
          </a:lstStyle>
          <a:p>
            <a:pPr>
              <a:defRPr/>
            </a:pPr>
            <a:endParaRPr lang="en-US" altLang="zh-CN"/>
          </a:p>
        </p:txBody>
      </p:sp>
      <p:sp>
        <p:nvSpPr>
          <p:cNvPr id="6" name="Rectangle 9"/>
          <p:cNvSpPr>
            <a:spLocks noGrp="1" noChangeArrowheads="1"/>
          </p:cNvSpPr>
          <p:nvPr>
            <p:ph type="sldNum" sz="quarter" idx="12"/>
          </p:nvPr>
        </p:nvSpPr>
        <p:spPr/>
        <p:txBody>
          <a:bodyPr/>
          <a:lstStyle>
            <a:lvl1pPr>
              <a:defRPr/>
            </a:lvl1pPr>
          </a:lstStyle>
          <a:p>
            <a:pPr>
              <a:defRPr/>
            </a:pPr>
            <a:r>
              <a:rPr lang="en-US" altLang="zh-CN"/>
              <a:t>-</a:t>
            </a:r>
            <a:fld id="{D6E6B468-02A4-41FE-B3CE-B77921BD89DB}" type="slidenum">
              <a:rPr lang="en-US" altLang="zh-CN"/>
              <a:t>‹#›</a:t>
            </a:fld>
            <a:r>
              <a:rPr lang="en-US" altLang="zh-CN"/>
              <a:t>-</a:t>
            </a:r>
          </a:p>
        </p:txBody>
      </p:sp>
    </p:spTree>
  </p:cSld>
  <p:clrMapOvr>
    <a:masterClrMapping/>
  </p:clrMapOvr>
  <p:transition spd="slow">
    <p:comb/>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1007535" y="981076"/>
            <a:ext cx="5177367" cy="540067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6388102" y="981076"/>
            <a:ext cx="5179484" cy="540067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Rectangle 5"/>
          <p:cNvSpPr>
            <a:spLocks noGrp="1" noChangeArrowheads="1"/>
          </p:cNvSpPr>
          <p:nvPr>
            <p:ph type="dt" sz="half" idx="10"/>
          </p:nvPr>
        </p:nvSpPr>
        <p:spPr/>
        <p:txBody>
          <a:bodyPr/>
          <a:lstStyle>
            <a:lvl1pPr>
              <a:defRPr/>
            </a:lvl1pPr>
          </a:lstStyle>
          <a:p>
            <a:pPr>
              <a:defRPr/>
            </a:pPr>
            <a:endParaRPr lang="en-US" altLang="zh-CN"/>
          </a:p>
        </p:txBody>
      </p:sp>
      <p:sp>
        <p:nvSpPr>
          <p:cNvPr id="6" name="Rectangle 6"/>
          <p:cNvSpPr>
            <a:spLocks noGrp="1" noChangeArrowheads="1"/>
          </p:cNvSpPr>
          <p:nvPr>
            <p:ph type="ftr" sz="quarter" idx="11"/>
          </p:nvPr>
        </p:nvSpPr>
        <p:spPr/>
        <p:txBody>
          <a:bodyPr/>
          <a:lstStyle>
            <a:lvl1pPr>
              <a:defRPr/>
            </a:lvl1pPr>
          </a:lstStyle>
          <a:p>
            <a:pPr>
              <a:defRPr/>
            </a:pPr>
            <a:endParaRPr lang="en-US" altLang="zh-CN"/>
          </a:p>
        </p:txBody>
      </p:sp>
      <p:sp>
        <p:nvSpPr>
          <p:cNvPr id="7" name="Rectangle 9"/>
          <p:cNvSpPr>
            <a:spLocks noGrp="1" noChangeArrowheads="1"/>
          </p:cNvSpPr>
          <p:nvPr>
            <p:ph type="sldNum" sz="quarter" idx="12"/>
          </p:nvPr>
        </p:nvSpPr>
        <p:spPr/>
        <p:txBody>
          <a:bodyPr/>
          <a:lstStyle>
            <a:lvl1pPr>
              <a:defRPr/>
            </a:lvl1pPr>
          </a:lstStyle>
          <a:p>
            <a:pPr>
              <a:defRPr/>
            </a:pPr>
            <a:r>
              <a:rPr lang="en-US" altLang="zh-CN"/>
              <a:t>-</a:t>
            </a:r>
            <a:fld id="{313B5030-E818-4E33-B39F-291F5E9F4D7A}" type="slidenum">
              <a:rPr lang="en-US" altLang="zh-CN"/>
              <a:t>‹#›</a:t>
            </a:fld>
            <a:r>
              <a:rPr lang="en-US" altLang="zh-CN"/>
              <a:t>-</a:t>
            </a:r>
          </a:p>
        </p:txBody>
      </p:sp>
    </p:spTree>
  </p:cSld>
  <p:clrMapOvr>
    <a:masterClrMapping/>
  </p:clrMapOvr>
  <p:transition spd="slow">
    <p:comb/>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09600" y="274638"/>
            <a:ext cx="10972800" cy="1143000"/>
          </a:xfrm>
        </p:spPr>
        <p:txBody>
          <a:bodyPr/>
          <a:lstStyle>
            <a:lvl1pPr>
              <a:defRPr/>
            </a:lvl1pPr>
          </a:lstStyle>
          <a:p>
            <a:r>
              <a:rPr lang="zh-CN" altLang="en-US"/>
              <a:t>单击此处编辑母版标题样式</a:t>
            </a:r>
          </a:p>
        </p:txBody>
      </p:sp>
      <p:sp>
        <p:nvSpPr>
          <p:cNvPr id="3" name="文本占位符 2"/>
          <p:cNvSpPr>
            <a:spLocks noGrp="1"/>
          </p:cNvSpPr>
          <p:nvPr>
            <p:ph type="body" idx="1"/>
          </p:nvPr>
        </p:nvSpPr>
        <p:spPr>
          <a:xfrm>
            <a:off x="609600" y="1535113"/>
            <a:ext cx="5386917"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609600" y="2174875"/>
            <a:ext cx="5386917"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6193369" y="1535113"/>
            <a:ext cx="5389033"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6193369" y="2174875"/>
            <a:ext cx="5389033"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Rectangle 5"/>
          <p:cNvSpPr>
            <a:spLocks noGrp="1" noChangeArrowheads="1"/>
          </p:cNvSpPr>
          <p:nvPr>
            <p:ph type="dt" sz="half" idx="10"/>
          </p:nvPr>
        </p:nvSpPr>
        <p:spPr/>
        <p:txBody>
          <a:bodyPr/>
          <a:lstStyle>
            <a:lvl1pPr>
              <a:defRPr/>
            </a:lvl1pPr>
          </a:lstStyle>
          <a:p>
            <a:pPr>
              <a:defRPr/>
            </a:pPr>
            <a:endParaRPr lang="en-US" altLang="zh-CN"/>
          </a:p>
        </p:txBody>
      </p:sp>
      <p:sp>
        <p:nvSpPr>
          <p:cNvPr id="8" name="Rectangle 6"/>
          <p:cNvSpPr>
            <a:spLocks noGrp="1" noChangeArrowheads="1"/>
          </p:cNvSpPr>
          <p:nvPr>
            <p:ph type="ftr" sz="quarter" idx="11"/>
          </p:nvPr>
        </p:nvSpPr>
        <p:spPr/>
        <p:txBody>
          <a:bodyPr/>
          <a:lstStyle>
            <a:lvl1pPr>
              <a:defRPr/>
            </a:lvl1pPr>
          </a:lstStyle>
          <a:p>
            <a:pPr>
              <a:defRPr/>
            </a:pPr>
            <a:endParaRPr lang="en-US" altLang="zh-CN"/>
          </a:p>
        </p:txBody>
      </p:sp>
      <p:sp>
        <p:nvSpPr>
          <p:cNvPr id="9" name="Rectangle 9"/>
          <p:cNvSpPr>
            <a:spLocks noGrp="1" noChangeArrowheads="1"/>
          </p:cNvSpPr>
          <p:nvPr>
            <p:ph type="sldNum" sz="quarter" idx="12"/>
          </p:nvPr>
        </p:nvSpPr>
        <p:spPr/>
        <p:txBody>
          <a:bodyPr/>
          <a:lstStyle>
            <a:lvl1pPr>
              <a:defRPr/>
            </a:lvl1pPr>
          </a:lstStyle>
          <a:p>
            <a:pPr>
              <a:defRPr/>
            </a:pPr>
            <a:r>
              <a:rPr lang="en-US" altLang="zh-CN"/>
              <a:t>-</a:t>
            </a:r>
            <a:fld id="{3606F398-8D4B-4DEB-B16A-FAF288C18440}" type="slidenum">
              <a:rPr lang="en-US" altLang="zh-CN"/>
              <a:t>‹#›</a:t>
            </a:fld>
            <a:r>
              <a:rPr lang="en-US" altLang="zh-CN"/>
              <a:t>-</a:t>
            </a:r>
          </a:p>
        </p:txBody>
      </p:sp>
    </p:spTree>
  </p:cSld>
  <p:clrMapOvr>
    <a:masterClrMapping/>
  </p:clrMapOvr>
  <p:transition spd="slow">
    <p:comb/>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Rectangle 5"/>
          <p:cNvSpPr>
            <a:spLocks noGrp="1" noChangeArrowheads="1"/>
          </p:cNvSpPr>
          <p:nvPr>
            <p:ph type="dt" sz="half" idx="10"/>
          </p:nvPr>
        </p:nvSpPr>
        <p:spPr/>
        <p:txBody>
          <a:bodyPr/>
          <a:lstStyle>
            <a:lvl1pPr>
              <a:defRPr/>
            </a:lvl1pPr>
          </a:lstStyle>
          <a:p>
            <a:pPr>
              <a:defRPr/>
            </a:pPr>
            <a:endParaRPr lang="en-US" altLang="zh-CN"/>
          </a:p>
        </p:txBody>
      </p:sp>
      <p:sp>
        <p:nvSpPr>
          <p:cNvPr id="4" name="Rectangle 6"/>
          <p:cNvSpPr>
            <a:spLocks noGrp="1" noChangeArrowheads="1"/>
          </p:cNvSpPr>
          <p:nvPr>
            <p:ph type="ftr" sz="quarter" idx="11"/>
          </p:nvPr>
        </p:nvSpPr>
        <p:spPr/>
        <p:txBody>
          <a:bodyPr/>
          <a:lstStyle>
            <a:lvl1pPr>
              <a:defRPr/>
            </a:lvl1pPr>
          </a:lstStyle>
          <a:p>
            <a:pPr>
              <a:defRPr/>
            </a:pPr>
            <a:endParaRPr lang="en-US" altLang="zh-CN"/>
          </a:p>
        </p:txBody>
      </p:sp>
      <p:sp>
        <p:nvSpPr>
          <p:cNvPr id="5" name="Rectangle 9"/>
          <p:cNvSpPr>
            <a:spLocks noGrp="1" noChangeArrowheads="1"/>
          </p:cNvSpPr>
          <p:nvPr>
            <p:ph type="sldNum" sz="quarter" idx="12"/>
          </p:nvPr>
        </p:nvSpPr>
        <p:spPr/>
        <p:txBody>
          <a:bodyPr/>
          <a:lstStyle>
            <a:lvl1pPr>
              <a:defRPr/>
            </a:lvl1pPr>
          </a:lstStyle>
          <a:p>
            <a:pPr>
              <a:defRPr/>
            </a:pPr>
            <a:r>
              <a:rPr lang="en-US" altLang="zh-CN"/>
              <a:t>-</a:t>
            </a:r>
            <a:fld id="{032872BE-FA2C-46C2-A169-1F30EC6FAD64}" type="slidenum">
              <a:rPr lang="en-US" altLang="zh-CN"/>
              <a:t>‹#›</a:t>
            </a:fld>
            <a:r>
              <a:rPr lang="en-US" altLang="zh-CN"/>
              <a:t>-</a:t>
            </a:r>
          </a:p>
        </p:txBody>
      </p:sp>
    </p:spTree>
  </p:cSld>
  <p:clrMapOvr>
    <a:masterClrMapping/>
  </p:clrMapOvr>
  <p:transition spd="slow">
    <p:comb/>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Rectangle 5"/>
          <p:cNvSpPr>
            <a:spLocks noGrp="1" noChangeArrowheads="1"/>
          </p:cNvSpPr>
          <p:nvPr>
            <p:ph type="dt" sz="half" idx="10"/>
          </p:nvPr>
        </p:nvSpPr>
        <p:spPr/>
        <p:txBody>
          <a:bodyPr/>
          <a:lstStyle>
            <a:lvl1pPr>
              <a:defRPr/>
            </a:lvl1pPr>
          </a:lstStyle>
          <a:p>
            <a:pPr>
              <a:defRPr/>
            </a:pPr>
            <a:endParaRPr lang="en-US" altLang="zh-CN"/>
          </a:p>
        </p:txBody>
      </p:sp>
      <p:sp>
        <p:nvSpPr>
          <p:cNvPr id="3" name="Rectangle 6"/>
          <p:cNvSpPr>
            <a:spLocks noGrp="1" noChangeArrowheads="1"/>
          </p:cNvSpPr>
          <p:nvPr>
            <p:ph type="ftr" sz="quarter" idx="11"/>
          </p:nvPr>
        </p:nvSpPr>
        <p:spPr/>
        <p:txBody>
          <a:bodyPr/>
          <a:lstStyle>
            <a:lvl1pPr>
              <a:defRPr/>
            </a:lvl1pPr>
          </a:lstStyle>
          <a:p>
            <a:pPr>
              <a:defRPr/>
            </a:pPr>
            <a:endParaRPr lang="en-US" altLang="zh-CN"/>
          </a:p>
        </p:txBody>
      </p:sp>
      <p:sp>
        <p:nvSpPr>
          <p:cNvPr id="4" name="Rectangle 9"/>
          <p:cNvSpPr>
            <a:spLocks noGrp="1" noChangeArrowheads="1"/>
          </p:cNvSpPr>
          <p:nvPr>
            <p:ph type="sldNum" sz="quarter" idx="12"/>
          </p:nvPr>
        </p:nvSpPr>
        <p:spPr/>
        <p:txBody>
          <a:bodyPr/>
          <a:lstStyle>
            <a:lvl1pPr>
              <a:defRPr/>
            </a:lvl1pPr>
          </a:lstStyle>
          <a:p>
            <a:pPr>
              <a:defRPr/>
            </a:pPr>
            <a:r>
              <a:rPr lang="en-US" altLang="zh-CN"/>
              <a:t>-</a:t>
            </a:r>
            <a:fld id="{DFCFE3A8-A593-4639-BBAE-F87840FCABEA}" type="slidenum">
              <a:rPr lang="en-US" altLang="zh-CN"/>
              <a:t>‹#›</a:t>
            </a:fld>
            <a:r>
              <a:rPr lang="en-US" altLang="zh-CN"/>
              <a:t>-</a:t>
            </a:r>
          </a:p>
        </p:txBody>
      </p:sp>
    </p:spTree>
  </p:cSld>
  <p:clrMapOvr>
    <a:masterClrMapping/>
  </p:clrMapOvr>
  <p:transition spd="slow">
    <p:comb/>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09602" y="273050"/>
            <a:ext cx="4011084" cy="1162050"/>
          </a:xfrm>
        </p:spPr>
        <p:txBody>
          <a:bodyPr/>
          <a:lstStyle>
            <a:lvl1pPr algn="l">
              <a:defRPr sz="2000" b="1"/>
            </a:lvl1pPr>
          </a:lstStyle>
          <a:p>
            <a:r>
              <a:rPr lang="zh-CN" altLang="en-US"/>
              <a:t>单击此处编辑母版标题样式</a:t>
            </a:r>
          </a:p>
        </p:txBody>
      </p:sp>
      <p:sp>
        <p:nvSpPr>
          <p:cNvPr id="3" name="内容占位符 2"/>
          <p:cNvSpPr>
            <a:spLocks noGrp="1"/>
          </p:cNvSpPr>
          <p:nvPr>
            <p:ph idx="1"/>
          </p:nvPr>
        </p:nvSpPr>
        <p:spPr>
          <a:xfrm>
            <a:off x="4766733" y="273053"/>
            <a:ext cx="6815667"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609602" y="1435103"/>
            <a:ext cx="4011084"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Rectangle 5"/>
          <p:cNvSpPr>
            <a:spLocks noGrp="1" noChangeArrowheads="1"/>
          </p:cNvSpPr>
          <p:nvPr>
            <p:ph type="dt" sz="half" idx="10"/>
          </p:nvPr>
        </p:nvSpPr>
        <p:spPr/>
        <p:txBody>
          <a:bodyPr/>
          <a:lstStyle>
            <a:lvl1pPr>
              <a:defRPr/>
            </a:lvl1pPr>
          </a:lstStyle>
          <a:p>
            <a:pPr>
              <a:defRPr/>
            </a:pPr>
            <a:endParaRPr lang="en-US" altLang="zh-CN"/>
          </a:p>
        </p:txBody>
      </p:sp>
      <p:sp>
        <p:nvSpPr>
          <p:cNvPr id="6" name="Rectangle 6"/>
          <p:cNvSpPr>
            <a:spLocks noGrp="1" noChangeArrowheads="1"/>
          </p:cNvSpPr>
          <p:nvPr>
            <p:ph type="ftr" sz="quarter" idx="11"/>
          </p:nvPr>
        </p:nvSpPr>
        <p:spPr/>
        <p:txBody>
          <a:bodyPr/>
          <a:lstStyle>
            <a:lvl1pPr>
              <a:defRPr/>
            </a:lvl1pPr>
          </a:lstStyle>
          <a:p>
            <a:pPr>
              <a:defRPr/>
            </a:pPr>
            <a:endParaRPr lang="en-US" altLang="zh-CN"/>
          </a:p>
        </p:txBody>
      </p:sp>
      <p:sp>
        <p:nvSpPr>
          <p:cNvPr id="7" name="Rectangle 9"/>
          <p:cNvSpPr>
            <a:spLocks noGrp="1" noChangeArrowheads="1"/>
          </p:cNvSpPr>
          <p:nvPr>
            <p:ph type="sldNum" sz="quarter" idx="12"/>
          </p:nvPr>
        </p:nvSpPr>
        <p:spPr/>
        <p:txBody>
          <a:bodyPr/>
          <a:lstStyle>
            <a:lvl1pPr>
              <a:defRPr/>
            </a:lvl1pPr>
          </a:lstStyle>
          <a:p>
            <a:pPr>
              <a:defRPr/>
            </a:pPr>
            <a:r>
              <a:rPr lang="en-US" altLang="zh-CN"/>
              <a:t>-</a:t>
            </a:r>
            <a:fld id="{5B838669-9B40-452C-9C7C-05CE661747FF}" type="slidenum">
              <a:rPr lang="en-US" altLang="zh-CN"/>
              <a:t>‹#›</a:t>
            </a:fld>
            <a:r>
              <a:rPr lang="en-US" altLang="zh-CN"/>
              <a:t>-</a:t>
            </a:r>
          </a:p>
        </p:txBody>
      </p:sp>
    </p:spTree>
  </p:cSld>
  <p:clrMapOvr>
    <a:masterClrMapping/>
  </p:clrMapOvr>
  <p:transition spd="slow">
    <p:comb/>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2389717" y="4800600"/>
            <a:ext cx="7315200" cy="566738"/>
          </a:xfrm>
        </p:spPr>
        <p:txBody>
          <a:bodyPr/>
          <a:lstStyle>
            <a:lvl1pPr algn="l">
              <a:defRPr sz="2000" b="1"/>
            </a:lvl1pPr>
          </a:lstStyle>
          <a:p>
            <a:r>
              <a:rPr lang="zh-CN" altLang="en-US"/>
              <a:t>单击此处编辑母版标题样式</a:t>
            </a:r>
          </a:p>
        </p:txBody>
      </p:sp>
      <p:sp>
        <p:nvSpPr>
          <p:cNvPr id="3" name="图片占位符 2"/>
          <p:cNvSpPr>
            <a:spLocks noGrp="1"/>
          </p:cNvSpPr>
          <p:nvPr>
            <p:ph type="pic" idx="1"/>
          </p:nvPr>
        </p:nvSpPr>
        <p:spPr>
          <a:xfrm>
            <a:off x="2389717" y="612775"/>
            <a:ext cx="73152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zh-CN" altLang="en-US" noProof="0"/>
          </a:p>
        </p:txBody>
      </p:sp>
      <p:sp>
        <p:nvSpPr>
          <p:cNvPr id="4" name="文本占位符 3"/>
          <p:cNvSpPr>
            <a:spLocks noGrp="1"/>
          </p:cNvSpPr>
          <p:nvPr>
            <p:ph type="body" sz="half" idx="2"/>
          </p:nvPr>
        </p:nvSpPr>
        <p:spPr>
          <a:xfrm>
            <a:off x="2389717" y="5367338"/>
            <a:ext cx="73152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Rectangle 5"/>
          <p:cNvSpPr>
            <a:spLocks noGrp="1" noChangeArrowheads="1"/>
          </p:cNvSpPr>
          <p:nvPr>
            <p:ph type="dt" sz="half" idx="10"/>
          </p:nvPr>
        </p:nvSpPr>
        <p:spPr/>
        <p:txBody>
          <a:bodyPr/>
          <a:lstStyle>
            <a:lvl1pPr>
              <a:defRPr/>
            </a:lvl1pPr>
          </a:lstStyle>
          <a:p>
            <a:pPr>
              <a:defRPr/>
            </a:pPr>
            <a:endParaRPr lang="en-US" altLang="zh-CN"/>
          </a:p>
        </p:txBody>
      </p:sp>
      <p:sp>
        <p:nvSpPr>
          <p:cNvPr id="6" name="Rectangle 6"/>
          <p:cNvSpPr>
            <a:spLocks noGrp="1" noChangeArrowheads="1"/>
          </p:cNvSpPr>
          <p:nvPr>
            <p:ph type="ftr" sz="quarter" idx="11"/>
          </p:nvPr>
        </p:nvSpPr>
        <p:spPr/>
        <p:txBody>
          <a:bodyPr/>
          <a:lstStyle>
            <a:lvl1pPr>
              <a:defRPr/>
            </a:lvl1pPr>
          </a:lstStyle>
          <a:p>
            <a:pPr>
              <a:defRPr/>
            </a:pPr>
            <a:endParaRPr lang="en-US" altLang="zh-CN"/>
          </a:p>
        </p:txBody>
      </p:sp>
      <p:sp>
        <p:nvSpPr>
          <p:cNvPr id="7" name="Rectangle 9"/>
          <p:cNvSpPr>
            <a:spLocks noGrp="1" noChangeArrowheads="1"/>
          </p:cNvSpPr>
          <p:nvPr>
            <p:ph type="sldNum" sz="quarter" idx="12"/>
          </p:nvPr>
        </p:nvSpPr>
        <p:spPr/>
        <p:txBody>
          <a:bodyPr/>
          <a:lstStyle>
            <a:lvl1pPr>
              <a:defRPr/>
            </a:lvl1pPr>
          </a:lstStyle>
          <a:p>
            <a:pPr>
              <a:defRPr/>
            </a:pPr>
            <a:r>
              <a:rPr lang="en-US" altLang="zh-CN"/>
              <a:t>-</a:t>
            </a:r>
            <a:fld id="{DF5EE5D7-DA54-4996-B04D-BEB0C65CB3ED}" type="slidenum">
              <a:rPr lang="en-US" altLang="zh-CN"/>
              <a:t>‹#›</a:t>
            </a:fld>
            <a:r>
              <a:rPr lang="en-US" altLang="zh-CN"/>
              <a:t>-</a:t>
            </a:r>
          </a:p>
        </p:txBody>
      </p:sp>
    </p:spTree>
  </p:cSld>
  <p:clrMapOvr>
    <a:masterClrMapping/>
  </p:clrMapOvr>
  <p:transition spd="slow">
    <p:comb/>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Rectangle 5"/>
          <p:cNvSpPr>
            <a:spLocks noGrp="1" noChangeArrowheads="1"/>
          </p:cNvSpPr>
          <p:nvPr>
            <p:ph type="dt" sz="half" idx="10"/>
          </p:nvPr>
        </p:nvSpPr>
        <p:spPr/>
        <p:txBody>
          <a:bodyPr/>
          <a:lstStyle>
            <a:lvl1pPr>
              <a:defRPr/>
            </a:lvl1pPr>
          </a:lstStyle>
          <a:p>
            <a:pPr>
              <a:defRPr/>
            </a:pPr>
            <a:endParaRPr lang="en-US" altLang="zh-CN"/>
          </a:p>
        </p:txBody>
      </p:sp>
      <p:sp>
        <p:nvSpPr>
          <p:cNvPr id="5" name="Rectangle 6"/>
          <p:cNvSpPr>
            <a:spLocks noGrp="1" noChangeArrowheads="1"/>
          </p:cNvSpPr>
          <p:nvPr>
            <p:ph type="ftr" sz="quarter" idx="11"/>
          </p:nvPr>
        </p:nvSpPr>
        <p:spPr/>
        <p:txBody>
          <a:bodyPr/>
          <a:lstStyle>
            <a:lvl1pPr>
              <a:defRPr/>
            </a:lvl1pPr>
          </a:lstStyle>
          <a:p>
            <a:pPr>
              <a:defRPr/>
            </a:pPr>
            <a:endParaRPr lang="en-US" altLang="zh-CN"/>
          </a:p>
        </p:txBody>
      </p:sp>
      <p:sp>
        <p:nvSpPr>
          <p:cNvPr id="6" name="Rectangle 9"/>
          <p:cNvSpPr>
            <a:spLocks noGrp="1" noChangeArrowheads="1"/>
          </p:cNvSpPr>
          <p:nvPr>
            <p:ph type="sldNum" sz="quarter" idx="12"/>
          </p:nvPr>
        </p:nvSpPr>
        <p:spPr/>
        <p:txBody>
          <a:bodyPr/>
          <a:lstStyle>
            <a:lvl1pPr>
              <a:defRPr/>
            </a:lvl1pPr>
          </a:lstStyle>
          <a:p>
            <a:pPr>
              <a:defRPr/>
            </a:pPr>
            <a:r>
              <a:rPr lang="en-US" altLang="zh-CN"/>
              <a:t>-</a:t>
            </a:r>
            <a:fld id="{013A5948-C572-4A45-8388-DE4E873D8B50}" type="slidenum">
              <a:rPr lang="en-US" altLang="zh-CN"/>
              <a:t>‹#›</a:t>
            </a:fld>
            <a:r>
              <a:rPr lang="en-US" altLang="zh-CN"/>
              <a:t>-</a:t>
            </a:r>
          </a:p>
        </p:txBody>
      </p:sp>
    </p:spTree>
  </p:cSld>
  <p:clrMapOvr>
    <a:masterClrMapping/>
  </p:clrMapOvr>
  <p:transition spd="slow">
    <p:comb/>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851902" y="260350"/>
            <a:ext cx="2715684" cy="6121400"/>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698500" y="260350"/>
            <a:ext cx="7950200" cy="6121400"/>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Rectangle 5"/>
          <p:cNvSpPr>
            <a:spLocks noGrp="1" noChangeArrowheads="1"/>
          </p:cNvSpPr>
          <p:nvPr>
            <p:ph type="dt" sz="half" idx="10"/>
          </p:nvPr>
        </p:nvSpPr>
        <p:spPr/>
        <p:txBody>
          <a:bodyPr/>
          <a:lstStyle>
            <a:lvl1pPr>
              <a:defRPr/>
            </a:lvl1pPr>
          </a:lstStyle>
          <a:p>
            <a:pPr>
              <a:defRPr/>
            </a:pPr>
            <a:endParaRPr lang="en-US" altLang="zh-CN"/>
          </a:p>
        </p:txBody>
      </p:sp>
      <p:sp>
        <p:nvSpPr>
          <p:cNvPr id="5" name="Rectangle 6"/>
          <p:cNvSpPr>
            <a:spLocks noGrp="1" noChangeArrowheads="1"/>
          </p:cNvSpPr>
          <p:nvPr>
            <p:ph type="ftr" sz="quarter" idx="11"/>
          </p:nvPr>
        </p:nvSpPr>
        <p:spPr/>
        <p:txBody>
          <a:bodyPr/>
          <a:lstStyle>
            <a:lvl1pPr>
              <a:defRPr/>
            </a:lvl1pPr>
          </a:lstStyle>
          <a:p>
            <a:pPr>
              <a:defRPr/>
            </a:pPr>
            <a:endParaRPr lang="en-US" altLang="zh-CN"/>
          </a:p>
        </p:txBody>
      </p:sp>
      <p:sp>
        <p:nvSpPr>
          <p:cNvPr id="6" name="Rectangle 9"/>
          <p:cNvSpPr>
            <a:spLocks noGrp="1" noChangeArrowheads="1"/>
          </p:cNvSpPr>
          <p:nvPr>
            <p:ph type="sldNum" sz="quarter" idx="12"/>
          </p:nvPr>
        </p:nvSpPr>
        <p:spPr/>
        <p:txBody>
          <a:bodyPr/>
          <a:lstStyle>
            <a:lvl1pPr>
              <a:defRPr/>
            </a:lvl1pPr>
          </a:lstStyle>
          <a:p>
            <a:pPr>
              <a:defRPr/>
            </a:pPr>
            <a:r>
              <a:rPr lang="en-US" altLang="zh-CN"/>
              <a:t>-</a:t>
            </a:r>
            <a:fld id="{EA087514-DBC3-4F18-B126-1E056A3FAD03}" type="slidenum">
              <a:rPr lang="en-US" altLang="zh-CN"/>
              <a:t>‹#›</a:t>
            </a:fld>
            <a:r>
              <a:rPr lang="en-US" altLang="zh-CN"/>
              <a:t>-</a:t>
            </a:r>
          </a:p>
        </p:txBody>
      </p:sp>
    </p:spTree>
  </p:cSld>
  <p:clrMapOvr>
    <a:masterClrMapping/>
  </p:clrMapOvr>
  <p:transition spd="slow">
    <p:comb/>
  </p:transition>
</p:sldLayout>
</file>

<file path=ppt/slideLayouts/slideLayout12.xml><?xml version="1.0" encoding="utf-8"?>
<p:sldLayout xmlns:a="http://schemas.openxmlformats.org/drawingml/2006/main" xmlns:r="http://schemas.openxmlformats.org/officeDocument/2006/relationships" xmlns:p="http://schemas.openxmlformats.org/presentationml/2006/main" type="tbl" preserve="1">
  <p:cSld name="标题和表格">
    <p:spTree>
      <p:nvGrpSpPr>
        <p:cNvPr id="1" name=""/>
        <p:cNvGrpSpPr/>
        <p:nvPr/>
      </p:nvGrpSpPr>
      <p:grpSpPr>
        <a:xfrm>
          <a:off x="0" y="0"/>
          <a:ext cx="0" cy="0"/>
          <a:chOff x="0" y="0"/>
          <a:chExt cx="0" cy="0"/>
        </a:xfrm>
      </p:grpSpPr>
      <p:sp>
        <p:nvSpPr>
          <p:cNvPr id="2" name="标题 1"/>
          <p:cNvSpPr>
            <a:spLocks noGrp="1"/>
          </p:cNvSpPr>
          <p:nvPr>
            <p:ph type="title"/>
          </p:nvPr>
        </p:nvSpPr>
        <p:spPr>
          <a:xfrm>
            <a:off x="698502" y="260350"/>
            <a:ext cx="10581217" cy="647700"/>
          </a:xfrm>
        </p:spPr>
        <p:txBody>
          <a:bodyPr/>
          <a:lstStyle/>
          <a:p>
            <a:r>
              <a:rPr lang="zh-CN" altLang="en-US"/>
              <a:t>单击此处编辑母版标题样式</a:t>
            </a:r>
          </a:p>
        </p:txBody>
      </p:sp>
      <p:sp>
        <p:nvSpPr>
          <p:cNvPr id="3" name="表格占位符 2"/>
          <p:cNvSpPr>
            <a:spLocks noGrp="1"/>
          </p:cNvSpPr>
          <p:nvPr>
            <p:ph type="tbl" idx="1"/>
          </p:nvPr>
        </p:nvSpPr>
        <p:spPr>
          <a:xfrm>
            <a:off x="1007533" y="981076"/>
            <a:ext cx="10560051" cy="5400675"/>
          </a:xfrm>
        </p:spPr>
        <p:txBody>
          <a:bodyPr/>
          <a:lstStyle/>
          <a:p>
            <a:pPr lvl="0"/>
            <a:endParaRPr lang="zh-CN" altLang="en-US" noProof="0"/>
          </a:p>
        </p:txBody>
      </p:sp>
      <p:sp>
        <p:nvSpPr>
          <p:cNvPr id="4" name="Rectangle 5"/>
          <p:cNvSpPr>
            <a:spLocks noGrp="1" noChangeArrowheads="1"/>
          </p:cNvSpPr>
          <p:nvPr>
            <p:ph type="dt" sz="half" idx="10"/>
          </p:nvPr>
        </p:nvSpPr>
        <p:spPr/>
        <p:txBody>
          <a:bodyPr/>
          <a:lstStyle>
            <a:lvl1pPr>
              <a:defRPr/>
            </a:lvl1pPr>
          </a:lstStyle>
          <a:p>
            <a:pPr>
              <a:defRPr/>
            </a:pPr>
            <a:endParaRPr lang="en-US" altLang="zh-CN"/>
          </a:p>
        </p:txBody>
      </p:sp>
      <p:sp>
        <p:nvSpPr>
          <p:cNvPr id="5" name="Rectangle 6"/>
          <p:cNvSpPr>
            <a:spLocks noGrp="1" noChangeArrowheads="1"/>
          </p:cNvSpPr>
          <p:nvPr>
            <p:ph type="ftr" sz="quarter" idx="11"/>
          </p:nvPr>
        </p:nvSpPr>
        <p:spPr/>
        <p:txBody>
          <a:bodyPr/>
          <a:lstStyle>
            <a:lvl1pPr>
              <a:defRPr/>
            </a:lvl1pPr>
          </a:lstStyle>
          <a:p>
            <a:pPr>
              <a:defRPr/>
            </a:pPr>
            <a:endParaRPr lang="en-US" altLang="zh-CN"/>
          </a:p>
        </p:txBody>
      </p:sp>
      <p:sp>
        <p:nvSpPr>
          <p:cNvPr id="6" name="Rectangle 9"/>
          <p:cNvSpPr>
            <a:spLocks noGrp="1" noChangeArrowheads="1"/>
          </p:cNvSpPr>
          <p:nvPr>
            <p:ph type="sldNum" sz="quarter" idx="12"/>
          </p:nvPr>
        </p:nvSpPr>
        <p:spPr/>
        <p:txBody>
          <a:bodyPr/>
          <a:lstStyle>
            <a:lvl1pPr>
              <a:defRPr/>
            </a:lvl1pPr>
          </a:lstStyle>
          <a:p>
            <a:pPr>
              <a:defRPr/>
            </a:pPr>
            <a:r>
              <a:rPr lang="en-US" altLang="zh-CN"/>
              <a:t>-</a:t>
            </a:r>
            <a:fld id="{6479F1E9-65E1-40DC-A5C5-996A70B92A35}" type="slidenum">
              <a:rPr lang="en-US" altLang="zh-CN"/>
              <a:t>‹#›</a:t>
            </a:fld>
            <a:r>
              <a:rPr lang="en-US" altLang="zh-CN"/>
              <a:t>-</a:t>
            </a:r>
          </a:p>
        </p:txBody>
      </p:sp>
    </p:spTree>
  </p:cSld>
  <p:clrMapOvr>
    <a:masterClrMapping/>
  </p:clrMapOvr>
  <p:transition spd="slow">
    <p:comb/>
  </p:transition>
</p:sldLayout>
</file>

<file path=ppt/slideLayouts/slideLayout13.xml><?xml version="1.0" encoding="utf-8"?>
<p:sldLayout xmlns:a="http://schemas.openxmlformats.org/drawingml/2006/main" xmlns:r="http://schemas.openxmlformats.org/officeDocument/2006/relationships" xmlns:p="http://schemas.openxmlformats.org/presentationml/2006/main" type="txOverObj" preserve="1">
  <p:cSld name="标题和文本在内容之上">
    <p:spTree>
      <p:nvGrpSpPr>
        <p:cNvPr id="1" name=""/>
        <p:cNvGrpSpPr/>
        <p:nvPr/>
      </p:nvGrpSpPr>
      <p:grpSpPr>
        <a:xfrm>
          <a:off x="0" y="0"/>
          <a:ext cx="0" cy="0"/>
          <a:chOff x="0" y="0"/>
          <a:chExt cx="0" cy="0"/>
        </a:xfrm>
      </p:grpSpPr>
      <p:sp>
        <p:nvSpPr>
          <p:cNvPr id="2" name="标题 1"/>
          <p:cNvSpPr>
            <a:spLocks noGrp="1"/>
          </p:cNvSpPr>
          <p:nvPr>
            <p:ph type="title"/>
          </p:nvPr>
        </p:nvSpPr>
        <p:spPr>
          <a:xfrm>
            <a:off x="698502" y="260350"/>
            <a:ext cx="10581217" cy="647700"/>
          </a:xfrm>
        </p:spPr>
        <p:txBody>
          <a:bodyPr/>
          <a:lstStyle/>
          <a:p>
            <a:r>
              <a:rPr lang="zh-CN" altLang="en-US"/>
              <a:t>单击此处编辑母版标题样式</a:t>
            </a:r>
          </a:p>
        </p:txBody>
      </p:sp>
      <p:sp>
        <p:nvSpPr>
          <p:cNvPr id="3" name="文本占位符 2"/>
          <p:cNvSpPr>
            <a:spLocks noGrp="1"/>
          </p:cNvSpPr>
          <p:nvPr>
            <p:ph type="body" sz="half" idx="1"/>
          </p:nvPr>
        </p:nvSpPr>
        <p:spPr>
          <a:xfrm>
            <a:off x="1007533" y="981075"/>
            <a:ext cx="10560051" cy="262413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1007533" y="3757616"/>
            <a:ext cx="10560051" cy="2624137"/>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Rectangle 5"/>
          <p:cNvSpPr>
            <a:spLocks noGrp="1" noChangeArrowheads="1"/>
          </p:cNvSpPr>
          <p:nvPr>
            <p:ph type="dt" sz="half" idx="10"/>
          </p:nvPr>
        </p:nvSpPr>
        <p:spPr/>
        <p:txBody>
          <a:bodyPr/>
          <a:lstStyle>
            <a:lvl1pPr>
              <a:defRPr/>
            </a:lvl1pPr>
          </a:lstStyle>
          <a:p>
            <a:pPr>
              <a:defRPr/>
            </a:pPr>
            <a:endParaRPr lang="en-US" altLang="zh-CN"/>
          </a:p>
        </p:txBody>
      </p:sp>
      <p:sp>
        <p:nvSpPr>
          <p:cNvPr id="6" name="Rectangle 6"/>
          <p:cNvSpPr>
            <a:spLocks noGrp="1" noChangeArrowheads="1"/>
          </p:cNvSpPr>
          <p:nvPr>
            <p:ph type="ftr" sz="quarter" idx="11"/>
          </p:nvPr>
        </p:nvSpPr>
        <p:spPr/>
        <p:txBody>
          <a:bodyPr/>
          <a:lstStyle>
            <a:lvl1pPr>
              <a:defRPr/>
            </a:lvl1pPr>
          </a:lstStyle>
          <a:p>
            <a:pPr>
              <a:defRPr/>
            </a:pPr>
            <a:endParaRPr lang="en-US" altLang="zh-CN"/>
          </a:p>
        </p:txBody>
      </p:sp>
      <p:sp>
        <p:nvSpPr>
          <p:cNvPr id="7" name="Rectangle 9"/>
          <p:cNvSpPr>
            <a:spLocks noGrp="1" noChangeArrowheads="1"/>
          </p:cNvSpPr>
          <p:nvPr>
            <p:ph type="sldNum" sz="quarter" idx="12"/>
          </p:nvPr>
        </p:nvSpPr>
        <p:spPr/>
        <p:txBody>
          <a:bodyPr/>
          <a:lstStyle>
            <a:lvl1pPr>
              <a:defRPr/>
            </a:lvl1pPr>
          </a:lstStyle>
          <a:p>
            <a:pPr>
              <a:defRPr/>
            </a:pPr>
            <a:r>
              <a:rPr lang="en-US" altLang="zh-CN"/>
              <a:t>-</a:t>
            </a:r>
            <a:fld id="{ED612CAB-A7E8-42E7-B19B-FAF31ED16A78}" type="slidenum">
              <a:rPr lang="en-US" altLang="zh-CN"/>
              <a:t>‹#›</a:t>
            </a:fld>
            <a:r>
              <a:rPr lang="en-US" altLang="zh-CN"/>
              <a:t>-</a:t>
            </a:r>
          </a:p>
        </p:txBody>
      </p:sp>
    </p:spTree>
  </p:cSld>
  <p:clrMapOvr>
    <a:masterClrMapping/>
  </p:clrMapOvr>
  <p:transition spd="slow">
    <p:comb/>
  </p:transition>
</p:sldLayout>
</file>

<file path=ppt/slideLayouts/slideLayout14.xml><?xml version="1.0" encoding="utf-8"?>
<p:sldLayout xmlns:a="http://schemas.openxmlformats.org/drawingml/2006/main" xmlns:r="http://schemas.openxmlformats.org/officeDocument/2006/relationships" xmlns:p="http://schemas.openxmlformats.org/presentationml/2006/main" type="txAndObj" preserve="1">
  <p:cSld name="标题，文本与内容">
    <p:spTree>
      <p:nvGrpSpPr>
        <p:cNvPr id="1" name=""/>
        <p:cNvGrpSpPr/>
        <p:nvPr/>
      </p:nvGrpSpPr>
      <p:grpSpPr>
        <a:xfrm>
          <a:off x="0" y="0"/>
          <a:ext cx="0" cy="0"/>
          <a:chOff x="0" y="0"/>
          <a:chExt cx="0" cy="0"/>
        </a:xfrm>
      </p:grpSpPr>
      <p:sp>
        <p:nvSpPr>
          <p:cNvPr id="2" name="标题 1"/>
          <p:cNvSpPr>
            <a:spLocks noGrp="1"/>
          </p:cNvSpPr>
          <p:nvPr>
            <p:ph type="title"/>
          </p:nvPr>
        </p:nvSpPr>
        <p:spPr>
          <a:xfrm>
            <a:off x="698502" y="260350"/>
            <a:ext cx="10581217" cy="647700"/>
          </a:xfrm>
        </p:spPr>
        <p:txBody>
          <a:bodyPr/>
          <a:lstStyle/>
          <a:p>
            <a:r>
              <a:rPr lang="zh-CN" altLang="en-US"/>
              <a:t>单击此处编辑母版标题样式</a:t>
            </a:r>
          </a:p>
        </p:txBody>
      </p:sp>
      <p:sp>
        <p:nvSpPr>
          <p:cNvPr id="3" name="文本占位符 2"/>
          <p:cNvSpPr>
            <a:spLocks noGrp="1"/>
          </p:cNvSpPr>
          <p:nvPr>
            <p:ph type="body" sz="half" idx="1"/>
          </p:nvPr>
        </p:nvSpPr>
        <p:spPr>
          <a:xfrm>
            <a:off x="1007535" y="981076"/>
            <a:ext cx="5177367" cy="5400675"/>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6388102" y="981076"/>
            <a:ext cx="5179484" cy="5400675"/>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Rectangle 5"/>
          <p:cNvSpPr>
            <a:spLocks noGrp="1" noChangeArrowheads="1"/>
          </p:cNvSpPr>
          <p:nvPr>
            <p:ph type="dt" sz="half" idx="10"/>
          </p:nvPr>
        </p:nvSpPr>
        <p:spPr/>
        <p:txBody>
          <a:bodyPr/>
          <a:lstStyle>
            <a:lvl1pPr>
              <a:defRPr/>
            </a:lvl1pPr>
          </a:lstStyle>
          <a:p>
            <a:pPr>
              <a:defRPr/>
            </a:pPr>
            <a:endParaRPr lang="en-US" altLang="zh-CN"/>
          </a:p>
        </p:txBody>
      </p:sp>
      <p:sp>
        <p:nvSpPr>
          <p:cNvPr id="6" name="Rectangle 6"/>
          <p:cNvSpPr>
            <a:spLocks noGrp="1" noChangeArrowheads="1"/>
          </p:cNvSpPr>
          <p:nvPr>
            <p:ph type="ftr" sz="quarter" idx="11"/>
          </p:nvPr>
        </p:nvSpPr>
        <p:spPr/>
        <p:txBody>
          <a:bodyPr/>
          <a:lstStyle>
            <a:lvl1pPr>
              <a:defRPr/>
            </a:lvl1pPr>
          </a:lstStyle>
          <a:p>
            <a:pPr>
              <a:defRPr/>
            </a:pPr>
            <a:endParaRPr lang="en-US" altLang="zh-CN"/>
          </a:p>
        </p:txBody>
      </p:sp>
      <p:sp>
        <p:nvSpPr>
          <p:cNvPr id="7" name="Rectangle 9"/>
          <p:cNvSpPr>
            <a:spLocks noGrp="1" noChangeArrowheads="1"/>
          </p:cNvSpPr>
          <p:nvPr>
            <p:ph type="sldNum" sz="quarter" idx="12"/>
          </p:nvPr>
        </p:nvSpPr>
        <p:spPr/>
        <p:txBody>
          <a:bodyPr/>
          <a:lstStyle>
            <a:lvl1pPr>
              <a:defRPr/>
            </a:lvl1pPr>
          </a:lstStyle>
          <a:p>
            <a:pPr>
              <a:defRPr/>
            </a:pPr>
            <a:r>
              <a:rPr lang="en-US" altLang="zh-CN"/>
              <a:t>-</a:t>
            </a:r>
            <a:fld id="{6B3EEB90-CB8C-413F-818F-0FDB1445C3FE}" type="slidenum">
              <a:rPr lang="en-US" altLang="zh-CN"/>
              <a:t>‹#›</a:t>
            </a:fld>
            <a:r>
              <a:rPr lang="en-US" altLang="zh-CN"/>
              <a:t>-</a:t>
            </a:r>
          </a:p>
        </p:txBody>
      </p:sp>
    </p:spTree>
  </p:cSld>
  <p:clrMapOvr>
    <a:masterClrMapping/>
  </p:clrMapOvr>
  <p:transition spd="slow">
    <p:comb/>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image" Target="../media/image3.jpe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image" Target="../media/image2.png"/><Relationship Id="rId2" Type="http://schemas.openxmlformats.org/officeDocument/2006/relationships/slideLayout" Target="../slideLayouts/slideLayout2.xml"/><Relationship Id="rId16" Type="http://schemas.openxmlformats.org/officeDocument/2006/relationships/image" Target="../media/image1.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6146" name="Picture 10"/>
          <p:cNvPicPr>
            <a:picLocks noChangeAspect="1" noChangeArrowheads="1"/>
          </p:cNvPicPr>
          <p:nvPr userDrawn="1"/>
        </p:nvPicPr>
        <p:blipFill>
          <a:blip r:embed="rId16">
            <a:extLst>
              <a:ext uri="{28A0092B-C50C-407E-A947-70E740481C1C}">
                <a14:useLocalDpi xmlns:a14="http://schemas.microsoft.com/office/drawing/2010/main" val="0"/>
              </a:ext>
            </a:extLst>
          </a:blip>
          <a:srcRect/>
          <a:stretch>
            <a:fillRect/>
          </a:stretch>
        </p:blipFill>
        <p:spPr bwMode="auto">
          <a:xfrm>
            <a:off x="0" y="-1588"/>
            <a:ext cx="12177708" cy="262703"/>
          </a:xfrm>
          <a:prstGeom prst="rect">
            <a:avLst/>
          </a:prstGeom>
          <a:noFill/>
          <a:ln>
            <a:noFill/>
          </a:ln>
          <a:effectLst>
            <a:softEdge rad="63500"/>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148" name="Picture 12"/>
          <p:cNvPicPr>
            <a:picLocks noChangeAspect="1" noChangeArrowheads="1"/>
          </p:cNvPicPr>
          <p:nvPr userDrawn="1"/>
        </p:nvPicPr>
        <p:blipFill>
          <a:blip r:embed="rId17">
            <a:extLst>
              <a:ext uri="{28A0092B-C50C-407E-A947-70E740481C1C}">
                <a14:useLocalDpi xmlns:a14="http://schemas.microsoft.com/office/drawing/2010/main" val="0"/>
              </a:ext>
            </a:extLst>
          </a:blip>
          <a:srcRect/>
          <a:stretch>
            <a:fillRect/>
          </a:stretch>
        </p:blipFill>
        <p:spPr bwMode="auto">
          <a:xfrm>
            <a:off x="0" y="6407153"/>
            <a:ext cx="12192000" cy="238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149" name="Rectangle 3"/>
          <p:cNvSpPr>
            <a:spLocks noGrp="1" noChangeArrowheads="1"/>
          </p:cNvSpPr>
          <p:nvPr>
            <p:ph type="title"/>
          </p:nvPr>
        </p:nvSpPr>
        <p:spPr bwMode="auto">
          <a:xfrm>
            <a:off x="1007533" y="260648"/>
            <a:ext cx="10063501" cy="647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b" anchorCtr="0" compatLnSpc="1"/>
          <a:lstStyle/>
          <a:p>
            <a:pPr lvl="0"/>
            <a:r>
              <a:rPr lang="zh-CN" altLang="en-US" dirty="0"/>
              <a:t>单击此处编辑母版标题样式</a:t>
            </a:r>
          </a:p>
        </p:txBody>
      </p:sp>
      <p:sp>
        <p:nvSpPr>
          <p:cNvPr id="6150" name="Rectangle 4"/>
          <p:cNvSpPr>
            <a:spLocks noGrp="1" noChangeArrowheads="1"/>
          </p:cNvSpPr>
          <p:nvPr>
            <p:ph type="body" idx="1"/>
          </p:nvPr>
        </p:nvSpPr>
        <p:spPr bwMode="auto">
          <a:xfrm>
            <a:off x="695401" y="981076"/>
            <a:ext cx="10872184" cy="5400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130053" name="Rectangle 5"/>
          <p:cNvSpPr>
            <a:spLocks noGrp="1" noChangeArrowheads="1"/>
          </p:cNvSpPr>
          <p:nvPr>
            <p:ph type="dt" sz="half" idx="2"/>
          </p:nvPr>
        </p:nvSpPr>
        <p:spPr bwMode="auto">
          <a:xfrm>
            <a:off x="1219200" y="6324600"/>
            <a:ext cx="2540000" cy="457200"/>
          </a:xfrm>
          <a:prstGeom prst="rect">
            <a:avLst/>
          </a:prstGeom>
          <a:noFill/>
          <a:ln w="9525">
            <a:noFill/>
            <a:miter lim="800000"/>
          </a:ln>
          <a:effectLst/>
        </p:spPr>
        <p:txBody>
          <a:bodyPr vert="horz" wrap="square" lIns="91440" tIns="45720" rIns="91440" bIns="45720" numCol="1" anchor="b" anchorCtr="0" compatLnSpc="1"/>
          <a:lstStyle>
            <a:lvl1pPr>
              <a:defRPr kumimoji="0" sz="1400" b="0"/>
            </a:lvl1pPr>
          </a:lstStyle>
          <a:p>
            <a:pPr>
              <a:defRPr/>
            </a:pPr>
            <a:endParaRPr lang="en-US" altLang="zh-CN"/>
          </a:p>
        </p:txBody>
      </p:sp>
      <p:sp>
        <p:nvSpPr>
          <p:cNvPr id="130054" name="Rectangle 6"/>
          <p:cNvSpPr>
            <a:spLocks noGrp="1" noChangeArrowheads="1"/>
          </p:cNvSpPr>
          <p:nvPr>
            <p:ph type="ftr" sz="quarter" idx="3"/>
          </p:nvPr>
        </p:nvSpPr>
        <p:spPr bwMode="auto">
          <a:xfrm>
            <a:off x="4470400" y="6324600"/>
            <a:ext cx="3048000" cy="457200"/>
          </a:xfrm>
          <a:prstGeom prst="rect">
            <a:avLst/>
          </a:prstGeom>
          <a:noFill/>
          <a:ln w="9525">
            <a:noFill/>
            <a:miter lim="800000"/>
          </a:ln>
          <a:effectLst/>
        </p:spPr>
        <p:txBody>
          <a:bodyPr vert="horz" wrap="square" lIns="91440" tIns="45720" rIns="91440" bIns="45720" numCol="1" anchor="b" anchorCtr="0" compatLnSpc="1"/>
          <a:lstStyle>
            <a:lvl1pPr algn="ctr">
              <a:defRPr kumimoji="0" sz="1400" b="0"/>
            </a:lvl1pPr>
          </a:lstStyle>
          <a:p>
            <a:pPr>
              <a:defRPr/>
            </a:pPr>
            <a:endParaRPr lang="en-US" altLang="zh-CN"/>
          </a:p>
        </p:txBody>
      </p:sp>
      <p:sp>
        <p:nvSpPr>
          <p:cNvPr id="130056" name="Rectangle 8"/>
          <p:cNvSpPr>
            <a:spLocks noChangeArrowheads="1"/>
          </p:cNvSpPr>
          <p:nvPr/>
        </p:nvSpPr>
        <p:spPr bwMode="auto">
          <a:xfrm>
            <a:off x="0" y="6656388"/>
            <a:ext cx="12192000" cy="228600"/>
          </a:xfrm>
          <a:prstGeom prst="rect">
            <a:avLst/>
          </a:prstGeom>
          <a:solidFill>
            <a:schemeClr val="folHlink"/>
          </a:solidFill>
          <a:ln w="9525">
            <a:solidFill>
              <a:schemeClr val="tx1"/>
            </a:solidFill>
            <a:miter lim="800000"/>
          </a:ln>
          <a:effectLst/>
        </p:spPr>
        <p:txBody>
          <a:bodyPr wrap="none" anchor="ctr"/>
          <a:lstStyle/>
          <a:p>
            <a:pPr>
              <a:defRPr/>
            </a:pPr>
            <a:endParaRPr lang="zh-CN" altLang="en-US" sz="2400"/>
          </a:p>
        </p:txBody>
      </p:sp>
      <p:sp>
        <p:nvSpPr>
          <p:cNvPr id="130057" name="Rectangle 9"/>
          <p:cNvSpPr>
            <a:spLocks noGrp="1" noChangeArrowheads="1"/>
          </p:cNvSpPr>
          <p:nvPr>
            <p:ph type="sldNum" sz="quarter" idx="4"/>
          </p:nvPr>
        </p:nvSpPr>
        <p:spPr bwMode="auto">
          <a:xfrm>
            <a:off x="8737600" y="6408738"/>
            <a:ext cx="2844800" cy="476250"/>
          </a:xfrm>
          <a:prstGeom prst="rect">
            <a:avLst/>
          </a:prstGeom>
          <a:noFill/>
          <a:ln w="9525">
            <a:noFill/>
            <a:miter lim="800000"/>
          </a:ln>
          <a:effectLst/>
        </p:spPr>
        <p:txBody>
          <a:bodyPr vert="horz" wrap="square" lIns="91440" tIns="45720" rIns="91440" bIns="45720" numCol="1" anchor="t" anchorCtr="0" compatLnSpc="1"/>
          <a:lstStyle>
            <a:lvl1pPr algn="r">
              <a:defRPr sz="1200" b="0">
                <a:solidFill>
                  <a:srgbClr val="4D4D4D"/>
                </a:solidFill>
                <a:latin typeface="Arial" panose="020B0604020202020204" pitchFamily="34" charset="0"/>
              </a:defRPr>
            </a:lvl1pPr>
          </a:lstStyle>
          <a:p>
            <a:pPr>
              <a:defRPr/>
            </a:pPr>
            <a:r>
              <a:rPr lang="en-US" altLang="zh-CN"/>
              <a:t>-</a:t>
            </a:r>
            <a:fld id="{84D0465F-A6A2-4704-8971-06036326BA03}" type="slidenum">
              <a:rPr lang="en-US" altLang="zh-CN"/>
              <a:t>‹#›</a:t>
            </a:fld>
            <a:r>
              <a:rPr lang="en-US" altLang="zh-CN"/>
              <a:t>-</a:t>
            </a:r>
          </a:p>
        </p:txBody>
      </p:sp>
      <p:pic>
        <p:nvPicPr>
          <p:cNvPr id="6155" name="Picture 14"/>
          <p:cNvPicPr>
            <a:picLocks noChangeAspect="1" noChangeArrowheads="1"/>
          </p:cNvPicPr>
          <p:nvPr userDrawn="1"/>
        </p:nvPicPr>
        <p:blipFill>
          <a:blip r:embed="rId18" cstate="print">
            <a:extLst>
              <a:ext uri="{28A0092B-C50C-407E-A947-70E740481C1C}">
                <a14:useLocalDpi xmlns:a14="http://schemas.microsoft.com/office/drawing/2010/main" val="0"/>
              </a:ext>
            </a:extLst>
          </a:blip>
          <a:srcRect/>
          <a:stretch>
            <a:fillRect/>
          </a:stretch>
        </p:blipFill>
        <p:spPr bwMode="auto">
          <a:xfrm>
            <a:off x="9445435" y="5924350"/>
            <a:ext cx="827027" cy="6286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30064" name="Text Box 16"/>
          <p:cNvSpPr txBox="1">
            <a:spLocks noChangeArrowheads="1"/>
          </p:cNvSpPr>
          <p:nvPr userDrawn="1"/>
        </p:nvSpPr>
        <p:spPr bwMode="auto">
          <a:xfrm>
            <a:off x="46569" y="6626225"/>
            <a:ext cx="5977423" cy="307777"/>
          </a:xfrm>
          <a:prstGeom prst="rect">
            <a:avLst/>
          </a:prstGeom>
          <a:noFill/>
          <a:ln w="9525">
            <a:noFill/>
            <a:miter lim="800000"/>
          </a:ln>
          <a:effectLst/>
        </p:spPr>
        <p:txBody>
          <a:bodyPr wrap="square">
            <a:spAutoFit/>
          </a:bodyPr>
          <a:lstStyle/>
          <a:p>
            <a:pPr marL="0" marR="0" lvl="0" indent="0" algn="l" defTabSz="914400" rtl="0" eaLnBrk="1" fontAlgn="base" latinLnBrk="0" hangingPunct="1">
              <a:lnSpc>
                <a:spcPct val="100000"/>
              </a:lnSpc>
              <a:spcBef>
                <a:spcPct val="50000"/>
              </a:spcBef>
              <a:spcAft>
                <a:spcPct val="0"/>
              </a:spcAft>
              <a:buClrTx/>
              <a:buSzTx/>
              <a:buFontTx/>
              <a:buNone/>
              <a:defRPr/>
            </a:pPr>
            <a:r>
              <a:rPr lang="en-US" altLang="zh-CN" sz="1400" b="0" dirty="0">
                <a:latin typeface="Arial" panose="020B0604020202020204" pitchFamily="34" charset="0"/>
              </a:rPr>
              <a:t>Copyright © Course Group G01, Hangzhou City University.</a:t>
            </a:r>
          </a:p>
        </p:txBody>
      </p:sp>
      <p:sp>
        <p:nvSpPr>
          <p:cNvPr id="130065" name="Text Box 17"/>
          <p:cNvSpPr txBox="1">
            <a:spLocks noChangeArrowheads="1"/>
          </p:cNvSpPr>
          <p:nvPr userDrawn="1"/>
        </p:nvSpPr>
        <p:spPr bwMode="auto">
          <a:xfrm>
            <a:off x="7920569" y="6626225"/>
            <a:ext cx="4271433" cy="304800"/>
          </a:xfrm>
          <a:prstGeom prst="rect">
            <a:avLst/>
          </a:prstGeom>
          <a:noFill/>
          <a:ln w="9525">
            <a:noFill/>
            <a:miter lim="800000"/>
          </a:ln>
          <a:effectLst/>
        </p:spPr>
        <p:txBody>
          <a:bodyPr>
            <a:spAutoFit/>
          </a:bodyPr>
          <a:lstStyle/>
          <a:p>
            <a:pPr algn="r">
              <a:spcBef>
                <a:spcPct val="50000"/>
              </a:spcBef>
              <a:defRPr/>
            </a:pPr>
            <a:r>
              <a:rPr lang="en-US" altLang="zh-CN" sz="1400" b="0" dirty="0">
                <a:latin typeface="Arial" panose="020B0604020202020204" pitchFamily="34" charset="0"/>
              </a:rPr>
              <a:t>Hangzhou City University</a:t>
            </a:r>
          </a:p>
        </p:txBody>
      </p:sp>
      <p:sp>
        <p:nvSpPr>
          <p:cNvPr id="2" name="文本框 1"/>
          <p:cNvSpPr txBox="1"/>
          <p:nvPr userDrawn="1"/>
        </p:nvSpPr>
        <p:spPr>
          <a:xfrm>
            <a:off x="10272464" y="5823523"/>
            <a:ext cx="1905244" cy="830997"/>
          </a:xfrm>
          <a:prstGeom prst="rect">
            <a:avLst/>
          </a:prstGeom>
          <a:noFill/>
        </p:spPr>
        <p:txBody>
          <a:bodyPr wrap="square" rtlCol="0">
            <a:spAutoFit/>
          </a:bodyPr>
          <a:lstStyle/>
          <a:p>
            <a:r>
              <a:rPr lang="en-US" altLang="zh-CN" dirty="0"/>
              <a:t>G01</a:t>
            </a:r>
            <a:r>
              <a:rPr lang="zh-CN" altLang="en-US" dirty="0"/>
              <a:t>一站式</a:t>
            </a:r>
            <a:r>
              <a:rPr lang="en-US" altLang="zh-CN" dirty="0"/>
              <a:t>AI</a:t>
            </a:r>
            <a:r>
              <a:rPr lang="zh-CN" altLang="en-US" dirty="0"/>
              <a:t>平台开发</a:t>
            </a: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Lst>
  <p:transition spd="slow">
    <p:comb/>
  </p:transition>
  <p:hf hdr="0" ftr="0" dt="0"/>
  <p:txStyles>
    <p:titleStyle>
      <a:lvl1pPr algn="l" rtl="0" eaLnBrk="0" fontAlgn="base" hangingPunct="0">
        <a:spcBef>
          <a:spcPct val="0"/>
        </a:spcBef>
        <a:spcAft>
          <a:spcPct val="0"/>
        </a:spcAft>
        <a:defRPr kumimoji="1" sz="4400" b="1">
          <a:solidFill>
            <a:schemeClr val="tx2"/>
          </a:solidFill>
          <a:latin typeface="+mj-lt"/>
          <a:ea typeface="+mj-ea"/>
          <a:cs typeface="+mj-cs"/>
        </a:defRPr>
      </a:lvl1pPr>
      <a:lvl2pPr algn="l" rtl="0" eaLnBrk="0" fontAlgn="base" hangingPunct="0">
        <a:spcBef>
          <a:spcPct val="0"/>
        </a:spcBef>
        <a:spcAft>
          <a:spcPct val="0"/>
        </a:spcAft>
        <a:defRPr kumimoji="1" sz="4800" b="1">
          <a:solidFill>
            <a:schemeClr val="tx2"/>
          </a:solidFill>
          <a:latin typeface="Tahoma" panose="020B0604030504040204" pitchFamily="34" charset="0"/>
          <a:ea typeface="幼圆" panose="02010509060101010101" pitchFamily="49" charset="-122"/>
        </a:defRPr>
      </a:lvl2pPr>
      <a:lvl3pPr algn="l" rtl="0" eaLnBrk="0" fontAlgn="base" hangingPunct="0">
        <a:spcBef>
          <a:spcPct val="0"/>
        </a:spcBef>
        <a:spcAft>
          <a:spcPct val="0"/>
        </a:spcAft>
        <a:defRPr kumimoji="1" sz="4800" b="1">
          <a:solidFill>
            <a:schemeClr val="tx2"/>
          </a:solidFill>
          <a:latin typeface="Tahoma" panose="020B0604030504040204" pitchFamily="34" charset="0"/>
          <a:ea typeface="幼圆" panose="02010509060101010101" pitchFamily="49" charset="-122"/>
        </a:defRPr>
      </a:lvl3pPr>
      <a:lvl4pPr algn="l" rtl="0" eaLnBrk="0" fontAlgn="base" hangingPunct="0">
        <a:spcBef>
          <a:spcPct val="0"/>
        </a:spcBef>
        <a:spcAft>
          <a:spcPct val="0"/>
        </a:spcAft>
        <a:defRPr kumimoji="1" sz="4800" b="1">
          <a:solidFill>
            <a:schemeClr val="tx2"/>
          </a:solidFill>
          <a:latin typeface="Tahoma" panose="020B0604030504040204" pitchFamily="34" charset="0"/>
          <a:ea typeface="幼圆" panose="02010509060101010101" pitchFamily="49" charset="-122"/>
        </a:defRPr>
      </a:lvl4pPr>
      <a:lvl5pPr algn="l" rtl="0" eaLnBrk="0" fontAlgn="base" hangingPunct="0">
        <a:spcBef>
          <a:spcPct val="0"/>
        </a:spcBef>
        <a:spcAft>
          <a:spcPct val="0"/>
        </a:spcAft>
        <a:defRPr kumimoji="1" sz="4800" b="1">
          <a:solidFill>
            <a:schemeClr val="tx2"/>
          </a:solidFill>
          <a:latin typeface="Tahoma" panose="020B0604030504040204" pitchFamily="34" charset="0"/>
          <a:ea typeface="幼圆" panose="02010509060101010101" pitchFamily="49" charset="-122"/>
        </a:defRPr>
      </a:lvl5pPr>
      <a:lvl6pPr marL="457200" algn="l" rtl="0" fontAlgn="base">
        <a:spcBef>
          <a:spcPct val="0"/>
        </a:spcBef>
        <a:spcAft>
          <a:spcPct val="0"/>
        </a:spcAft>
        <a:defRPr kumimoji="1" sz="4800" b="1">
          <a:solidFill>
            <a:schemeClr val="tx2"/>
          </a:solidFill>
          <a:latin typeface="Tahoma" panose="020B0604030504040204" pitchFamily="34" charset="0"/>
          <a:ea typeface="幼圆" panose="02010509060101010101" pitchFamily="49" charset="-122"/>
        </a:defRPr>
      </a:lvl6pPr>
      <a:lvl7pPr marL="914400" algn="l" rtl="0" fontAlgn="base">
        <a:spcBef>
          <a:spcPct val="0"/>
        </a:spcBef>
        <a:spcAft>
          <a:spcPct val="0"/>
        </a:spcAft>
        <a:defRPr kumimoji="1" sz="4800" b="1">
          <a:solidFill>
            <a:schemeClr val="tx2"/>
          </a:solidFill>
          <a:latin typeface="Tahoma" panose="020B0604030504040204" pitchFamily="34" charset="0"/>
          <a:ea typeface="幼圆" panose="02010509060101010101" pitchFamily="49" charset="-122"/>
        </a:defRPr>
      </a:lvl7pPr>
      <a:lvl8pPr marL="1371600" algn="l" rtl="0" fontAlgn="base">
        <a:spcBef>
          <a:spcPct val="0"/>
        </a:spcBef>
        <a:spcAft>
          <a:spcPct val="0"/>
        </a:spcAft>
        <a:defRPr kumimoji="1" sz="4800" b="1">
          <a:solidFill>
            <a:schemeClr val="tx2"/>
          </a:solidFill>
          <a:latin typeface="Tahoma" panose="020B0604030504040204" pitchFamily="34" charset="0"/>
          <a:ea typeface="幼圆" panose="02010509060101010101" pitchFamily="49" charset="-122"/>
        </a:defRPr>
      </a:lvl8pPr>
      <a:lvl9pPr marL="1828800" algn="l" rtl="0" fontAlgn="base">
        <a:spcBef>
          <a:spcPct val="0"/>
        </a:spcBef>
        <a:spcAft>
          <a:spcPct val="0"/>
        </a:spcAft>
        <a:defRPr kumimoji="1" sz="4800" b="1">
          <a:solidFill>
            <a:schemeClr val="tx2"/>
          </a:solidFill>
          <a:latin typeface="Tahoma" panose="020B0604030504040204" pitchFamily="34" charset="0"/>
          <a:ea typeface="幼圆" panose="02010509060101010101" pitchFamily="49" charset="-122"/>
        </a:defRPr>
      </a:lvl9pPr>
    </p:titleStyle>
    <p:bodyStyle>
      <a:lvl1pPr marL="342900" indent="-342900" algn="l" rtl="0" eaLnBrk="0" fontAlgn="base" hangingPunct="0">
        <a:spcBef>
          <a:spcPct val="20000"/>
        </a:spcBef>
        <a:spcAft>
          <a:spcPct val="0"/>
        </a:spcAft>
        <a:buClr>
          <a:srgbClr val="A50021"/>
        </a:buClr>
        <a:buSzPct val="80000"/>
        <a:buFont typeface="Wingdings" panose="05000000000000000000" pitchFamily="2" charset="2"/>
        <a:buChar char="þ"/>
        <a:defRPr kumimoji="1" sz="3200" b="0" baseline="0">
          <a:solidFill>
            <a:schemeClr val="tx1"/>
          </a:solidFill>
          <a:latin typeface="+mn-lt"/>
          <a:ea typeface="微软雅黑" panose="020B0503020204020204" pitchFamily="34" charset="-122"/>
          <a:cs typeface="+mn-cs"/>
        </a:defRPr>
      </a:lvl1pPr>
      <a:lvl2pPr marL="742950" indent="-285750" algn="l" rtl="0" eaLnBrk="0" fontAlgn="base" hangingPunct="0">
        <a:spcBef>
          <a:spcPct val="20000"/>
        </a:spcBef>
        <a:spcAft>
          <a:spcPct val="0"/>
        </a:spcAft>
        <a:buClr>
          <a:schemeClr val="tx2"/>
        </a:buClr>
        <a:buSzPct val="70000"/>
        <a:buFont typeface="Wingdings" panose="05000000000000000000" pitchFamily="2" charset="2"/>
        <a:buChar char="u"/>
        <a:defRPr kumimoji="1" sz="2800" b="0" baseline="0">
          <a:solidFill>
            <a:schemeClr val="tx1"/>
          </a:solidFill>
          <a:latin typeface="+mn-lt"/>
          <a:ea typeface="微软雅黑" panose="020B0503020204020204" pitchFamily="34" charset="-122"/>
        </a:defRPr>
      </a:lvl2pPr>
      <a:lvl3pPr marL="1143000" indent="-228600" algn="l" rtl="0" eaLnBrk="0" fontAlgn="base" hangingPunct="0">
        <a:spcBef>
          <a:spcPct val="20000"/>
        </a:spcBef>
        <a:spcAft>
          <a:spcPct val="0"/>
        </a:spcAft>
        <a:buClr>
          <a:schemeClr val="hlink"/>
        </a:buClr>
        <a:buSzPct val="70000"/>
        <a:buFont typeface="Wingdings" panose="05000000000000000000" pitchFamily="2" charset="2"/>
        <a:buChar char="Ø"/>
        <a:defRPr kumimoji="1" sz="2400" b="0" baseline="0">
          <a:solidFill>
            <a:schemeClr val="tx1"/>
          </a:solidFill>
          <a:latin typeface="+mn-lt"/>
          <a:ea typeface="微软雅黑" panose="020B0503020204020204" pitchFamily="34" charset="-122"/>
        </a:defRPr>
      </a:lvl3pPr>
      <a:lvl4pPr marL="1600200" indent="-228600" algn="l" rtl="0" eaLnBrk="0" fontAlgn="base" hangingPunct="0">
        <a:spcBef>
          <a:spcPct val="20000"/>
        </a:spcBef>
        <a:spcAft>
          <a:spcPct val="0"/>
        </a:spcAft>
        <a:buClr>
          <a:schemeClr val="folHlink"/>
        </a:buClr>
        <a:buSzPct val="70000"/>
        <a:buFont typeface="Wingdings" panose="05000000000000000000" pitchFamily="2" charset="2"/>
        <a:buChar char="ü"/>
        <a:defRPr kumimoji="1" sz="2000" b="0" baseline="0">
          <a:solidFill>
            <a:schemeClr val="tx1"/>
          </a:solidFill>
          <a:latin typeface="+mn-lt"/>
          <a:ea typeface="微软雅黑" panose="020B0503020204020204" pitchFamily="34" charset="-122"/>
        </a:defRPr>
      </a:lvl4pPr>
      <a:lvl5pPr marL="2057400" indent="-228600" algn="l" rtl="0" eaLnBrk="0" fontAlgn="base" hangingPunct="0">
        <a:spcBef>
          <a:spcPct val="20000"/>
        </a:spcBef>
        <a:spcAft>
          <a:spcPct val="0"/>
        </a:spcAft>
        <a:buClr>
          <a:schemeClr val="hlink"/>
        </a:buClr>
        <a:buSzPct val="70000"/>
        <a:buFont typeface="Wingdings" panose="05000000000000000000" pitchFamily="2" charset="2"/>
        <a:buChar char="n"/>
        <a:defRPr kumimoji="1" sz="2000" b="0" baseline="0">
          <a:solidFill>
            <a:schemeClr val="tx1"/>
          </a:solidFill>
          <a:latin typeface="+mn-lt"/>
          <a:ea typeface="微软雅黑" panose="020B0503020204020204" pitchFamily="34" charset="-122"/>
        </a:defRPr>
      </a:lvl5pPr>
      <a:lvl6pPr marL="2514600" indent="-228600" algn="l" rtl="0" fontAlgn="base">
        <a:spcBef>
          <a:spcPct val="20000"/>
        </a:spcBef>
        <a:spcAft>
          <a:spcPct val="0"/>
        </a:spcAft>
        <a:buClr>
          <a:schemeClr val="hlink"/>
        </a:buClr>
        <a:buSzPct val="70000"/>
        <a:buFont typeface="Wingdings" panose="05000000000000000000" pitchFamily="2" charset="2"/>
        <a:buChar char="n"/>
        <a:defRPr kumimoji="1" sz="2400" b="1">
          <a:solidFill>
            <a:schemeClr val="tx1"/>
          </a:solidFill>
          <a:latin typeface="+mn-lt"/>
          <a:ea typeface="+mn-ea"/>
        </a:defRPr>
      </a:lvl6pPr>
      <a:lvl7pPr marL="2971800" indent="-228600" algn="l" rtl="0" fontAlgn="base">
        <a:spcBef>
          <a:spcPct val="20000"/>
        </a:spcBef>
        <a:spcAft>
          <a:spcPct val="0"/>
        </a:spcAft>
        <a:buClr>
          <a:schemeClr val="hlink"/>
        </a:buClr>
        <a:buSzPct val="70000"/>
        <a:buFont typeface="Wingdings" panose="05000000000000000000" pitchFamily="2" charset="2"/>
        <a:buChar char="n"/>
        <a:defRPr kumimoji="1" sz="2400" b="1">
          <a:solidFill>
            <a:schemeClr val="tx1"/>
          </a:solidFill>
          <a:latin typeface="+mn-lt"/>
          <a:ea typeface="+mn-ea"/>
        </a:defRPr>
      </a:lvl7pPr>
      <a:lvl8pPr marL="3429000" indent="-228600" algn="l" rtl="0" fontAlgn="base">
        <a:spcBef>
          <a:spcPct val="20000"/>
        </a:spcBef>
        <a:spcAft>
          <a:spcPct val="0"/>
        </a:spcAft>
        <a:buClr>
          <a:schemeClr val="hlink"/>
        </a:buClr>
        <a:buSzPct val="70000"/>
        <a:buFont typeface="Wingdings" panose="05000000000000000000" pitchFamily="2" charset="2"/>
        <a:buChar char="n"/>
        <a:defRPr kumimoji="1" sz="2400" b="1">
          <a:solidFill>
            <a:schemeClr val="tx1"/>
          </a:solidFill>
          <a:latin typeface="+mn-lt"/>
          <a:ea typeface="+mn-ea"/>
        </a:defRPr>
      </a:lvl8pPr>
      <a:lvl9pPr marL="3886200" indent="-228600" algn="l" rtl="0" fontAlgn="base">
        <a:spcBef>
          <a:spcPct val="20000"/>
        </a:spcBef>
        <a:spcAft>
          <a:spcPct val="0"/>
        </a:spcAft>
        <a:buClr>
          <a:schemeClr val="hlink"/>
        </a:buClr>
        <a:buSzPct val="70000"/>
        <a:buFont typeface="Wingdings" panose="05000000000000000000" pitchFamily="2" charset="2"/>
        <a:buChar char="n"/>
        <a:defRPr kumimoji="1" sz="2400" b="1">
          <a:solidFill>
            <a:schemeClr val="tx1"/>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8" Type="http://schemas.openxmlformats.org/officeDocument/2006/relationships/tags" Target="../tags/tag8.xml"/><Relationship Id="rId13" Type="http://schemas.openxmlformats.org/officeDocument/2006/relationships/slideLayout" Target="../slideLayouts/slideLayout7.xml"/><Relationship Id="rId18" Type="http://schemas.openxmlformats.org/officeDocument/2006/relationships/image" Target="../media/image9.png"/><Relationship Id="rId3" Type="http://schemas.openxmlformats.org/officeDocument/2006/relationships/tags" Target="../tags/tag3.xml"/><Relationship Id="rId7" Type="http://schemas.openxmlformats.org/officeDocument/2006/relationships/tags" Target="../tags/tag7.xml"/><Relationship Id="rId12" Type="http://schemas.openxmlformats.org/officeDocument/2006/relationships/tags" Target="../tags/tag12.xml"/><Relationship Id="rId17" Type="http://schemas.openxmlformats.org/officeDocument/2006/relationships/image" Target="../media/image8.svg"/><Relationship Id="rId2" Type="http://schemas.openxmlformats.org/officeDocument/2006/relationships/tags" Target="../tags/tag2.xml"/><Relationship Id="rId16" Type="http://schemas.openxmlformats.org/officeDocument/2006/relationships/image" Target="../media/image7.png"/><Relationship Id="rId1" Type="http://schemas.openxmlformats.org/officeDocument/2006/relationships/tags" Target="../tags/tag1.xml"/><Relationship Id="rId6" Type="http://schemas.openxmlformats.org/officeDocument/2006/relationships/tags" Target="../tags/tag6.xml"/><Relationship Id="rId11" Type="http://schemas.openxmlformats.org/officeDocument/2006/relationships/tags" Target="../tags/tag11.xml"/><Relationship Id="rId5" Type="http://schemas.openxmlformats.org/officeDocument/2006/relationships/tags" Target="../tags/tag5.xml"/><Relationship Id="rId15" Type="http://schemas.openxmlformats.org/officeDocument/2006/relationships/image" Target="../media/image6.png"/><Relationship Id="rId10" Type="http://schemas.openxmlformats.org/officeDocument/2006/relationships/tags" Target="../tags/tag10.xml"/><Relationship Id="rId4" Type="http://schemas.openxmlformats.org/officeDocument/2006/relationships/tags" Target="../tags/tag4.xml"/><Relationship Id="rId9" Type="http://schemas.openxmlformats.org/officeDocument/2006/relationships/tags" Target="../tags/tag9.xml"/><Relationship Id="rId14"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8" Type="http://schemas.openxmlformats.org/officeDocument/2006/relationships/image" Target="../media/image15.png"/><Relationship Id="rId3" Type="http://schemas.openxmlformats.org/officeDocument/2006/relationships/image" Target="../media/image10.png"/><Relationship Id="rId7" Type="http://schemas.openxmlformats.org/officeDocument/2006/relationships/image" Target="../media/image14.png"/><Relationship Id="rId2" Type="http://schemas.openxmlformats.org/officeDocument/2006/relationships/notesSlide" Target="../notesSlides/notesSlide6.xml"/><Relationship Id="rId1" Type="http://schemas.openxmlformats.org/officeDocument/2006/relationships/slideLayout" Target="../slideLayouts/slideLayout2.xml"/><Relationship Id="rId6" Type="http://schemas.openxmlformats.org/officeDocument/2006/relationships/image" Target="../media/image13.png"/><Relationship Id="rId5" Type="http://schemas.openxmlformats.org/officeDocument/2006/relationships/image" Target="../media/image12.png"/><Relationship Id="rId4" Type="http://schemas.openxmlformats.org/officeDocument/2006/relationships/image" Target="../media/image11.png"/></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customXml" Target="../ink/ink1.xml"/><Relationship Id="rId2" Type="http://schemas.openxmlformats.org/officeDocument/2006/relationships/image" Target="../media/image17.png"/><Relationship Id="rId1" Type="http://schemas.openxmlformats.org/officeDocument/2006/relationships/slideLayout" Target="../slideLayouts/slideLayout2.xml"/><Relationship Id="rId6" Type="http://schemas.openxmlformats.org/officeDocument/2006/relationships/image" Target="../media/image19.png"/><Relationship Id="rId5" Type="http://schemas.openxmlformats.org/officeDocument/2006/relationships/customXml" Target="../ink/ink2.xml"/><Relationship Id="rId4" Type="http://schemas.openxmlformats.org/officeDocument/2006/relationships/image" Target="../media/image18.png"/></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18.jpeg"/><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image" Target="../media/image29.png"/><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3" Type="http://schemas.openxmlformats.org/officeDocument/2006/relationships/image" Target="../media/image32.jpeg"/><Relationship Id="rId2" Type="http://schemas.openxmlformats.org/officeDocument/2006/relationships/image" Target="../media/image31.jpeg"/><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2050" name="Rectangle 2"/>
          <p:cNvSpPr>
            <a:spLocks noGrp="1" noChangeArrowheads="1"/>
          </p:cNvSpPr>
          <p:nvPr>
            <p:ph type="ctrTitle"/>
          </p:nvPr>
        </p:nvSpPr>
        <p:spPr>
          <a:xfrm>
            <a:off x="1199456" y="2852936"/>
            <a:ext cx="10297144" cy="1790700"/>
          </a:xfrm>
        </p:spPr>
        <p:txBody>
          <a:bodyPr/>
          <a:lstStyle/>
          <a:p>
            <a:pPr eaLnBrk="1" hangingPunct="1">
              <a:defRPr/>
            </a:pPr>
            <a:r>
              <a:rPr lang="en-US" altLang="zh-CN" u="sng" dirty="0">
                <a:solidFill>
                  <a:srgbClr val="A50021"/>
                </a:solidFill>
                <a:latin typeface="华文楷体" panose="02010600040101010101" pitchFamily="2" charset="-122"/>
                <a:ea typeface="华文楷体" panose="02010600040101010101" pitchFamily="2" charset="-122"/>
              </a:rPr>
              <a:t>UML</a:t>
            </a:r>
            <a:r>
              <a:rPr lang="zh-CN" altLang="en-US" u="sng" dirty="0">
                <a:solidFill>
                  <a:srgbClr val="A50021"/>
                </a:solidFill>
                <a:latin typeface="华文楷体" panose="02010600040101010101" pitchFamily="2" charset="-122"/>
                <a:ea typeface="华文楷体" panose="02010600040101010101" pitchFamily="2" charset="-122"/>
              </a:rPr>
              <a:t>基础</a:t>
            </a:r>
            <a:r>
              <a:rPr lang="en-US" altLang="zh-CN" u="sng" dirty="0">
                <a:solidFill>
                  <a:srgbClr val="A50021"/>
                </a:solidFill>
                <a:latin typeface="华文楷体" panose="02010600040101010101" pitchFamily="2" charset="-122"/>
                <a:ea typeface="华文楷体" panose="02010600040101010101" pitchFamily="2" charset="-122"/>
              </a:rPr>
              <a:t>Ⅰ</a:t>
            </a:r>
            <a:r>
              <a:rPr lang="zh-CN" altLang="en-US" u="sng" dirty="0">
                <a:solidFill>
                  <a:srgbClr val="A50021"/>
                </a:solidFill>
                <a:latin typeface="华文楷体" panose="02010600040101010101" pitchFamily="2" charset="-122"/>
                <a:ea typeface="华文楷体" panose="02010600040101010101" pitchFamily="2" charset="-122"/>
              </a:rPr>
              <a:t>：用例图、类图、状态图、顺序图、协作图、部署图</a:t>
            </a:r>
            <a:br>
              <a:rPr lang="zh-CN" altLang="en-US" sz="4000" dirty="0"/>
            </a:br>
            <a:r>
              <a:rPr lang="en-US" altLang="zh-CN" sz="3200" i="1" dirty="0"/>
              <a:t>UML Basics I: Use Case Diagram, Class Diagram, State Diagram, Sequence Diagram, Collaboration Diagram, Deployment Diagram</a:t>
            </a:r>
          </a:p>
        </p:txBody>
      </p:sp>
      <p:sp>
        <p:nvSpPr>
          <p:cNvPr id="4" name="Rectangle 3"/>
          <p:cNvSpPr>
            <a:spLocks noGrp="1" noChangeArrowheads="1"/>
          </p:cNvSpPr>
          <p:nvPr/>
        </p:nvSpPr>
        <p:spPr>
          <a:xfrm>
            <a:off x="2895600" y="5013176"/>
            <a:ext cx="6400800" cy="1752600"/>
          </a:xfrm>
          <a:prstGeom prst="rect">
            <a:avLst/>
          </a:prstGeom>
          <a:noFill/>
          <a:ln>
            <a:noFill/>
          </a:ln>
        </p:spPr>
        <p:txBody>
          <a:bodyPr vert="horz" wrap="square" lIns="91440" tIns="45720" rIns="91440" bIns="45720" numCol="1" anchor="t" anchorCtr="0" compatLnSpc="1"/>
          <a:lstStyle>
            <a:lvl1pPr marL="0" indent="0" algn="ctr" rtl="0" eaLnBrk="0" fontAlgn="base" hangingPunct="0">
              <a:spcBef>
                <a:spcPct val="20000"/>
              </a:spcBef>
              <a:spcAft>
                <a:spcPct val="0"/>
              </a:spcAft>
              <a:buClr>
                <a:srgbClr val="A50021"/>
              </a:buClr>
              <a:buSzPct val="80000"/>
              <a:buFont typeface="Wingdings" panose="05000000000000000000" pitchFamily="2" charset="2"/>
              <a:buNone/>
              <a:defRPr kumimoji="1" sz="3200" b="0" baseline="0">
                <a:solidFill>
                  <a:schemeClr val="tx1"/>
                </a:solidFill>
                <a:latin typeface="+mn-lt"/>
                <a:ea typeface="微软雅黑" panose="020B0503020204020204" pitchFamily="34" charset="-122"/>
                <a:cs typeface="+mn-cs"/>
              </a:defRPr>
            </a:lvl1pPr>
            <a:lvl2pPr marL="742950" indent="-285750" algn="l" rtl="0" eaLnBrk="0" fontAlgn="base" hangingPunct="0">
              <a:spcBef>
                <a:spcPct val="20000"/>
              </a:spcBef>
              <a:spcAft>
                <a:spcPct val="0"/>
              </a:spcAft>
              <a:buClr>
                <a:schemeClr val="tx2"/>
              </a:buClr>
              <a:buSzPct val="70000"/>
              <a:buFont typeface="Wingdings" panose="05000000000000000000" pitchFamily="2" charset="2"/>
              <a:buChar char="u"/>
              <a:defRPr kumimoji="1" sz="2800" b="0" baseline="0">
                <a:solidFill>
                  <a:schemeClr val="tx1"/>
                </a:solidFill>
                <a:latin typeface="+mn-lt"/>
                <a:ea typeface="微软雅黑" panose="020B0503020204020204" pitchFamily="34" charset="-122"/>
              </a:defRPr>
            </a:lvl2pPr>
            <a:lvl3pPr marL="1143000" indent="-228600" algn="l" rtl="0" eaLnBrk="0" fontAlgn="base" hangingPunct="0">
              <a:spcBef>
                <a:spcPct val="20000"/>
              </a:spcBef>
              <a:spcAft>
                <a:spcPct val="0"/>
              </a:spcAft>
              <a:buClr>
                <a:schemeClr val="hlink"/>
              </a:buClr>
              <a:buSzPct val="70000"/>
              <a:buFont typeface="Wingdings" panose="05000000000000000000" pitchFamily="2" charset="2"/>
              <a:buChar char="Ø"/>
              <a:defRPr kumimoji="1" sz="2400" b="0" baseline="0">
                <a:solidFill>
                  <a:schemeClr val="tx1"/>
                </a:solidFill>
                <a:latin typeface="+mn-lt"/>
                <a:ea typeface="微软雅黑" panose="020B0503020204020204" pitchFamily="34" charset="-122"/>
              </a:defRPr>
            </a:lvl3pPr>
            <a:lvl4pPr marL="1600200" indent="-228600" algn="l" rtl="0" eaLnBrk="0" fontAlgn="base" hangingPunct="0">
              <a:spcBef>
                <a:spcPct val="20000"/>
              </a:spcBef>
              <a:spcAft>
                <a:spcPct val="0"/>
              </a:spcAft>
              <a:buClr>
                <a:schemeClr val="folHlink"/>
              </a:buClr>
              <a:buSzPct val="70000"/>
              <a:buFont typeface="Wingdings" panose="05000000000000000000" pitchFamily="2" charset="2"/>
              <a:buChar char="ü"/>
              <a:defRPr kumimoji="1" sz="2000" b="0" baseline="0">
                <a:solidFill>
                  <a:schemeClr val="tx1"/>
                </a:solidFill>
                <a:latin typeface="+mn-lt"/>
                <a:ea typeface="微软雅黑" panose="020B0503020204020204" pitchFamily="34" charset="-122"/>
              </a:defRPr>
            </a:lvl4pPr>
            <a:lvl5pPr marL="2057400" indent="-228600" algn="l" rtl="0" eaLnBrk="0" fontAlgn="base" hangingPunct="0">
              <a:spcBef>
                <a:spcPct val="20000"/>
              </a:spcBef>
              <a:spcAft>
                <a:spcPct val="0"/>
              </a:spcAft>
              <a:buClr>
                <a:schemeClr val="hlink"/>
              </a:buClr>
              <a:buSzPct val="70000"/>
              <a:buFont typeface="Wingdings" panose="05000000000000000000" pitchFamily="2" charset="2"/>
              <a:buChar char="n"/>
              <a:defRPr kumimoji="1" sz="2000" b="0" baseline="0">
                <a:solidFill>
                  <a:schemeClr val="tx1"/>
                </a:solidFill>
                <a:latin typeface="+mn-lt"/>
                <a:ea typeface="微软雅黑" panose="020B0503020204020204" pitchFamily="34" charset="-122"/>
              </a:defRPr>
            </a:lvl5pPr>
            <a:lvl6pPr marL="2514600" indent="-228600" algn="l" rtl="0" fontAlgn="base">
              <a:spcBef>
                <a:spcPct val="20000"/>
              </a:spcBef>
              <a:spcAft>
                <a:spcPct val="0"/>
              </a:spcAft>
              <a:buClr>
                <a:schemeClr val="hlink"/>
              </a:buClr>
              <a:buSzPct val="70000"/>
              <a:buFont typeface="Wingdings" panose="05000000000000000000" pitchFamily="2" charset="2"/>
              <a:buChar char="n"/>
              <a:defRPr kumimoji="1" sz="2400" b="1">
                <a:solidFill>
                  <a:schemeClr val="tx1"/>
                </a:solidFill>
                <a:latin typeface="+mn-lt"/>
                <a:ea typeface="+mn-ea"/>
              </a:defRPr>
            </a:lvl6pPr>
            <a:lvl7pPr marL="2971800" indent="-228600" algn="l" rtl="0" fontAlgn="base">
              <a:spcBef>
                <a:spcPct val="20000"/>
              </a:spcBef>
              <a:spcAft>
                <a:spcPct val="0"/>
              </a:spcAft>
              <a:buClr>
                <a:schemeClr val="hlink"/>
              </a:buClr>
              <a:buSzPct val="70000"/>
              <a:buFont typeface="Wingdings" panose="05000000000000000000" pitchFamily="2" charset="2"/>
              <a:buChar char="n"/>
              <a:defRPr kumimoji="1" sz="2400" b="1">
                <a:solidFill>
                  <a:schemeClr val="tx1"/>
                </a:solidFill>
                <a:latin typeface="+mn-lt"/>
                <a:ea typeface="+mn-ea"/>
              </a:defRPr>
            </a:lvl7pPr>
            <a:lvl8pPr marL="3429000" indent="-228600" algn="l" rtl="0" fontAlgn="base">
              <a:spcBef>
                <a:spcPct val="20000"/>
              </a:spcBef>
              <a:spcAft>
                <a:spcPct val="0"/>
              </a:spcAft>
              <a:buClr>
                <a:schemeClr val="hlink"/>
              </a:buClr>
              <a:buSzPct val="70000"/>
              <a:buFont typeface="Wingdings" panose="05000000000000000000" pitchFamily="2" charset="2"/>
              <a:buChar char="n"/>
              <a:defRPr kumimoji="1" sz="2400" b="1">
                <a:solidFill>
                  <a:schemeClr val="tx1"/>
                </a:solidFill>
                <a:latin typeface="+mn-lt"/>
                <a:ea typeface="+mn-ea"/>
              </a:defRPr>
            </a:lvl8pPr>
            <a:lvl9pPr marL="3886200" indent="-228600" algn="l" rtl="0" fontAlgn="base">
              <a:spcBef>
                <a:spcPct val="20000"/>
              </a:spcBef>
              <a:spcAft>
                <a:spcPct val="0"/>
              </a:spcAft>
              <a:buClr>
                <a:schemeClr val="hlink"/>
              </a:buClr>
              <a:buSzPct val="70000"/>
              <a:buFont typeface="Wingdings" panose="05000000000000000000" pitchFamily="2" charset="2"/>
              <a:buChar char="n"/>
              <a:defRPr kumimoji="1" sz="2400" b="1">
                <a:solidFill>
                  <a:schemeClr val="tx1"/>
                </a:solidFill>
                <a:latin typeface="+mn-lt"/>
                <a:ea typeface="+mn-ea"/>
              </a:defRPr>
            </a:lvl9pPr>
          </a:lstStyle>
          <a:p>
            <a:pPr algn="l" eaLnBrk="1" hangingPunct="1"/>
            <a:r>
              <a:rPr lang="zh-CN" altLang="en-US" dirty="0"/>
              <a:t>主讲：陈鹏宇</a:t>
            </a:r>
            <a:r>
              <a:rPr lang="en-US" altLang="zh-CN" dirty="0"/>
              <a:t>     </a:t>
            </a:r>
            <a:r>
              <a:rPr lang="zh-CN" altLang="en-US" dirty="0"/>
              <a:t>时间：</a:t>
            </a:r>
            <a:r>
              <a:rPr lang="en-US" altLang="zh-CN" dirty="0"/>
              <a:t>2026/4/7</a:t>
            </a:r>
            <a:endParaRPr lang="zh-CN" altLang="en-US" dirty="0"/>
          </a:p>
        </p:txBody>
      </p:sp>
    </p:spTree>
  </p:cSld>
  <p:clrMapOvr>
    <a:masterClrMapping/>
  </p:clrMapOvr>
  <p:transition spd="slow">
    <p:comb/>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2192000" cy="6858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15"/>
            <a:stretch>
              <a:fillRect/>
            </a:stretch>
          </a:blipFill>
        </p:spPr>
      </p:sp>
      <p:sp>
        <p:nvSpPr>
          <p:cNvPr id="4" name="Freeform 4"/>
          <p:cNvSpPr/>
          <p:nvPr/>
        </p:nvSpPr>
        <p:spPr>
          <a:xfrm>
            <a:off x="0" y="1"/>
            <a:ext cx="12192000" cy="6857999"/>
          </a:xfrm>
          <a:custGeom>
            <a:avLst/>
            <a:gdLst/>
            <a:ahLst/>
            <a:cxnLst/>
            <a:rect l="l" t="t" r="r" b="b"/>
            <a:pathLst>
              <a:path w="18288000" h="10286998">
                <a:moveTo>
                  <a:pt x="0" y="0"/>
                </a:moveTo>
                <a:lnTo>
                  <a:pt x="18288000" y="0"/>
                </a:lnTo>
                <a:lnTo>
                  <a:pt x="18288000" y="10286999"/>
                </a:lnTo>
                <a:lnTo>
                  <a:pt x="0" y="10286999"/>
                </a:lnTo>
                <a:lnTo>
                  <a:pt x="0" y="0"/>
                </a:lnTo>
                <a:close/>
              </a:path>
            </a:pathLst>
          </a:custGeom>
          <a:blipFill>
            <a:blip r:embed="rId16"/>
            <a:stretch>
              <a:fillRect/>
            </a:stretch>
          </a:blipFill>
        </p:spPr>
      </p:sp>
      <p:grpSp>
        <p:nvGrpSpPr>
          <p:cNvPr id="5" name="Group 5"/>
          <p:cNvGrpSpPr/>
          <p:nvPr/>
        </p:nvGrpSpPr>
        <p:grpSpPr>
          <a:xfrm>
            <a:off x="47625" y="1271"/>
            <a:ext cx="12192000" cy="6857999"/>
            <a:chOff x="0" y="0"/>
            <a:chExt cx="24384000" cy="13715998"/>
          </a:xfrm>
        </p:grpSpPr>
        <p:sp>
          <p:nvSpPr>
            <p:cNvPr id="6" name="Freeform 6"/>
            <p:cNvSpPr/>
            <p:nvPr/>
          </p:nvSpPr>
          <p:spPr>
            <a:xfrm>
              <a:off x="0" y="0"/>
              <a:ext cx="24384000" cy="13716000"/>
            </a:xfrm>
            <a:custGeom>
              <a:avLst/>
              <a:gdLst/>
              <a:ahLst/>
              <a:cxnLst/>
              <a:rect l="l" t="t" r="r" b="b"/>
              <a:pathLst>
                <a:path w="24384000" h="13716000">
                  <a:moveTo>
                    <a:pt x="0" y="0"/>
                  </a:moveTo>
                  <a:lnTo>
                    <a:pt x="24384000" y="0"/>
                  </a:lnTo>
                  <a:lnTo>
                    <a:pt x="24384000" y="13716000"/>
                  </a:lnTo>
                  <a:lnTo>
                    <a:pt x="0" y="13716000"/>
                  </a:lnTo>
                  <a:close/>
                </a:path>
              </a:pathLst>
            </a:custGeom>
            <a:solidFill>
              <a:srgbClr val="FFFFFF">
                <a:alpha val="56078"/>
              </a:srgbClr>
            </a:solidFill>
          </p:spPr>
        </p:sp>
      </p:grpSp>
      <p:grpSp>
        <p:nvGrpSpPr>
          <p:cNvPr id="7" name="Group 7"/>
          <p:cNvGrpSpPr/>
          <p:nvPr/>
        </p:nvGrpSpPr>
        <p:grpSpPr>
          <a:xfrm>
            <a:off x="334" y="979"/>
            <a:ext cx="4823913" cy="6857247"/>
            <a:chOff x="0" y="0"/>
            <a:chExt cx="9647826" cy="13714494"/>
          </a:xfrm>
        </p:grpSpPr>
        <p:sp>
          <p:nvSpPr>
            <p:cNvPr id="8" name="Freeform 8"/>
            <p:cNvSpPr/>
            <p:nvPr/>
          </p:nvSpPr>
          <p:spPr>
            <a:xfrm>
              <a:off x="0" y="0"/>
              <a:ext cx="9647810" cy="13714476"/>
            </a:xfrm>
            <a:custGeom>
              <a:avLst/>
              <a:gdLst/>
              <a:ahLst/>
              <a:cxnLst/>
              <a:rect l="l" t="t" r="r" b="b"/>
              <a:pathLst>
                <a:path w="9647810" h="13714476">
                  <a:moveTo>
                    <a:pt x="8181975" y="0"/>
                  </a:moveTo>
                  <a:lnTo>
                    <a:pt x="0" y="0"/>
                  </a:lnTo>
                  <a:lnTo>
                    <a:pt x="0" y="13714476"/>
                  </a:lnTo>
                  <a:lnTo>
                    <a:pt x="8132318" y="13714476"/>
                  </a:lnTo>
                  <a:lnTo>
                    <a:pt x="8438769" y="13008356"/>
                  </a:lnTo>
                  <a:lnTo>
                    <a:pt x="8712074" y="12276709"/>
                  </a:lnTo>
                  <a:lnTo>
                    <a:pt x="8960486" y="11540744"/>
                  </a:lnTo>
                  <a:lnTo>
                    <a:pt x="9163431" y="10779252"/>
                  </a:lnTo>
                  <a:lnTo>
                    <a:pt x="9337294" y="10013569"/>
                  </a:lnTo>
                  <a:lnTo>
                    <a:pt x="9473947" y="9222359"/>
                  </a:lnTo>
                  <a:lnTo>
                    <a:pt x="9569197" y="8426831"/>
                  </a:lnTo>
                  <a:lnTo>
                    <a:pt x="9627108" y="7622794"/>
                  </a:lnTo>
                  <a:lnTo>
                    <a:pt x="9647810" y="6801739"/>
                  </a:lnTo>
                  <a:lnTo>
                    <a:pt x="9627108" y="5997702"/>
                  </a:lnTo>
                  <a:lnTo>
                    <a:pt x="9569197" y="5202174"/>
                  </a:lnTo>
                  <a:lnTo>
                    <a:pt x="9473947" y="4419473"/>
                  </a:lnTo>
                  <a:lnTo>
                    <a:pt x="9345550" y="3645281"/>
                  </a:lnTo>
                  <a:lnTo>
                    <a:pt x="9184005" y="2888107"/>
                  </a:lnTo>
                  <a:lnTo>
                    <a:pt x="8981060" y="2143633"/>
                  </a:lnTo>
                  <a:lnTo>
                    <a:pt x="8749157" y="1411986"/>
                  </a:lnTo>
                  <a:lnTo>
                    <a:pt x="8480044" y="688848"/>
                  </a:lnTo>
                  <a:lnTo>
                    <a:pt x="8181975" y="0"/>
                  </a:lnTo>
                  <a:close/>
                </a:path>
              </a:pathLst>
            </a:custGeom>
            <a:solidFill>
              <a:srgbClr val="0053A3"/>
            </a:solidFill>
          </p:spPr>
        </p:sp>
      </p:grpSp>
      <p:grpSp>
        <p:nvGrpSpPr>
          <p:cNvPr id="9" name="Group 9"/>
          <p:cNvGrpSpPr/>
          <p:nvPr/>
        </p:nvGrpSpPr>
        <p:grpSpPr>
          <a:xfrm>
            <a:off x="1067427" y="2594960"/>
            <a:ext cx="2656118" cy="1731142"/>
            <a:chOff x="0" y="0"/>
            <a:chExt cx="5312236" cy="3462284"/>
          </a:xfrm>
        </p:grpSpPr>
        <p:sp>
          <p:nvSpPr>
            <p:cNvPr id="10" name="Freeform 10"/>
            <p:cNvSpPr/>
            <p:nvPr/>
          </p:nvSpPr>
          <p:spPr>
            <a:xfrm>
              <a:off x="0" y="0"/>
              <a:ext cx="5312283" cy="3462274"/>
            </a:xfrm>
            <a:custGeom>
              <a:avLst/>
              <a:gdLst/>
              <a:ahLst/>
              <a:cxnLst/>
              <a:rect l="l" t="t" r="r" b="b"/>
              <a:pathLst>
                <a:path w="5312283" h="3462274">
                  <a:moveTo>
                    <a:pt x="12700" y="0"/>
                  </a:moveTo>
                  <a:lnTo>
                    <a:pt x="5299583" y="0"/>
                  </a:lnTo>
                  <a:cubicBezTo>
                    <a:pt x="5306568" y="0"/>
                    <a:pt x="5312283" y="5715"/>
                    <a:pt x="5312283" y="12700"/>
                  </a:cubicBezTo>
                  <a:lnTo>
                    <a:pt x="5312283" y="3449574"/>
                  </a:lnTo>
                  <a:cubicBezTo>
                    <a:pt x="5312283" y="3456559"/>
                    <a:pt x="5306568" y="3462274"/>
                    <a:pt x="5299583" y="3462274"/>
                  </a:cubicBezTo>
                  <a:lnTo>
                    <a:pt x="12700" y="3462274"/>
                  </a:lnTo>
                  <a:cubicBezTo>
                    <a:pt x="5715" y="3462274"/>
                    <a:pt x="0" y="3456559"/>
                    <a:pt x="0" y="3449574"/>
                  </a:cubicBezTo>
                  <a:lnTo>
                    <a:pt x="0" y="12700"/>
                  </a:lnTo>
                  <a:cubicBezTo>
                    <a:pt x="0" y="5715"/>
                    <a:pt x="5715" y="0"/>
                    <a:pt x="12700" y="0"/>
                  </a:cubicBezTo>
                  <a:moveTo>
                    <a:pt x="12700" y="25400"/>
                  </a:moveTo>
                  <a:lnTo>
                    <a:pt x="12700" y="12700"/>
                  </a:lnTo>
                  <a:lnTo>
                    <a:pt x="25400" y="12700"/>
                  </a:lnTo>
                  <a:lnTo>
                    <a:pt x="25400" y="3449574"/>
                  </a:lnTo>
                  <a:lnTo>
                    <a:pt x="12700" y="3449574"/>
                  </a:lnTo>
                  <a:lnTo>
                    <a:pt x="12700" y="3436874"/>
                  </a:lnTo>
                  <a:lnTo>
                    <a:pt x="5299583" y="3436874"/>
                  </a:lnTo>
                  <a:lnTo>
                    <a:pt x="5299583" y="3449574"/>
                  </a:lnTo>
                  <a:lnTo>
                    <a:pt x="5286883" y="3449574"/>
                  </a:lnTo>
                  <a:lnTo>
                    <a:pt x="5286883" y="12700"/>
                  </a:lnTo>
                  <a:lnTo>
                    <a:pt x="5299583" y="12700"/>
                  </a:lnTo>
                  <a:lnTo>
                    <a:pt x="5299583" y="25400"/>
                  </a:lnTo>
                  <a:lnTo>
                    <a:pt x="12700" y="25400"/>
                  </a:lnTo>
                  <a:close/>
                </a:path>
              </a:pathLst>
            </a:custGeom>
            <a:solidFill>
              <a:srgbClr val="FFFFFF"/>
            </a:solidFill>
          </p:spPr>
        </p:sp>
      </p:grpSp>
      <p:sp>
        <p:nvSpPr>
          <p:cNvPr id="11" name="TextBox 11"/>
          <p:cNvSpPr txBox="1"/>
          <p:nvPr/>
        </p:nvSpPr>
        <p:spPr>
          <a:xfrm>
            <a:off x="1505185" y="2753232"/>
            <a:ext cx="1780603" cy="1181735"/>
          </a:xfrm>
          <a:prstGeom prst="rect">
            <a:avLst/>
          </a:prstGeom>
        </p:spPr>
        <p:txBody>
          <a:bodyPr lIns="0" tIns="0" rIns="0" bIns="0" rtlCol="0" anchor="t">
            <a:spAutoFit/>
          </a:bodyPr>
          <a:lstStyle/>
          <a:p>
            <a:pPr algn="ctr">
              <a:lnSpc>
                <a:spcPts val="9215"/>
              </a:lnSpc>
            </a:pPr>
            <a:r>
              <a:rPr lang="en-US" sz="5120" b="1">
                <a:solidFill>
                  <a:srgbClr val="FFFFFF"/>
                </a:solidFill>
                <a:latin typeface="思源黑体 Bold" panose="020B0800000000000000" charset="-122"/>
                <a:ea typeface="思源黑体 Bold" panose="020B0800000000000000" charset="-122"/>
                <a:cs typeface="思源黑体 Bold" panose="020B0800000000000000" charset="-122"/>
                <a:sym typeface="思源黑体 Bold" panose="020B0800000000000000" charset="-122"/>
              </a:rPr>
              <a:t>目 录</a:t>
            </a:r>
          </a:p>
        </p:txBody>
      </p:sp>
      <p:sp>
        <p:nvSpPr>
          <p:cNvPr id="12" name="TextBox 12"/>
          <p:cNvSpPr txBox="1"/>
          <p:nvPr/>
        </p:nvSpPr>
        <p:spPr>
          <a:xfrm>
            <a:off x="1290946" y="3666511"/>
            <a:ext cx="2209080" cy="699770"/>
          </a:xfrm>
          <a:prstGeom prst="rect">
            <a:avLst/>
          </a:prstGeom>
        </p:spPr>
        <p:txBody>
          <a:bodyPr lIns="0" tIns="0" rIns="0" bIns="0" rtlCol="0" anchor="t">
            <a:spAutoFit/>
          </a:bodyPr>
          <a:lstStyle/>
          <a:p>
            <a:pPr algn="ctr">
              <a:lnSpc>
                <a:spcPts val="5460"/>
              </a:lnSpc>
            </a:pPr>
            <a:r>
              <a:rPr lang="en-US" sz="3035" b="1">
                <a:solidFill>
                  <a:srgbClr val="FFFFFF"/>
                </a:solidFill>
                <a:latin typeface="Arial MT Pro Bold" panose="020B0802020202020204"/>
                <a:ea typeface="Arial MT Pro Bold" panose="020B0802020202020204"/>
                <a:cs typeface="Arial MT Pro Bold" panose="020B0802020202020204"/>
                <a:sym typeface="Arial MT Pro Bold" panose="020B0802020202020204"/>
              </a:rPr>
              <a:t>CONTENTS</a:t>
            </a:r>
          </a:p>
        </p:txBody>
      </p:sp>
      <p:sp>
        <p:nvSpPr>
          <p:cNvPr id="13" name="TextBox 13"/>
          <p:cNvSpPr txBox="1"/>
          <p:nvPr>
            <p:custDataLst>
              <p:tags r:id="rId1"/>
            </p:custDataLst>
          </p:nvPr>
        </p:nvSpPr>
        <p:spPr>
          <a:xfrm>
            <a:off x="6900421" y="348802"/>
            <a:ext cx="5027930" cy="774251"/>
          </a:xfrm>
          <a:prstGeom prst="rect">
            <a:avLst/>
          </a:prstGeom>
        </p:spPr>
        <p:txBody>
          <a:bodyPr wrap="square" lIns="0" tIns="0" rIns="0" bIns="0" rtlCol="0" anchor="t">
            <a:spAutoFit/>
          </a:bodyPr>
          <a:lstStyle/>
          <a:p>
            <a:pPr algn="l">
              <a:lnSpc>
                <a:spcPts val="6910"/>
              </a:lnSpc>
            </a:pPr>
            <a:r>
              <a:rPr lang="zh-CN" altLang="en-US" sz="3200" dirty="0">
                <a:effectLst>
                  <a:outerShdw blurRad="38100" dist="38100" dir="2700000" algn="tl">
                    <a:srgbClr val="C0C0C0"/>
                  </a:outerShdw>
                </a:effectLst>
                <a:latin typeface="华文楷体" panose="02010600040101010101" pitchFamily="2" charset="-122"/>
                <a:ea typeface="华文楷体" panose="02010600040101010101" pitchFamily="2" charset="-122"/>
                <a:sym typeface="+mn-ea"/>
              </a:rPr>
              <a:t>课程回顾与</a:t>
            </a:r>
            <a:r>
              <a:rPr lang="en-US" altLang="zh-CN" sz="3200" dirty="0">
                <a:effectLst>
                  <a:outerShdw blurRad="38100" dist="38100" dir="2700000" algn="tl">
                    <a:srgbClr val="C0C0C0"/>
                  </a:outerShdw>
                </a:effectLst>
                <a:latin typeface="华文楷体" panose="02010600040101010101" pitchFamily="2" charset="-122"/>
                <a:ea typeface="华文楷体" panose="02010600040101010101" pitchFamily="2" charset="-122"/>
                <a:sym typeface="+mn-ea"/>
              </a:rPr>
              <a:t>UML</a:t>
            </a:r>
            <a:r>
              <a:rPr lang="zh-CN" altLang="en-US" sz="3200" dirty="0">
                <a:effectLst>
                  <a:outerShdw blurRad="38100" dist="38100" dir="2700000" algn="tl">
                    <a:srgbClr val="C0C0C0"/>
                  </a:outerShdw>
                </a:effectLst>
                <a:latin typeface="华文楷体" panose="02010600040101010101" pitchFamily="2" charset="-122"/>
                <a:ea typeface="华文楷体" panose="02010600040101010101" pitchFamily="2" charset="-122"/>
                <a:sym typeface="+mn-ea"/>
              </a:rPr>
              <a:t>核心图概览</a:t>
            </a:r>
            <a:endParaRPr lang="en-US" sz="3200" b="1" spc="300" dirty="0">
              <a:solidFill>
                <a:srgbClr val="262626"/>
              </a:solidFill>
              <a:latin typeface="思源黑体 Heavy" panose="020B0A00000000000000" charset="-122"/>
              <a:ea typeface="思源黑体 Heavy" panose="020B0A00000000000000" charset="-122"/>
              <a:cs typeface="思源黑体 Heavy" panose="020B0A00000000000000" charset="-122"/>
              <a:sym typeface="思源黑体 Heavy" panose="020B0A00000000000000" charset="-122"/>
            </a:endParaRPr>
          </a:p>
        </p:txBody>
      </p:sp>
      <p:sp>
        <p:nvSpPr>
          <p:cNvPr id="14" name="TextBox 14"/>
          <p:cNvSpPr txBox="1"/>
          <p:nvPr>
            <p:custDataLst>
              <p:tags r:id="rId2"/>
            </p:custDataLst>
          </p:nvPr>
        </p:nvSpPr>
        <p:spPr>
          <a:xfrm>
            <a:off x="5700267" y="332656"/>
            <a:ext cx="849630" cy="923290"/>
          </a:xfrm>
          <a:prstGeom prst="rect">
            <a:avLst/>
          </a:prstGeom>
        </p:spPr>
        <p:txBody>
          <a:bodyPr lIns="0" tIns="0" rIns="0" bIns="0" rtlCol="0" anchor="t">
            <a:spAutoFit/>
          </a:bodyPr>
          <a:lstStyle/>
          <a:p>
            <a:pPr algn="l">
              <a:lnSpc>
                <a:spcPts val="7200"/>
              </a:lnSpc>
            </a:pPr>
            <a:r>
              <a:rPr lang="en-US" sz="3200" b="1" dirty="0">
                <a:solidFill>
                  <a:srgbClr val="262626"/>
                </a:solidFill>
                <a:latin typeface="思源黑体 Bold" panose="020B0800000000000000" charset="-122"/>
                <a:ea typeface="思源黑体 Bold" panose="020B0800000000000000" charset="-122"/>
                <a:cs typeface="思源黑体 Bold" panose="020B0800000000000000" charset="-122"/>
                <a:sym typeface="思源黑体 Bold" panose="020B0800000000000000" charset="-122"/>
              </a:rPr>
              <a:t>01</a:t>
            </a:r>
          </a:p>
        </p:txBody>
      </p:sp>
      <p:sp>
        <p:nvSpPr>
          <p:cNvPr id="16" name="TextBox 16"/>
          <p:cNvSpPr txBox="1"/>
          <p:nvPr>
            <p:custDataLst>
              <p:tags r:id="rId3"/>
            </p:custDataLst>
          </p:nvPr>
        </p:nvSpPr>
        <p:spPr>
          <a:xfrm>
            <a:off x="6900417" y="1207759"/>
            <a:ext cx="5027930" cy="803105"/>
          </a:xfrm>
          <a:prstGeom prst="rect">
            <a:avLst/>
          </a:prstGeom>
        </p:spPr>
        <p:txBody>
          <a:bodyPr wrap="square" lIns="0" tIns="0" rIns="0" bIns="0" rtlCol="0" anchor="t">
            <a:spAutoFit/>
          </a:bodyPr>
          <a:lstStyle/>
          <a:p>
            <a:pPr algn="l">
              <a:lnSpc>
                <a:spcPts val="7200"/>
              </a:lnSpc>
              <a:buClrTx/>
              <a:buSzTx/>
              <a:buFontTx/>
            </a:pPr>
            <a:r>
              <a:rPr lang="zh-CN" altLang="en-US" sz="3200" dirty="0">
                <a:effectLst>
                  <a:outerShdw blurRad="38100" dist="38100" dir="2700000" algn="tl">
                    <a:srgbClr val="C0C0C0"/>
                  </a:outerShdw>
                </a:effectLst>
                <a:latin typeface="华文楷体" panose="02010600040101010101" pitchFamily="2" charset="-122"/>
                <a:ea typeface="华文楷体" panose="02010600040101010101" pitchFamily="2" charset="-122"/>
                <a:sym typeface="+mn-ea"/>
              </a:rPr>
              <a:t>用例图</a:t>
            </a:r>
            <a:endParaRPr lang="en-US" sz="3200" b="1" dirty="0">
              <a:solidFill>
                <a:srgbClr val="262626"/>
              </a:solidFill>
              <a:latin typeface="思源黑体 Bold" panose="020B0800000000000000" charset="-122"/>
              <a:ea typeface="思源黑体 Bold" panose="020B0800000000000000" charset="-122"/>
              <a:cs typeface="思源黑体 Bold" panose="020B0800000000000000" charset="-122"/>
              <a:sym typeface="思源黑体 Heavy" panose="020B0A00000000000000" charset="-122"/>
            </a:endParaRPr>
          </a:p>
        </p:txBody>
      </p:sp>
      <p:sp>
        <p:nvSpPr>
          <p:cNvPr id="17" name="TextBox 17"/>
          <p:cNvSpPr txBox="1"/>
          <p:nvPr>
            <p:custDataLst>
              <p:tags r:id="rId4"/>
            </p:custDataLst>
          </p:nvPr>
        </p:nvSpPr>
        <p:spPr>
          <a:xfrm>
            <a:off x="5700267" y="1263074"/>
            <a:ext cx="849630" cy="923290"/>
          </a:xfrm>
          <a:prstGeom prst="rect">
            <a:avLst/>
          </a:prstGeom>
        </p:spPr>
        <p:txBody>
          <a:bodyPr lIns="0" tIns="0" rIns="0" bIns="0" rtlCol="0" anchor="t">
            <a:spAutoFit/>
          </a:bodyPr>
          <a:lstStyle/>
          <a:p>
            <a:pPr algn="l">
              <a:lnSpc>
                <a:spcPts val="7200"/>
              </a:lnSpc>
            </a:pPr>
            <a:r>
              <a:rPr lang="en-US" sz="3200" b="1">
                <a:solidFill>
                  <a:srgbClr val="262626"/>
                </a:solidFill>
                <a:latin typeface="思源黑体 Bold" panose="020B0800000000000000" charset="-122"/>
                <a:ea typeface="思源黑体 Bold" panose="020B0800000000000000" charset="-122"/>
                <a:cs typeface="思源黑体 Bold" panose="020B0800000000000000" charset="-122"/>
                <a:sym typeface="思源黑体 Bold" panose="020B0800000000000000" charset="-122"/>
              </a:rPr>
              <a:t>02</a:t>
            </a:r>
          </a:p>
        </p:txBody>
      </p:sp>
      <p:sp>
        <p:nvSpPr>
          <p:cNvPr id="19" name="TextBox 19"/>
          <p:cNvSpPr txBox="1"/>
          <p:nvPr>
            <p:custDataLst>
              <p:tags r:id="rId5"/>
            </p:custDataLst>
          </p:nvPr>
        </p:nvSpPr>
        <p:spPr>
          <a:xfrm>
            <a:off x="6900421" y="2530662"/>
            <a:ext cx="4136390" cy="492125"/>
          </a:xfrm>
          <a:prstGeom prst="rect">
            <a:avLst/>
          </a:prstGeom>
        </p:spPr>
        <p:txBody>
          <a:bodyPr wrap="square" lIns="0" tIns="0" rIns="0" bIns="0" rtlCol="0" anchor="t">
            <a:spAutoFit/>
          </a:bodyPr>
          <a:lstStyle/>
          <a:p>
            <a:pPr eaLnBrk="1" hangingPunct="1">
              <a:defRPr/>
            </a:pPr>
            <a:r>
              <a:rPr lang="zh-CN" altLang="en-US" sz="3200" dirty="0">
                <a:effectLst>
                  <a:outerShdw blurRad="38100" dist="38100" dir="2700000" algn="tl">
                    <a:srgbClr val="C0C0C0"/>
                  </a:outerShdw>
                </a:effectLst>
                <a:latin typeface="华文楷体" panose="02010600040101010101" pitchFamily="2" charset="-122"/>
                <a:ea typeface="华文楷体" panose="02010600040101010101" pitchFamily="2" charset="-122"/>
                <a:sym typeface="+mn-ea"/>
              </a:rPr>
              <a:t>类图</a:t>
            </a:r>
            <a:endParaRPr lang="zh-CN" altLang="en-US" sz="3200" b="1" dirty="0">
              <a:effectLst>
                <a:outerShdw blurRad="38100" dist="38100" dir="2700000" algn="tl">
                  <a:srgbClr val="C0C0C0"/>
                </a:outerShdw>
              </a:effectLst>
              <a:latin typeface="华文楷体" panose="02010600040101010101" pitchFamily="2" charset="-122"/>
              <a:ea typeface="华文楷体" panose="02010600040101010101" pitchFamily="2" charset="-122"/>
              <a:sym typeface="思源黑体 Heavy" panose="020B0A00000000000000" charset="-122"/>
            </a:endParaRPr>
          </a:p>
        </p:txBody>
      </p:sp>
      <p:sp>
        <p:nvSpPr>
          <p:cNvPr id="20" name="TextBox 20"/>
          <p:cNvSpPr txBox="1"/>
          <p:nvPr>
            <p:custDataLst>
              <p:tags r:id="rId6"/>
            </p:custDataLst>
          </p:nvPr>
        </p:nvSpPr>
        <p:spPr>
          <a:xfrm>
            <a:off x="5700267" y="2193492"/>
            <a:ext cx="849630" cy="923290"/>
          </a:xfrm>
          <a:prstGeom prst="rect">
            <a:avLst/>
          </a:prstGeom>
        </p:spPr>
        <p:txBody>
          <a:bodyPr lIns="0" tIns="0" rIns="0" bIns="0" rtlCol="0" anchor="t">
            <a:spAutoFit/>
          </a:bodyPr>
          <a:lstStyle/>
          <a:p>
            <a:pPr algn="l">
              <a:lnSpc>
                <a:spcPts val="7200"/>
              </a:lnSpc>
              <a:buClrTx/>
              <a:buSzTx/>
              <a:buFontTx/>
            </a:pPr>
            <a:r>
              <a:rPr lang="en-US" sz="3200" b="1">
                <a:solidFill>
                  <a:srgbClr val="262626"/>
                </a:solidFill>
                <a:latin typeface="思源黑体 Bold" panose="020B0800000000000000" charset="-122"/>
                <a:ea typeface="思源黑体 Bold" panose="020B0800000000000000" charset="-122"/>
                <a:cs typeface="思源黑体 Bold" panose="020B0800000000000000" charset="-122"/>
                <a:sym typeface="思源黑体 Bold" panose="020B0800000000000000" charset="-122"/>
              </a:rPr>
              <a:t>03</a:t>
            </a:r>
          </a:p>
        </p:txBody>
      </p:sp>
      <p:sp>
        <p:nvSpPr>
          <p:cNvPr id="22" name="TextBox 22"/>
          <p:cNvSpPr txBox="1"/>
          <p:nvPr>
            <p:custDataLst>
              <p:tags r:id="rId7"/>
            </p:custDataLst>
          </p:nvPr>
        </p:nvSpPr>
        <p:spPr>
          <a:xfrm>
            <a:off x="6900421" y="3392992"/>
            <a:ext cx="5187950" cy="492443"/>
          </a:xfrm>
          <a:prstGeom prst="rect">
            <a:avLst/>
          </a:prstGeom>
        </p:spPr>
        <p:txBody>
          <a:bodyPr wrap="square" lIns="0" tIns="0" rIns="0" bIns="0" rtlCol="0" anchor="t">
            <a:spAutoFit/>
          </a:bodyPr>
          <a:lstStyle/>
          <a:p>
            <a:pPr algn="l">
              <a:lnSpc>
                <a:spcPct val="100000"/>
              </a:lnSpc>
              <a:buClrTx/>
              <a:buSzTx/>
              <a:buFontTx/>
              <a:defRPr/>
            </a:pPr>
            <a:r>
              <a:rPr lang="zh-CN" altLang="en-US" sz="3200" dirty="0">
                <a:effectLst>
                  <a:outerShdw blurRad="38100" dist="38100" dir="2700000" algn="tl">
                    <a:srgbClr val="C0C0C0"/>
                  </a:outerShdw>
                </a:effectLst>
                <a:latin typeface="华文楷体" panose="02010600040101010101" pitchFamily="2" charset="-122"/>
                <a:ea typeface="华文楷体" panose="02010600040101010101" pitchFamily="2" charset="-122"/>
                <a:sym typeface="+mn-ea"/>
              </a:rPr>
              <a:t>状态图</a:t>
            </a:r>
          </a:p>
        </p:txBody>
      </p:sp>
      <p:sp>
        <p:nvSpPr>
          <p:cNvPr id="23" name="TextBox 23"/>
          <p:cNvSpPr txBox="1"/>
          <p:nvPr>
            <p:custDataLst>
              <p:tags r:id="rId8"/>
            </p:custDataLst>
          </p:nvPr>
        </p:nvSpPr>
        <p:spPr>
          <a:xfrm>
            <a:off x="5700267" y="3052154"/>
            <a:ext cx="849630" cy="923290"/>
          </a:xfrm>
          <a:prstGeom prst="rect">
            <a:avLst/>
          </a:prstGeom>
        </p:spPr>
        <p:txBody>
          <a:bodyPr lIns="0" tIns="0" rIns="0" bIns="0" rtlCol="0" anchor="t">
            <a:spAutoFit/>
          </a:bodyPr>
          <a:lstStyle/>
          <a:p>
            <a:pPr algn="l">
              <a:lnSpc>
                <a:spcPts val="7200"/>
              </a:lnSpc>
              <a:buClrTx/>
              <a:buSzTx/>
              <a:buFontTx/>
            </a:pPr>
            <a:r>
              <a:rPr lang="en-US" sz="3200" b="1">
                <a:solidFill>
                  <a:srgbClr val="262626"/>
                </a:solidFill>
                <a:latin typeface="思源黑体 Bold" panose="020B0800000000000000" charset="-122"/>
                <a:ea typeface="思源黑体 Bold" panose="020B0800000000000000" charset="-122"/>
                <a:cs typeface="思源黑体 Bold" panose="020B0800000000000000" charset="-122"/>
                <a:sym typeface="思源黑体 Bold" panose="020B0800000000000000" charset="-122"/>
              </a:rPr>
              <a:t>04</a:t>
            </a:r>
          </a:p>
        </p:txBody>
      </p:sp>
      <p:sp>
        <p:nvSpPr>
          <p:cNvPr id="26" name="Freeform 26"/>
          <p:cNvSpPr/>
          <p:nvPr/>
        </p:nvSpPr>
        <p:spPr>
          <a:xfrm>
            <a:off x="11639237" y="-561021"/>
            <a:ext cx="1349310" cy="1187390"/>
          </a:xfrm>
          <a:custGeom>
            <a:avLst/>
            <a:gdLst/>
            <a:ahLst/>
            <a:cxnLst/>
            <a:rect l="l" t="t" r="r" b="b"/>
            <a:pathLst>
              <a:path w="2023965" h="1781085">
                <a:moveTo>
                  <a:pt x="0" y="0"/>
                </a:moveTo>
                <a:lnTo>
                  <a:pt x="2023965" y="0"/>
                </a:lnTo>
                <a:lnTo>
                  <a:pt x="2023965" y="1781085"/>
                </a:lnTo>
                <a:lnTo>
                  <a:pt x="0" y="1781085"/>
                </a:lnTo>
                <a:lnTo>
                  <a:pt x="0" y="0"/>
                </a:lnTo>
                <a:close/>
              </a:path>
            </a:pathLst>
          </a:custGeom>
          <a:blipFill>
            <a:blip>
              <a:extLst>
                <a:ext uri="{96DAC541-7B7A-43D3-8B79-37D633B846F1}">
                  <asvg:svgBlip xmlns:asvg="http://schemas.microsoft.com/office/drawing/2016/SVG/main" r:embed="rId17"/>
                </a:ext>
              </a:extLst>
            </a:blip>
            <a:stretch>
              <a:fillRect/>
            </a:stretch>
          </a:blipFill>
        </p:spPr>
      </p:sp>
      <p:sp>
        <p:nvSpPr>
          <p:cNvPr id="27" name="Freeform 27"/>
          <p:cNvSpPr/>
          <p:nvPr/>
        </p:nvSpPr>
        <p:spPr>
          <a:xfrm>
            <a:off x="3392434" y="-217713"/>
            <a:ext cx="1987442" cy="7293426"/>
          </a:xfrm>
          <a:custGeom>
            <a:avLst/>
            <a:gdLst/>
            <a:ahLst/>
            <a:cxnLst/>
            <a:rect l="l" t="t" r="r" b="b"/>
            <a:pathLst>
              <a:path w="2981163" h="10940139">
                <a:moveTo>
                  <a:pt x="0" y="0"/>
                </a:moveTo>
                <a:lnTo>
                  <a:pt x="2981163" y="0"/>
                </a:lnTo>
                <a:lnTo>
                  <a:pt x="2981163" y="10940140"/>
                </a:lnTo>
                <a:lnTo>
                  <a:pt x="0" y="10940140"/>
                </a:lnTo>
                <a:lnTo>
                  <a:pt x="0" y="0"/>
                </a:lnTo>
                <a:close/>
              </a:path>
            </a:pathLst>
          </a:custGeom>
          <a:blipFill>
            <a:blip r:embed="rId18"/>
            <a:stretch>
              <a:fillRect/>
            </a:stretch>
          </a:blipFill>
        </p:spPr>
      </p:sp>
      <p:sp>
        <p:nvSpPr>
          <p:cNvPr id="30" name="TextBox 23"/>
          <p:cNvSpPr txBox="1"/>
          <p:nvPr>
            <p:custDataLst>
              <p:tags r:id="rId9"/>
            </p:custDataLst>
          </p:nvPr>
        </p:nvSpPr>
        <p:spPr>
          <a:xfrm>
            <a:off x="5700267" y="3968459"/>
            <a:ext cx="849630" cy="923290"/>
          </a:xfrm>
          <a:prstGeom prst="rect">
            <a:avLst/>
          </a:prstGeom>
        </p:spPr>
        <p:txBody>
          <a:bodyPr lIns="0" tIns="0" rIns="0" bIns="0" rtlCol="0" anchor="t">
            <a:spAutoFit/>
          </a:bodyPr>
          <a:lstStyle/>
          <a:p>
            <a:pPr algn="l">
              <a:lnSpc>
                <a:spcPts val="7200"/>
              </a:lnSpc>
              <a:buClrTx/>
              <a:buSzTx/>
              <a:buFontTx/>
            </a:pPr>
            <a:r>
              <a:rPr lang="en-US" sz="3200" b="1" dirty="0">
                <a:solidFill>
                  <a:srgbClr val="262626"/>
                </a:solidFill>
                <a:latin typeface="思源黑体 Bold" panose="020B0800000000000000" charset="-122"/>
                <a:ea typeface="思源黑体 Bold" panose="020B0800000000000000" charset="-122"/>
                <a:cs typeface="思源黑体 Bold" panose="020B0800000000000000" charset="-122"/>
                <a:sym typeface="思源黑体 Bold" panose="020B0800000000000000" charset="-122"/>
              </a:rPr>
              <a:t>05</a:t>
            </a:r>
          </a:p>
        </p:txBody>
      </p:sp>
      <p:sp>
        <p:nvSpPr>
          <p:cNvPr id="31" name="TextBox 22"/>
          <p:cNvSpPr txBox="1"/>
          <p:nvPr>
            <p:custDataLst>
              <p:tags r:id="rId10"/>
            </p:custDataLst>
          </p:nvPr>
        </p:nvSpPr>
        <p:spPr>
          <a:xfrm>
            <a:off x="6900421" y="3970842"/>
            <a:ext cx="5388267" cy="774251"/>
          </a:xfrm>
          <a:prstGeom prst="rect">
            <a:avLst/>
          </a:prstGeom>
        </p:spPr>
        <p:txBody>
          <a:bodyPr wrap="square" lIns="0" tIns="0" rIns="0" bIns="0" rtlCol="0" anchor="t">
            <a:spAutoFit/>
          </a:bodyPr>
          <a:lstStyle/>
          <a:p>
            <a:pPr algn="l">
              <a:lnSpc>
                <a:spcPts val="6910"/>
              </a:lnSpc>
            </a:pPr>
            <a:r>
              <a:rPr lang="zh-CN" altLang="en-US" sz="3200" dirty="0">
                <a:effectLst>
                  <a:outerShdw blurRad="38100" dist="38100" dir="2700000" algn="tl">
                    <a:srgbClr val="C0C0C0"/>
                  </a:outerShdw>
                </a:effectLst>
                <a:latin typeface="华文楷体" panose="02010600040101010101" pitchFamily="2" charset="-122"/>
                <a:ea typeface="华文楷体" panose="02010600040101010101" pitchFamily="2" charset="-122"/>
                <a:sym typeface="+mn-ea"/>
              </a:rPr>
              <a:t>顺序图与协作图</a:t>
            </a:r>
            <a:endParaRPr lang="en-US" sz="3200" b="1" spc="300" dirty="0">
              <a:solidFill>
                <a:srgbClr val="262626"/>
              </a:solidFill>
              <a:latin typeface="思源黑体 Heavy" panose="020B0A00000000000000" charset="-122"/>
              <a:ea typeface="思源黑体 Heavy" panose="020B0A00000000000000" charset="-122"/>
              <a:cs typeface="思源黑体 Heavy" panose="020B0A00000000000000" charset="-122"/>
              <a:sym typeface="思源黑体 Heavy" panose="020B0A00000000000000" charset="-122"/>
            </a:endParaRPr>
          </a:p>
        </p:txBody>
      </p:sp>
      <p:sp>
        <p:nvSpPr>
          <p:cNvPr id="3" name="TextBox 23"/>
          <p:cNvSpPr txBox="1"/>
          <p:nvPr>
            <p:custDataLst>
              <p:tags r:id="rId11"/>
            </p:custDataLst>
          </p:nvPr>
        </p:nvSpPr>
        <p:spPr>
          <a:xfrm>
            <a:off x="5700267" y="4881974"/>
            <a:ext cx="849630" cy="790153"/>
          </a:xfrm>
          <a:prstGeom prst="rect">
            <a:avLst/>
          </a:prstGeom>
        </p:spPr>
        <p:txBody>
          <a:bodyPr lIns="0" tIns="0" rIns="0" bIns="0" rtlCol="0" anchor="t">
            <a:spAutoFit/>
          </a:bodyPr>
          <a:lstStyle/>
          <a:p>
            <a:pPr algn="l">
              <a:lnSpc>
                <a:spcPts val="7200"/>
              </a:lnSpc>
              <a:buClrTx/>
              <a:buSzTx/>
              <a:buFontTx/>
            </a:pPr>
            <a:r>
              <a:rPr lang="en-US" sz="3200" b="1" dirty="0">
                <a:solidFill>
                  <a:srgbClr val="262626"/>
                </a:solidFill>
                <a:latin typeface="思源黑体 Bold" panose="020B0800000000000000" charset="-122"/>
                <a:ea typeface="思源黑体 Bold" panose="020B0800000000000000" charset="-122"/>
                <a:cs typeface="思源黑体 Bold" panose="020B0800000000000000" charset="-122"/>
                <a:sym typeface="思源黑体 Bold" panose="020B0800000000000000" charset="-122"/>
              </a:rPr>
              <a:t>06</a:t>
            </a:r>
          </a:p>
        </p:txBody>
      </p:sp>
      <p:sp>
        <p:nvSpPr>
          <p:cNvPr id="15" name="TextBox 22"/>
          <p:cNvSpPr txBox="1"/>
          <p:nvPr>
            <p:custDataLst>
              <p:tags r:id="rId12"/>
            </p:custDataLst>
          </p:nvPr>
        </p:nvSpPr>
        <p:spPr>
          <a:xfrm>
            <a:off x="6900421" y="4884357"/>
            <a:ext cx="5388267" cy="774251"/>
          </a:xfrm>
          <a:prstGeom prst="rect">
            <a:avLst/>
          </a:prstGeom>
        </p:spPr>
        <p:txBody>
          <a:bodyPr wrap="square" lIns="0" tIns="0" rIns="0" bIns="0" rtlCol="0" anchor="t">
            <a:spAutoFit/>
          </a:bodyPr>
          <a:lstStyle/>
          <a:p>
            <a:pPr algn="l">
              <a:lnSpc>
                <a:spcPts val="6910"/>
              </a:lnSpc>
            </a:pPr>
            <a:r>
              <a:rPr lang="zh-CN" altLang="en-US" sz="3200" dirty="0">
                <a:effectLst>
                  <a:outerShdw blurRad="38100" dist="38100" dir="2700000" algn="tl">
                    <a:srgbClr val="C0C0C0"/>
                  </a:outerShdw>
                </a:effectLst>
                <a:latin typeface="华文楷体" panose="02010600040101010101" pitchFamily="2" charset="-122"/>
                <a:ea typeface="华文楷体" panose="02010600040101010101" pitchFamily="2" charset="-122"/>
                <a:sym typeface="+mn-ea"/>
              </a:rPr>
              <a:t>部署图</a:t>
            </a:r>
            <a:endParaRPr lang="en-US" sz="3200" b="1" spc="300" dirty="0">
              <a:solidFill>
                <a:srgbClr val="262626"/>
              </a:solidFill>
              <a:latin typeface="思源黑体 Heavy" panose="020B0A00000000000000" charset="-122"/>
              <a:ea typeface="思源黑体 Heavy" panose="020B0A00000000000000" charset="-122"/>
              <a:cs typeface="思源黑体 Heavy" panose="020B0A00000000000000" charset="-122"/>
              <a:sym typeface="思源黑体 Heavy" panose="020B0A00000000000000" charset="-122"/>
            </a:endParaRPr>
          </a:p>
        </p:txBody>
      </p:sp>
    </p:spTree>
  </p:cSld>
  <p:clrMapOvr>
    <a:masterClrMapping/>
  </p:clrMapOvr>
  <p:transition spd="slow">
    <p:comb/>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1778" name="Rectangle 2"/>
          <p:cNvSpPr>
            <a:spLocks noGrp="1" noChangeArrowheads="1"/>
          </p:cNvSpPr>
          <p:nvPr>
            <p:ph type="ctrTitle"/>
          </p:nvPr>
        </p:nvSpPr>
        <p:spPr>
          <a:xfrm>
            <a:off x="914400" y="2565400"/>
            <a:ext cx="10363200" cy="1143000"/>
          </a:xfrm>
        </p:spPr>
        <p:txBody>
          <a:bodyPr/>
          <a:lstStyle/>
          <a:p>
            <a:pPr eaLnBrk="1" hangingPunct="1">
              <a:defRPr/>
            </a:pPr>
            <a:r>
              <a:rPr lang="zh-CN" altLang="en-US" dirty="0">
                <a:latin typeface="华文楷体" panose="02010600040101010101" pitchFamily="2" charset="-122"/>
                <a:ea typeface="华文楷体" panose="02010600040101010101" pitchFamily="2" charset="-122"/>
              </a:rPr>
              <a:t>第</a:t>
            </a:r>
            <a:r>
              <a:rPr lang="en-US" altLang="zh-CN" dirty="0">
                <a:latin typeface="华文楷体" panose="02010600040101010101" pitchFamily="2" charset="-122"/>
                <a:ea typeface="华文楷体" panose="02010600040101010101" pitchFamily="2" charset="-122"/>
              </a:rPr>
              <a:t>01</a:t>
            </a:r>
            <a:r>
              <a:rPr lang="zh-CN" altLang="en-US" dirty="0">
                <a:latin typeface="华文楷体" panose="02010600040101010101" pitchFamily="2" charset="-122"/>
                <a:ea typeface="华文楷体" panose="02010600040101010101" pitchFamily="2" charset="-122"/>
              </a:rPr>
              <a:t>章</a:t>
            </a:r>
            <a:r>
              <a:rPr lang="zh-CN" altLang="en-US" dirty="0">
                <a:latin typeface="华文楷体" panose="02010600040101010101" pitchFamily="2" charset="-122"/>
                <a:ea typeface="华文楷体" panose="02010600040101010101" pitchFamily="2" charset="-122"/>
                <a:sym typeface="+mn-ea"/>
              </a:rPr>
              <a:t>课程回顾与</a:t>
            </a:r>
            <a:r>
              <a:rPr lang="en-US" altLang="zh-CN" dirty="0">
                <a:latin typeface="华文楷体" panose="02010600040101010101" pitchFamily="2" charset="-122"/>
                <a:ea typeface="华文楷体" panose="02010600040101010101" pitchFamily="2" charset="-122"/>
                <a:sym typeface="+mn-ea"/>
              </a:rPr>
              <a:t>UML</a:t>
            </a:r>
            <a:r>
              <a:rPr lang="zh-CN" altLang="en-US" dirty="0">
                <a:latin typeface="华文楷体" panose="02010600040101010101" pitchFamily="2" charset="-122"/>
                <a:ea typeface="华文楷体" panose="02010600040101010101" pitchFamily="2" charset="-122"/>
                <a:sym typeface="+mn-ea"/>
              </a:rPr>
              <a:t>核心图概览</a:t>
            </a:r>
            <a:r>
              <a:rPr lang="en-US" altLang="zh-CN" baseline="30000" dirty="0">
                <a:solidFill>
                  <a:schemeClr val="tx2"/>
                </a:solidFill>
                <a:uFillTx/>
                <a:latin typeface="华文楷体" panose="02010600040101010101" pitchFamily="2" charset="-122"/>
                <a:ea typeface="华文楷体" panose="02010600040101010101" pitchFamily="2" charset="-122"/>
              </a:rPr>
              <a:t>[1]</a:t>
            </a:r>
          </a:p>
        </p:txBody>
      </p:sp>
      <p:sp>
        <p:nvSpPr>
          <p:cNvPr id="9219" name="Rectangle 3"/>
          <p:cNvSpPr>
            <a:spLocks noGrp="1" noChangeArrowheads="1"/>
          </p:cNvSpPr>
          <p:nvPr>
            <p:ph type="subTitle" idx="1"/>
          </p:nvPr>
        </p:nvSpPr>
        <p:spPr>
          <a:xfrm>
            <a:off x="1220258" y="3861048"/>
            <a:ext cx="9751484" cy="1752600"/>
          </a:xfrm>
        </p:spPr>
        <p:txBody>
          <a:bodyPr/>
          <a:lstStyle/>
          <a:p>
            <a:pPr eaLnBrk="1" hangingPunct="1"/>
            <a:r>
              <a:rPr lang="en-US" altLang="zh-CN" i="1" dirty="0">
                <a:solidFill>
                  <a:srgbClr val="003399"/>
                </a:solidFill>
              </a:rPr>
              <a:t>Course Review and Overview of Core UML Diagrams</a:t>
            </a:r>
          </a:p>
        </p:txBody>
      </p:sp>
    </p:spTree>
  </p:cSld>
  <p:clrMapOvr>
    <a:masterClrMapping/>
  </p:clrMapOvr>
  <p:transition spd="slow">
    <p:comb/>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灯片编号占位符 5"/>
          <p:cNvSpPr>
            <a:spLocks noGrp="1"/>
          </p:cNvSpPr>
          <p:nvPr>
            <p:ph type="sldNum" sz="quarter" idx="12"/>
          </p:nvPr>
        </p:nvSpPr>
        <p:spPr>
          <a:xfrm>
            <a:off x="8946515" y="7506653"/>
            <a:ext cx="2844800" cy="47625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b="1">
                <a:solidFill>
                  <a:schemeClr val="tx1"/>
                </a:solidFill>
                <a:latin typeface="Tahoma" panose="020B0604030504040204" pitchFamily="34" charset="0"/>
                <a:ea typeface="宋体" panose="02010600030101010101" pitchFamily="2" charset="-122"/>
              </a:defRPr>
            </a:lvl1pPr>
            <a:lvl2pPr marL="742950" indent="-285750" eaLnBrk="0" hangingPunct="0">
              <a:defRPr kumimoji="1" sz="2400" b="1">
                <a:solidFill>
                  <a:schemeClr val="tx1"/>
                </a:solidFill>
                <a:latin typeface="Tahoma" panose="020B0604030504040204" pitchFamily="34" charset="0"/>
                <a:ea typeface="宋体" panose="02010600030101010101" pitchFamily="2" charset="-122"/>
              </a:defRPr>
            </a:lvl2pPr>
            <a:lvl3pPr marL="1143000" indent="-228600" eaLnBrk="0" hangingPunct="0">
              <a:defRPr kumimoji="1" sz="2400" b="1">
                <a:solidFill>
                  <a:schemeClr val="tx1"/>
                </a:solidFill>
                <a:latin typeface="Tahoma" panose="020B0604030504040204" pitchFamily="34" charset="0"/>
                <a:ea typeface="宋体" panose="02010600030101010101" pitchFamily="2" charset="-122"/>
              </a:defRPr>
            </a:lvl3pPr>
            <a:lvl4pPr marL="1600200" indent="-228600" eaLnBrk="0" hangingPunct="0">
              <a:defRPr kumimoji="1" sz="2400" b="1">
                <a:solidFill>
                  <a:schemeClr val="tx1"/>
                </a:solidFill>
                <a:latin typeface="Tahoma" panose="020B0604030504040204" pitchFamily="34" charset="0"/>
                <a:ea typeface="宋体" panose="02010600030101010101" pitchFamily="2" charset="-122"/>
              </a:defRPr>
            </a:lvl4pPr>
            <a:lvl5pPr marL="2057400" indent="-228600" eaLnBrk="0" hangingPunct="0">
              <a:defRPr kumimoji="1" sz="2400" b="1">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9pPr>
          </a:lstStyle>
          <a:p>
            <a:pPr eaLnBrk="1" hangingPunct="1"/>
            <a:r>
              <a:rPr lang="en-US" altLang="zh-CN" sz="1200" b="0">
                <a:solidFill>
                  <a:srgbClr val="4D4D4D"/>
                </a:solidFill>
                <a:latin typeface="Arial" panose="020B0604020202020204" pitchFamily="34" charset="0"/>
              </a:rPr>
              <a:t>-</a:t>
            </a:r>
            <a:fld id="{6C253C83-286F-4683-B6E7-5B8E0D7D9935}" type="slidenum">
              <a:rPr lang="en-US" altLang="zh-CN" sz="1200" b="0">
                <a:solidFill>
                  <a:srgbClr val="4D4D4D"/>
                </a:solidFill>
                <a:latin typeface="Arial" panose="020B0604020202020204" pitchFamily="34" charset="0"/>
              </a:rPr>
              <a:t>4</a:t>
            </a:fld>
            <a:r>
              <a:rPr lang="en-US" altLang="zh-CN" sz="1200" b="0">
                <a:solidFill>
                  <a:srgbClr val="4D4D4D"/>
                </a:solidFill>
                <a:latin typeface="Arial" panose="020B0604020202020204" pitchFamily="34" charset="0"/>
              </a:rPr>
              <a:t>-</a:t>
            </a:r>
          </a:p>
        </p:txBody>
      </p:sp>
      <p:sp>
        <p:nvSpPr>
          <p:cNvPr id="4" name="Rectangle 2"/>
          <p:cNvSpPr>
            <a:spLocks noGrp="1" noChangeArrowheads="1"/>
          </p:cNvSpPr>
          <p:nvPr/>
        </p:nvSpPr>
        <p:spPr>
          <a:xfrm>
            <a:off x="767408" y="757716"/>
            <a:ext cx="10063501" cy="647700"/>
          </a:xfrm>
          <a:prstGeom prst="rect">
            <a:avLst/>
          </a:prstGeom>
          <a:noFill/>
          <a:ln>
            <a:noFill/>
          </a:ln>
        </p:spPr>
        <p:txBody>
          <a:bodyPr vert="horz" wrap="square" lIns="91440" tIns="45720" rIns="91440" bIns="45720" numCol="1" anchor="b" anchorCtr="0" compatLnSpc="1"/>
          <a:lstStyle>
            <a:lvl1pPr algn="l" rtl="0" eaLnBrk="0" fontAlgn="base" hangingPunct="0">
              <a:spcBef>
                <a:spcPct val="0"/>
              </a:spcBef>
              <a:spcAft>
                <a:spcPct val="0"/>
              </a:spcAft>
              <a:defRPr kumimoji="1" sz="4400" b="1">
                <a:solidFill>
                  <a:schemeClr val="tx2"/>
                </a:solidFill>
                <a:latin typeface="+mj-lt"/>
                <a:ea typeface="+mj-ea"/>
                <a:cs typeface="+mj-cs"/>
              </a:defRPr>
            </a:lvl1pPr>
            <a:lvl2pPr algn="l" rtl="0" eaLnBrk="0" fontAlgn="base" hangingPunct="0">
              <a:spcBef>
                <a:spcPct val="0"/>
              </a:spcBef>
              <a:spcAft>
                <a:spcPct val="0"/>
              </a:spcAft>
              <a:defRPr kumimoji="1" sz="4800" b="1">
                <a:solidFill>
                  <a:schemeClr val="tx2"/>
                </a:solidFill>
                <a:latin typeface="Tahoma" panose="020B0604030504040204" pitchFamily="34" charset="0"/>
                <a:ea typeface="幼圆" panose="02010509060101010101" pitchFamily="49" charset="-122"/>
              </a:defRPr>
            </a:lvl2pPr>
            <a:lvl3pPr algn="l" rtl="0" eaLnBrk="0" fontAlgn="base" hangingPunct="0">
              <a:spcBef>
                <a:spcPct val="0"/>
              </a:spcBef>
              <a:spcAft>
                <a:spcPct val="0"/>
              </a:spcAft>
              <a:defRPr kumimoji="1" sz="4800" b="1">
                <a:solidFill>
                  <a:schemeClr val="tx2"/>
                </a:solidFill>
                <a:latin typeface="Tahoma" panose="020B0604030504040204" pitchFamily="34" charset="0"/>
                <a:ea typeface="幼圆" panose="02010509060101010101" pitchFamily="49" charset="-122"/>
              </a:defRPr>
            </a:lvl3pPr>
            <a:lvl4pPr algn="l" rtl="0" eaLnBrk="0" fontAlgn="base" hangingPunct="0">
              <a:spcBef>
                <a:spcPct val="0"/>
              </a:spcBef>
              <a:spcAft>
                <a:spcPct val="0"/>
              </a:spcAft>
              <a:defRPr kumimoji="1" sz="4800" b="1">
                <a:solidFill>
                  <a:schemeClr val="tx2"/>
                </a:solidFill>
                <a:latin typeface="Tahoma" panose="020B0604030504040204" pitchFamily="34" charset="0"/>
                <a:ea typeface="幼圆" panose="02010509060101010101" pitchFamily="49" charset="-122"/>
              </a:defRPr>
            </a:lvl4pPr>
            <a:lvl5pPr algn="l" rtl="0" eaLnBrk="0" fontAlgn="base" hangingPunct="0">
              <a:spcBef>
                <a:spcPct val="0"/>
              </a:spcBef>
              <a:spcAft>
                <a:spcPct val="0"/>
              </a:spcAft>
              <a:defRPr kumimoji="1" sz="4800" b="1">
                <a:solidFill>
                  <a:schemeClr val="tx2"/>
                </a:solidFill>
                <a:latin typeface="Tahoma" panose="020B0604030504040204" pitchFamily="34" charset="0"/>
                <a:ea typeface="幼圆" panose="02010509060101010101" pitchFamily="49" charset="-122"/>
              </a:defRPr>
            </a:lvl5pPr>
            <a:lvl6pPr marL="457200" algn="l" rtl="0" fontAlgn="base">
              <a:spcBef>
                <a:spcPct val="0"/>
              </a:spcBef>
              <a:spcAft>
                <a:spcPct val="0"/>
              </a:spcAft>
              <a:defRPr kumimoji="1" sz="4800" b="1">
                <a:solidFill>
                  <a:schemeClr val="tx2"/>
                </a:solidFill>
                <a:latin typeface="Tahoma" panose="020B0604030504040204" pitchFamily="34" charset="0"/>
                <a:ea typeface="幼圆" panose="02010509060101010101" pitchFamily="49" charset="-122"/>
              </a:defRPr>
            </a:lvl6pPr>
            <a:lvl7pPr marL="914400" algn="l" rtl="0" fontAlgn="base">
              <a:spcBef>
                <a:spcPct val="0"/>
              </a:spcBef>
              <a:spcAft>
                <a:spcPct val="0"/>
              </a:spcAft>
              <a:defRPr kumimoji="1" sz="4800" b="1">
                <a:solidFill>
                  <a:schemeClr val="tx2"/>
                </a:solidFill>
                <a:latin typeface="Tahoma" panose="020B0604030504040204" pitchFamily="34" charset="0"/>
                <a:ea typeface="幼圆" panose="02010509060101010101" pitchFamily="49" charset="-122"/>
              </a:defRPr>
            </a:lvl7pPr>
            <a:lvl8pPr marL="1371600" algn="l" rtl="0" fontAlgn="base">
              <a:spcBef>
                <a:spcPct val="0"/>
              </a:spcBef>
              <a:spcAft>
                <a:spcPct val="0"/>
              </a:spcAft>
              <a:defRPr kumimoji="1" sz="4800" b="1">
                <a:solidFill>
                  <a:schemeClr val="tx2"/>
                </a:solidFill>
                <a:latin typeface="Tahoma" panose="020B0604030504040204" pitchFamily="34" charset="0"/>
                <a:ea typeface="幼圆" panose="02010509060101010101" pitchFamily="49" charset="-122"/>
              </a:defRPr>
            </a:lvl8pPr>
            <a:lvl9pPr marL="1828800" algn="l" rtl="0" fontAlgn="base">
              <a:spcBef>
                <a:spcPct val="0"/>
              </a:spcBef>
              <a:spcAft>
                <a:spcPct val="0"/>
              </a:spcAft>
              <a:defRPr kumimoji="1" sz="4800" b="1">
                <a:solidFill>
                  <a:schemeClr val="tx2"/>
                </a:solidFill>
                <a:latin typeface="Tahoma" panose="020B0604030504040204" pitchFamily="34" charset="0"/>
                <a:ea typeface="幼圆" panose="02010509060101010101" pitchFamily="49" charset="-122"/>
              </a:defRPr>
            </a:lvl9pPr>
          </a:lstStyle>
          <a:p>
            <a:pPr eaLnBrk="1" hangingPunct="1"/>
            <a:r>
              <a:rPr lang="zh-CN" altLang="en-US" dirty="0"/>
              <a:t>课程定位</a:t>
            </a:r>
          </a:p>
        </p:txBody>
      </p:sp>
      <p:sp>
        <p:nvSpPr>
          <p:cNvPr id="2" name="文本框 1"/>
          <p:cNvSpPr txBox="1"/>
          <p:nvPr/>
        </p:nvSpPr>
        <p:spPr>
          <a:xfrm>
            <a:off x="839416" y="1854488"/>
            <a:ext cx="9289032" cy="2601546"/>
          </a:xfrm>
          <a:prstGeom prst="rect">
            <a:avLst/>
          </a:prstGeom>
          <a:noFill/>
        </p:spPr>
        <p:txBody>
          <a:bodyPr wrap="square" rtlCol="0">
            <a:spAutoFit/>
          </a:bodyPr>
          <a:lstStyle/>
          <a:p>
            <a:pPr marL="457200" indent="-457200">
              <a:lnSpc>
                <a:spcPct val="150000"/>
              </a:lnSpc>
              <a:buFont typeface="Arial" panose="020B0604020202020204" pitchFamily="34" charset="0"/>
              <a:buChar char="•"/>
            </a:pPr>
            <a:r>
              <a:rPr lang="en-US" altLang="zh-CN" sz="2800" dirty="0">
                <a:latin typeface="微软雅黑" panose="020B0503020204020204" pitchFamily="34" charset="-122"/>
                <a:ea typeface="微软雅黑" panose="020B0503020204020204" pitchFamily="34" charset="-122"/>
              </a:rPr>
              <a:t>UML</a:t>
            </a:r>
            <a:r>
              <a:rPr lang="zh-CN" altLang="en-US" sz="2800" dirty="0">
                <a:latin typeface="微软雅黑" panose="020B0503020204020204" pitchFamily="34" charset="-122"/>
                <a:ea typeface="微软雅黑" panose="020B0503020204020204" pitchFamily="34" charset="-122"/>
              </a:rPr>
              <a:t>（统一建模语言）</a:t>
            </a:r>
            <a:r>
              <a:rPr lang="zh-CN" altLang="en-US" sz="2800" b="0" dirty="0">
                <a:latin typeface="微软雅黑" panose="020B0503020204020204" pitchFamily="34" charset="-122"/>
                <a:ea typeface="微软雅黑" panose="020B0503020204020204" pitchFamily="34" charset="-122"/>
              </a:rPr>
              <a:t> 是面向对象软件工程的标准建模语言</a:t>
            </a:r>
          </a:p>
          <a:p>
            <a:pPr marL="457200" indent="-457200">
              <a:lnSpc>
                <a:spcPct val="150000"/>
              </a:lnSpc>
              <a:buFont typeface="Arial" panose="020B0604020202020204" pitchFamily="34" charset="0"/>
              <a:buChar char="•"/>
            </a:pPr>
            <a:r>
              <a:rPr lang="zh-CN" altLang="en-US" sz="2800" b="0" dirty="0">
                <a:latin typeface="微软雅黑" panose="020B0503020204020204" pitchFamily="34" charset="-122"/>
                <a:ea typeface="微软雅黑" panose="020B0503020204020204" pitchFamily="34" charset="-122"/>
              </a:rPr>
              <a:t>本课程重点：掌握</a:t>
            </a:r>
            <a:r>
              <a:rPr lang="en-US" altLang="zh-CN" sz="2800" b="0" dirty="0">
                <a:latin typeface="微软雅黑" panose="020B0503020204020204" pitchFamily="34" charset="-122"/>
                <a:ea typeface="微软雅黑" panose="020B0503020204020204" pitchFamily="34" charset="-122"/>
              </a:rPr>
              <a:t>UML</a:t>
            </a:r>
            <a:r>
              <a:rPr lang="zh-CN" altLang="en-US" sz="2800" b="0" dirty="0">
                <a:latin typeface="微软雅黑" panose="020B0503020204020204" pitchFamily="34" charset="-122"/>
                <a:ea typeface="微软雅黑" panose="020B0503020204020204" pitchFamily="34" charset="-122"/>
              </a:rPr>
              <a:t>核心图的绘制方法与实际应用</a:t>
            </a:r>
          </a:p>
          <a:p>
            <a:pPr marL="457200" indent="-457200">
              <a:lnSpc>
                <a:spcPct val="150000"/>
              </a:lnSpc>
              <a:buFont typeface="Arial" panose="020B0604020202020204" pitchFamily="34" charset="0"/>
              <a:buChar char="•"/>
            </a:pPr>
            <a:r>
              <a:rPr lang="zh-CN" altLang="en-US" sz="2800" b="0" dirty="0">
                <a:latin typeface="微软雅黑" panose="020B0503020204020204" pitchFamily="34" charset="-122"/>
                <a:ea typeface="微软雅黑" panose="020B0503020204020204" pitchFamily="34" charset="-122"/>
              </a:rPr>
              <a:t>学习目标：能够用</a:t>
            </a:r>
            <a:r>
              <a:rPr lang="en-US" altLang="zh-CN" sz="2800" b="0" dirty="0">
                <a:latin typeface="微软雅黑" panose="020B0503020204020204" pitchFamily="34" charset="-122"/>
                <a:ea typeface="微软雅黑" panose="020B0503020204020204" pitchFamily="34" charset="-122"/>
              </a:rPr>
              <a:t>UML</a:t>
            </a:r>
            <a:r>
              <a:rPr lang="zh-CN" altLang="en-US" sz="2800" b="0" dirty="0">
                <a:latin typeface="微软雅黑" panose="020B0503020204020204" pitchFamily="34" charset="-122"/>
                <a:ea typeface="微软雅黑" panose="020B0503020204020204" pitchFamily="34" charset="-122"/>
              </a:rPr>
              <a:t>表达系统结构、行为与交互</a:t>
            </a:r>
          </a:p>
        </p:txBody>
      </p:sp>
    </p:spTree>
  </p:cSld>
  <p:clrMapOvr>
    <a:masterClrMapping/>
  </p:clrMapOvr>
  <p:transition spd="slow">
    <p:comb/>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2" name="灯片编号占位符 6"/>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b="1">
                <a:solidFill>
                  <a:schemeClr val="tx1"/>
                </a:solidFill>
                <a:latin typeface="Tahoma" panose="020B0604030504040204" pitchFamily="34" charset="0"/>
                <a:ea typeface="宋体" panose="02010600030101010101" pitchFamily="2" charset="-122"/>
              </a:defRPr>
            </a:lvl1pPr>
            <a:lvl2pPr marL="742950" indent="-285750" eaLnBrk="0" hangingPunct="0">
              <a:defRPr kumimoji="1" sz="2400" b="1">
                <a:solidFill>
                  <a:schemeClr val="tx1"/>
                </a:solidFill>
                <a:latin typeface="Tahoma" panose="020B0604030504040204" pitchFamily="34" charset="0"/>
                <a:ea typeface="宋体" panose="02010600030101010101" pitchFamily="2" charset="-122"/>
              </a:defRPr>
            </a:lvl2pPr>
            <a:lvl3pPr marL="1143000" indent="-228600" eaLnBrk="0" hangingPunct="0">
              <a:defRPr kumimoji="1" sz="2400" b="1">
                <a:solidFill>
                  <a:schemeClr val="tx1"/>
                </a:solidFill>
                <a:latin typeface="Tahoma" panose="020B0604030504040204" pitchFamily="34" charset="0"/>
                <a:ea typeface="宋体" panose="02010600030101010101" pitchFamily="2" charset="-122"/>
              </a:defRPr>
            </a:lvl3pPr>
            <a:lvl4pPr marL="1600200" indent="-228600" eaLnBrk="0" hangingPunct="0">
              <a:defRPr kumimoji="1" sz="2400" b="1">
                <a:solidFill>
                  <a:schemeClr val="tx1"/>
                </a:solidFill>
                <a:latin typeface="Tahoma" panose="020B0604030504040204" pitchFamily="34" charset="0"/>
                <a:ea typeface="宋体" panose="02010600030101010101" pitchFamily="2" charset="-122"/>
              </a:defRPr>
            </a:lvl4pPr>
            <a:lvl5pPr marL="2057400" indent="-228600" eaLnBrk="0" hangingPunct="0">
              <a:defRPr kumimoji="1" sz="2400" b="1">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9pPr>
          </a:lstStyle>
          <a:p>
            <a:pPr eaLnBrk="1" hangingPunct="1"/>
            <a:r>
              <a:rPr lang="en-US" altLang="zh-CN" sz="1200" b="0">
                <a:solidFill>
                  <a:srgbClr val="4D4D4D"/>
                </a:solidFill>
                <a:latin typeface="Arial" panose="020B0604020202020204" pitchFamily="34" charset="0"/>
              </a:rPr>
              <a:t>-</a:t>
            </a:r>
            <a:fld id="{DC99E53D-4AC2-4927-A437-CDCB4A945CDE}" type="slidenum">
              <a:rPr lang="en-US" altLang="zh-CN" sz="1200" b="0">
                <a:solidFill>
                  <a:srgbClr val="4D4D4D"/>
                </a:solidFill>
                <a:latin typeface="Arial" panose="020B0604020202020204" pitchFamily="34" charset="0"/>
              </a:rPr>
              <a:t>5</a:t>
            </a:fld>
            <a:r>
              <a:rPr lang="en-US" altLang="zh-CN" sz="1200" b="0">
                <a:solidFill>
                  <a:srgbClr val="4D4D4D"/>
                </a:solidFill>
                <a:latin typeface="Arial" panose="020B0604020202020204" pitchFamily="34" charset="0"/>
              </a:rPr>
              <a:t>-</a:t>
            </a:r>
          </a:p>
        </p:txBody>
      </p:sp>
      <p:sp>
        <p:nvSpPr>
          <p:cNvPr id="61443" name="Rectangle 2"/>
          <p:cNvSpPr>
            <a:spLocks noGrp="1" noChangeArrowheads="1"/>
          </p:cNvSpPr>
          <p:nvPr>
            <p:ph type="title"/>
          </p:nvPr>
        </p:nvSpPr>
        <p:spPr/>
        <p:txBody>
          <a:bodyPr/>
          <a:lstStyle/>
          <a:p>
            <a:pPr eaLnBrk="1" hangingPunct="1"/>
            <a:r>
              <a:rPr lang="en-US" altLang="zh-CN" dirty="0"/>
              <a:t>UML</a:t>
            </a:r>
            <a:r>
              <a:rPr lang="zh-CN" altLang="en-US" dirty="0"/>
              <a:t>中的</a:t>
            </a:r>
            <a:r>
              <a:rPr lang="en-US" altLang="zh-CN" dirty="0"/>
              <a:t>14</a:t>
            </a:r>
            <a:r>
              <a:rPr lang="zh-CN" altLang="en-US" dirty="0"/>
              <a:t>种图</a:t>
            </a:r>
            <a:r>
              <a:rPr lang="en-US" altLang="zh-CN" dirty="0"/>
              <a:t> </a:t>
            </a:r>
            <a:r>
              <a:rPr lang="en-US" altLang="zh-CN" sz="3600" baseline="50000" dirty="0">
                <a:solidFill>
                  <a:schemeClr val="tx2"/>
                </a:solidFill>
                <a:uFillTx/>
              </a:rPr>
              <a:t>[2]</a:t>
            </a:r>
          </a:p>
        </p:txBody>
      </p:sp>
      <p:sp>
        <p:nvSpPr>
          <p:cNvPr id="61444" name="Rectangle 3"/>
          <p:cNvSpPr>
            <a:spLocks noChangeArrowheads="1"/>
          </p:cNvSpPr>
          <p:nvPr/>
        </p:nvSpPr>
        <p:spPr bwMode="auto">
          <a:xfrm>
            <a:off x="5016501" y="979489"/>
            <a:ext cx="1800225" cy="649287"/>
          </a:xfrm>
          <a:prstGeom prst="rect">
            <a:avLst/>
          </a:prstGeom>
          <a:solidFill>
            <a:srgbClr val="CCFFFF"/>
          </a:solidFill>
          <a:ln w="19050">
            <a:solidFill>
              <a:schemeClr val="folHlink"/>
            </a:solidFill>
            <a:miter lim="800000"/>
            <a:headEnd type="none" w="sm" len="sm"/>
            <a:tailEnd type="none" w="sm" len="sm"/>
          </a:ln>
        </p:spPr>
        <p:txBody>
          <a:bodyPr wrap="none" anchor="ctr"/>
          <a:lstStyle/>
          <a:p>
            <a:pPr algn="ctr" eaLnBrk="0" hangingPunct="0"/>
            <a:r>
              <a:rPr kumimoji="0" lang="en-US" altLang="zh-CN" sz="2800" dirty="0">
                <a:solidFill>
                  <a:schemeClr val="hlink"/>
                </a:solidFill>
                <a:latin typeface="Arial" panose="020B0604020202020204" pitchFamily="34" charset="0"/>
              </a:rPr>
              <a:t>UML2.5-</a:t>
            </a:r>
            <a:r>
              <a:rPr kumimoji="0" lang="zh-CN" altLang="en-US" sz="2800" dirty="0">
                <a:solidFill>
                  <a:schemeClr val="hlink"/>
                </a:solidFill>
                <a:latin typeface="Arial" panose="020B0604020202020204" pitchFamily="34" charset="0"/>
              </a:rPr>
              <a:t>图</a:t>
            </a:r>
          </a:p>
          <a:p>
            <a:pPr algn="ctr" eaLnBrk="0" hangingPunct="0"/>
            <a:r>
              <a:rPr kumimoji="0" lang="en-US" altLang="zh-CN" sz="1200" dirty="0">
                <a:solidFill>
                  <a:schemeClr val="hlink"/>
                </a:solidFill>
                <a:latin typeface="Arial" panose="020B0604020202020204" pitchFamily="34" charset="0"/>
              </a:rPr>
              <a:t>Diagrams</a:t>
            </a:r>
          </a:p>
        </p:txBody>
      </p:sp>
      <p:sp>
        <p:nvSpPr>
          <p:cNvPr id="61445" name="Rectangle 4"/>
          <p:cNvSpPr>
            <a:spLocks noChangeArrowheads="1"/>
          </p:cNvSpPr>
          <p:nvPr/>
        </p:nvSpPr>
        <p:spPr bwMode="auto">
          <a:xfrm>
            <a:off x="2425701" y="1773238"/>
            <a:ext cx="2519363" cy="576262"/>
          </a:xfrm>
          <a:prstGeom prst="rect">
            <a:avLst/>
          </a:prstGeom>
          <a:solidFill>
            <a:srgbClr val="CCFFFF"/>
          </a:solidFill>
          <a:ln w="19050">
            <a:solidFill>
              <a:schemeClr val="folHlink"/>
            </a:solidFill>
            <a:miter lim="800000"/>
            <a:headEnd type="none" w="sm" len="sm"/>
            <a:tailEnd type="none" w="sm" len="sm"/>
          </a:ln>
        </p:spPr>
        <p:txBody>
          <a:bodyPr wrap="none" anchor="ctr"/>
          <a:lstStyle/>
          <a:p>
            <a:pPr algn="ctr" eaLnBrk="0" hangingPunct="0"/>
            <a:r>
              <a:rPr kumimoji="0" lang="zh-CN" altLang="en-US">
                <a:solidFill>
                  <a:schemeClr val="hlink"/>
                </a:solidFill>
                <a:latin typeface="Arial" panose="020B0604020202020204" pitchFamily="34" charset="0"/>
              </a:rPr>
              <a:t>类图</a:t>
            </a:r>
          </a:p>
          <a:p>
            <a:pPr algn="ctr" eaLnBrk="0" hangingPunct="0"/>
            <a:r>
              <a:rPr kumimoji="0" lang="en-US" altLang="zh-CN" sz="1200">
                <a:solidFill>
                  <a:schemeClr val="hlink"/>
                </a:solidFill>
                <a:latin typeface="Arial" panose="020B0604020202020204" pitchFamily="34" charset="0"/>
              </a:rPr>
              <a:t>Class Diagrams</a:t>
            </a:r>
          </a:p>
        </p:txBody>
      </p:sp>
      <p:sp>
        <p:nvSpPr>
          <p:cNvPr id="61446" name="Rectangle 5"/>
          <p:cNvSpPr>
            <a:spLocks noChangeArrowheads="1"/>
          </p:cNvSpPr>
          <p:nvPr/>
        </p:nvSpPr>
        <p:spPr bwMode="auto">
          <a:xfrm>
            <a:off x="2425701" y="2493963"/>
            <a:ext cx="2519363" cy="576262"/>
          </a:xfrm>
          <a:prstGeom prst="rect">
            <a:avLst/>
          </a:prstGeom>
          <a:solidFill>
            <a:srgbClr val="CCFFFF"/>
          </a:solidFill>
          <a:ln w="19050">
            <a:solidFill>
              <a:schemeClr val="folHlink"/>
            </a:solidFill>
            <a:miter lim="800000"/>
            <a:headEnd type="none" w="sm" len="sm"/>
            <a:tailEnd type="none" w="sm" len="sm"/>
          </a:ln>
        </p:spPr>
        <p:txBody>
          <a:bodyPr wrap="none" anchor="ctr"/>
          <a:lstStyle/>
          <a:p>
            <a:pPr algn="ctr" eaLnBrk="0" hangingPunct="0"/>
            <a:r>
              <a:rPr kumimoji="0" lang="zh-CN" altLang="en-US">
                <a:solidFill>
                  <a:schemeClr val="hlink"/>
                </a:solidFill>
                <a:latin typeface="Arial" panose="020B0604020202020204" pitchFamily="34" charset="0"/>
              </a:rPr>
              <a:t>对象图</a:t>
            </a:r>
          </a:p>
          <a:p>
            <a:pPr algn="ctr" eaLnBrk="0" hangingPunct="0"/>
            <a:r>
              <a:rPr kumimoji="0" lang="en-US" altLang="zh-CN" sz="1200">
                <a:solidFill>
                  <a:schemeClr val="hlink"/>
                </a:solidFill>
                <a:latin typeface="Arial" panose="020B0604020202020204" pitchFamily="34" charset="0"/>
              </a:rPr>
              <a:t>Object Diagrams</a:t>
            </a:r>
          </a:p>
        </p:txBody>
      </p:sp>
      <p:sp>
        <p:nvSpPr>
          <p:cNvPr id="61447" name="Rectangle 6"/>
          <p:cNvSpPr>
            <a:spLocks noChangeArrowheads="1"/>
          </p:cNvSpPr>
          <p:nvPr/>
        </p:nvSpPr>
        <p:spPr bwMode="auto">
          <a:xfrm>
            <a:off x="2425701" y="3213101"/>
            <a:ext cx="2519363" cy="576263"/>
          </a:xfrm>
          <a:prstGeom prst="rect">
            <a:avLst/>
          </a:prstGeom>
          <a:solidFill>
            <a:srgbClr val="CCFFFF"/>
          </a:solidFill>
          <a:ln w="19050">
            <a:solidFill>
              <a:schemeClr val="folHlink"/>
            </a:solidFill>
            <a:miter lim="800000"/>
            <a:headEnd type="none" w="sm" len="sm"/>
            <a:tailEnd type="none" w="sm" len="sm"/>
          </a:ln>
        </p:spPr>
        <p:txBody>
          <a:bodyPr wrap="none" anchor="ctr"/>
          <a:lstStyle/>
          <a:p>
            <a:pPr algn="ctr" eaLnBrk="0" hangingPunct="0"/>
            <a:r>
              <a:rPr kumimoji="0" lang="zh-CN" altLang="en-US">
                <a:solidFill>
                  <a:schemeClr val="hlink"/>
                </a:solidFill>
                <a:latin typeface="Arial" panose="020B0604020202020204" pitchFamily="34" charset="0"/>
              </a:rPr>
              <a:t>构件图</a:t>
            </a:r>
          </a:p>
          <a:p>
            <a:pPr algn="ctr" eaLnBrk="0" hangingPunct="0"/>
            <a:r>
              <a:rPr kumimoji="0" lang="en-US" altLang="zh-CN" sz="1200">
                <a:solidFill>
                  <a:schemeClr val="hlink"/>
                </a:solidFill>
                <a:latin typeface="Arial" panose="020B0604020202020204" pitchFamily="34" charset="0"/>
              </a:rPr>
              <a:t>Component Diagrams</a:t>
            </a:r>
          </a:p>
        </p:txBody>
      </p:sp>
      <p:cxnSp>
        <p:nvCxnSpPr>
          <p:cNvPr id="61448" name="AutoShape 7"/>
          <p:cNvCxnSpPr>
            <a:cxnSpLocks noChangeShapeType="1"/>
            <a:stCxn id="61444" idx="2"/>
            <a:endCxn id="61445" idx="3"/>
          </p:cNvCxnSpPr>
          <p:nvPr/>
        </p:nvCxnSpPr>
        <p:spPr bwMode="auto">
          <a:xfrm rot="5400000">
            <a:off x="5223670" y="1369220"/>
            <a:ext cx="423863" cy="962025"/>
          </a:xfrm>
          <a:prstGeom prst="bentConnector2">
            <a:avLst/>
          </a:prstGeom>
          <a:noFill/>
          <a:ln w="28575">
            <a:solidFill>
              <a:schemeClr val="folHlink"/>
            </a:solidFill>
            <a:miter lim="800000"/>
            <a:headEnd type="none" w="sm" len="sm"/>
            <a:tailEnd type="triangle" w="lg" len="lg"/>
          </a:ln>
          <a:extLst>
            <a:ext uri="{909E8E84-426E-40DD-AFC4-6F175D3DCCD1}">
              <a14:hiddenFill xmlns:a14="http://schemas.microsoft.com/office/drawing/2010/main">
                <a:noFill/>
              </a14:hiddenFill>
            </a:ext>
          </a:extLst>
        </p:spPr>
      </p:cxnSp>
      <p:sp>
        <p:nvSpPr>
          <p:cNvPr id="61449" name="Rectangle 8"/>
          <p:cNvSpPr>
            <a:spLocks noChangeArrowheads="1"/>
          </p:cNvSpPr>
          <p:nvPr/>
        </p:nvSpPr>
        <p:spPr bwMode="auto">
          <a:xfrm>
            <a:off x="2425701" y="3932238"/>
            <a:ext cx="2519363" cy="576262"/>
          </a:xfrm>
          <a:prstGeom prst="rect">
            <a:avLst/>
          </a:prstGeom>
          <a:solidFill>
            <a:srgbClr val="CCFFFF"/>
          </a:solidFill>
          <a:ln w="19050">
            <a:solidFill>
              <a:schemeClr val="folHlink"/>
            </a:solidFill>
            <a:miter lim="800000"/>
            <a:headEnd type="none" w="sm" len="sm"/>
            <a:tailEnd type="none" w="sm" len="sm"/>
          </a:ln>
        </p:spPr>
        <p:txBody>
          <a:bodyPr wrap="none" anchor="ctr"/>
          <a:lstStyle/>
          <a:p>
            <a:pPr algn="ctr" eaLnBrk="0" hangingPunct="0"/>
            <a:r>
              <a:rPr kumimoji="0" lang="zh-CN" altLang="en-US">
                <a:solidFill>
                  <a:schemeClr val="hlink"/>
                </a:solidFill>
                <a:latin typeface="Arial" panose="020B0604020202020204" pitchFamily="34" charset="0"/>
              </a:rPr>
              <a:t>部署图</a:t>
            </a:r>
          </a:p>
          <a:p>
            <a:pPr algn="ctr" eaLnBrk="0" hangingPunct="0"/>
            <a:r>
              <a:rPr kumimoji="0" lang="en-US" altLang="zh-CN" sz="1200">
                <a:solidFill>
                  <a:schemeClr val="hlink"/>
                </a:solidFill>
                <a:latin typeface="Arial" panose="020B0604020202020204" pitchFamily="34" charset="0"/>
              </a:rPr>
              <a:t>Deployment Diagrams</a:t>
            </a:r>
          </a:p>
        </p:txBody>
      </p:sp>
      <p:sp>
        <p:nvSpPr>
          <p:cNvPr id="61450" name="Rectangle 9"/>
          <p:cNvSpPr>
            <a:spLocks noChangeArrowheads="1"/>
          </p:cNvSpPr>
          <p:nvPr/>
        </p:nvSpPr>
        <p:spPr bwMode="auto">
          <a:xfrm>
            <a:off x="6889751" y="6019801"/>
            <a:ext cx="2519363" cy="576263"/>
          </a:xfrm>
          <a:prstGeom prst="rect">
            <a:avLst/>
          </a:prstGeom>
          <a:solidFill>
            <a:srgbClr val="CCFFFF"/>
          </a:solidFill>
          <a:ln w="19050">
            <a:solidFill>
              <a:schemeClr val="folHlink"/>
            </a:solidFill>
            <a:miter lim="800000"/>
            <a:headEnd type="none" w="sm" len="sm"/>
            <a:tailEnd type="none" w="sm" len="sm"/>
          </a:ln>
        </p:spPr>
        <p:txBody>
          <a:bodyPr wrap="none" anchor="ctr"/>
          <a:lstStyle/>
          <a:p>
            <a:pPr algn="ctr" eaLnBrk="0" hangingPunct="0"/>
            <a:r>
              <a:rPr kumimoji="0" lang="zh-CN" altLang="en-US">
                <a:solidFill>
                  <a:schemeClr val="hlink"/>
                </a:solidFill>
                <a:latin typeface="Arial" panose="020B0604020202020204" pitchFamily="34" charset="0"/>
              </a:rPr>
              <a:t>用例图</a:t>
            </a:r>
          </a:p>
          <a:p>
            <a:pPr algn="ctr" eaLnBrk="0" hangingPunct="0"/>
            <a:r>
              <a:rPr kumimoji="0" lang="en-US" altLang="zh-CN" sz="1200">
                <a:solidFill>
                  <a:schemeClr val="hlink"/>
                </a:solidFill>
                <a:latin typeface="Arial" panose="020B0604020202020204" pitchFamily="34" charset="0"/>
              </a:rPr>
              <a:t>Use Case Diagrams</a:t>
            </a:r>
          </a:p>
        </p:txBody>
      </p:sp>
      <p:sp>
        <p:nvSpPr>
          <p:cNvPr id="61451" name="Rectangle 10"/>
          <p:cNvSpPr>
            <a:spLocks noChangeArrowheads="1"/>
          </p:cNvSpPr>
          <p:nvPr/>
        </p:nvSpPr>
        <p:spPr bwMode="auto">
          <a:xfrm>
            <a:off x="6889751" y="1700213"/>
            <a:ext cx="2519363" cy="576262"/>
          </a:xfrm>
          <a:prstGeom prst="rect">
            <a:avLst/>
          </a:prstGeom>
          <a:solidFill>
            <a:srgbClr val="CCFFFF"/>
          </a:solidFill>
          <a:ln w="19050">
            <a:solidFill>
              <a:schemeClr val="folHlink"/>
            </a:solidFill>
            <a:miter lim="800000"/>
            <a:headEnd type="none" w="sm" len="sm"/>
            <a:tailEnd type="none" w="sm" len="sm"/>
          </a:ln>
        </p:spPr>
        <p:txBody>
          <a:bodyPr wrap="none" anchor="ctr"/>
          <a:lstStyle/>
          <a:p>
            <a:pPr algn="ctr" eaLnBrk="0" hangingPunct="0"/>
            <a:r>
              <a:rPr kumimoji="0" lang="zh-CN" altLang="en-US">
                <a:solidFill>
                  <a:schemeClr val="hlink"/>
                </a:solidFill>
                <a:latin typeface="Arial" panose="020B0604020202020204" pitchFamily="34" charset="0"/>
              </a:rPr>
              <a:t>顺序图</a:t>
            </a:r>
          </a:p>
          <a:p>
            <a:pPr algn="ctr" eaLnBrk="0" hangingPunct="0"/>
            <a:r>
              <a:rPr kumimoji="0" lang="en-US" altLang="zh-CN" sz="1200">
                <a:solidFill>
                  <a:schemeClr val="hlink"/>
                </a:solidFill>
                <a:latin typeface="Arial" panose="020B0604020202020204" pitchFamily="34" charset="0"/>
              </a:rPr>
              <a:t>Sequence Diagrams</a:t>
            </a:r>
          </a:p>
        </p:txBody>
      </p:sp>
      <p:sp>
        <p:nvSpPr>
          <p:cNvPr id="61452" name="Rectangle 11"/>
          <p:cNvSpPr>
            <a:spLocks noChangeArrowheads="1"/>
          </p:cNvSpPr>
          <p:nvPr/>
        </p:nvSpPr>
        <p:spPr bwMode="auto">
          <a:xfrm>
            <a:off x="6889751" y="2419351"/>
            <a:ext cx="2519363" cy="576263"/>
          </a:xfrm>
          <a:prstGeom prst="rect">
            <a:avLst/>
          </a:prstGeom>
          <a:solidFill>
            <a:srgbClr val="CCFFFF"/>
          </a:solidFill>
          <a:ln w="19050">
            <a:solidFill>
              <a:schemeClr val="folHlink"/>
            </a:solidFill>
            <a:miter lim="800000"/>
            <a:headEnd type="none" w="sm" len="sm"/>
            <a:tailEnd type="none" w="sm" len="sm"/>
          </a:ln>
        </p:spPr>
        <p:txBody>
          <a:bodyPr wrap="none" anchor="ctr"/>
          <a:lstStyle/>
          <a:p>
            <a:pPr algn="ctr" eaLnBrk="0" hangingPunct="0"/>
            <a:r>
              <a:rPr kumimoji="0" lang="zh-CN" altLang="en-US">
                <a:solidFill>
                  <a:schemeClr val="hlink"/>
                </a:solidFill>
                <a:latin typeface="Arial" panose="020B0604020202020204" pitchFamily="34" charset="0"/>
              </a:rPr>
              <a:t>通信图</a:t>
            </a:r>
          </a:p>
          <a:p>
            <a:pPr algn="ctr" eaLnBrk="0" hangingPunct="0"/>
            <a:r>
              <a:rPr kumimoji="0" lang="en-US" altLang="zh-CN" sz="1200">
                <a:solidFill>
                  <a:schemeClr val="hlink"/>
                </a:solidFill>
                <a:latin typeface="Arial" panose="020B0604020202020204" pitchFamily="34" charset="0"/>
              </a:rPr>
              <a:t>Communication Diagrams</a:t>
            </a:r>
          </a:p>
        </p:txBody>
      </p:sp>
      <p:sp>
        <p:nvSpPr>
          <p:cNvPr id="61453" name="Rectangle 12"/>
          <p:cNvSpPr>
            <a:spLocks noChangeArrowheads="1"/>
          </p:cNvSpPr>
          <p:nvPr/>
        </p:nvSpPr>
        <p:spPr bwMode="auto">
          <a:xfrm>
            <a:off x="6889751" y="5300663"/>
            <a:ext cx="2519363" cy="576262"/>
          </a:xfrm>
          <a:prstGeom prst="rect">
            <a:avLst/>
          </a:prstGeom>
          <a:solidFill>
            <a:srgbClr val="CCFFFF"/>
          </a:solidFill>
          <a:ln w="19050">
            <a:solidFill>
              <a:schemeClr val="folHlink"/>
            </a:solidFill>
            <a:miter lim="800000"/>
            <a:headEnd type="none" w="sm" len="sm"/>
            <a:tailEnd type="none" w="sm" len="sm"/>
          </a:ln>
        </p:spPr>
        <p:txBody>
          <a:bodyPr wrap="none" anchor="ctr"/>
          <a:lstStyle/>
          <a:p>
            <a:pPr algn="ctr" eaLnBrk="0" hangingPunct="0"/>
            <a:r>
              <a:rPr kumimoji="0" lang="zh-CN" altLang="en-US">
                <a:solidFill>
                  <a:schemeClr val="hlink"/>
                </a:solidFill>
                <a:latin typeface="Arial" panose="020B0604020202020204" pitchFamily="34" charset="0"/>
              </a:rPr>
              <a:t>状态机图</a:t>
            </a:r>
          </a:p>
          <a:p>
            <a:pPr algn="ctr" eaLnBrk="0" hangingPunct="0"/>
            <a:r>
              <a:rPr kumimoji="0" lang="en-US" altLang="zh-CN" sz="1200">
                <a:solidFill>
                  <a:schemeClr val="hlink"/>
                </a:solidFill>
                <a:latin typeface="Arial" panose="020B0604020202020204" pitchFamily="34" charset="0"/>
              </a:rPr>
              <a:t>State Machine Diagrams</a:t>
            </a:r>
          </a:p>
        </p:txBody>
      </p:sp>
      <p:sp>
        <p:nvSpPr>
          <p:cNvPr id="61454" name="Rectangle 13"/>
          <p:cNvSpPr>
            <a:spLocks noChangeArrowheads="1"/>
          </p:cNvSpPr>
          <p:nvPr/>
        </p:nvSpPr>
        <p:spPr bwMode="auto">
          <a:xfrm>
            <a:off x="6889751" y="4579938"/>
            <a:ext cx="2519363" cy="576262"/>
          </a:xfrm>
          <a:prstGeom prst="rect">
            <a:avLst/>
          </a:prstGeom>
          <a:solidFill>
            <a:srgbClr val="CCFFFF"/>
          </a:solidFill>
          <a:ln w="19050">
            <a:solidFill>
              <a:schemeClr val="folHlink"/>
            </a:solidFill>
            <a:miter lim="800000"/>
            <a:headEnd type="none" w="sm" len="sm"/>
            <a:tailEnd type="none" w="sm" len="sm"/>
          </a:ln>
        </p:spPr>
        <p:txBody>
          <a:bodyPr wrap="none" anchor="ctr"/>
          <a:lstStyle/>
          <a:p>
            <a:pPr algn="ctr" eaLnBrk="0" hangingPunct="0"/>
            <a:r>
              <a:rPr kumimoji="0" lang="zh-CN" altLang="en-US">
                <a:solidFill>
                  <a:schemeClr val="hlink"/>
                </a:solidFill>
                <a:latin typeface="Arial" panose="020B0604020202020204" pitchFamily="34" charset="0"/>
              </a:rPr>
              <a:t>活动图</a:t>
            </a:r>
          </a:p>
          <a:p>
            <a:pPr algn="ctr" eaLnBrk="0" hangingPunct="0"/>
            <a:r>
              <a:rPr kumimoji="0" lang="en-US" altLang="zh-CN" sz="1200">
                <a:solidFill>
                  <a:schemeClr val="hlink"/>
                </a:solidFill>
                <a:latin typeface="Arial" panose="020B0604020202020204" pitchFamily="34" charset="0"/>
              </a:rPr>
              <a:t>Activity Diagrams</a:t>
            </a:r>
          </a:p>
        </p:txBody>
      </p:sp>
      <p:cxnSp>
        <p:nvCxnSpPr>
          <p:cNvPr id="61455" name="AutoShape 14"/>
          <p:cNvCxnSpPr>
            <a:cxnSpLocks noChangeShapeType="1"/>
            <a:stCxn id="61444" idx="2"/>
            <a:endCxn id="61446" idx="3"/>
          </p:cNvCxnSpPr>
          <p:nvPr/>
        </p:nvCxnSpPr>
        <p:spPr bwMode="auto">
          <a:xfrm rot="5400000">
            <a:off x="4863307" y="1729582"/>
            <a:ext cx="1144588" cy="962025"/>
          </a:xfrm>
          <a:prstGeom prst="bentConnector2">
            <a:avLst/>
          </a:prstGeom>
          <a:noFill/>
          <a:ln w="28575">
            <a:solidFill>
              <a:schemeClr val="folHlink"/>
            </a:solidFill>
            <a:miter lim="800000"/>
            <a:headEnd type="none" w="sm" len="sm"/>
            <a:tailEnd type="triangle" w="lg" len="lg"/>
          </a:ln>
          <a:extLst>
            <a:ext uri="{909E8E84-426E-40DD-AFC4-6F175D3DCCD1}">
              <a14:hiddenFill xmlns:a14="http://schemas.microsoft.com/office/drawing/2010/main">
                <a:noFill/>
              </a14:hiddenFill>
            </a:ext>
          </a:extLst>
        </p:spPr>
      </p:cxnSp>
      <p:cxnSp>
        <p:nvCxnSpPr>
          <p:cNvPr id="61456" name="AutoShape 15"/>
          <p:cNvCxnSpPr>
            <a:cxnSpLocks noChangeShapeType="1"/>
            <a:stCxn id="61444" idx="2"/>
            <a:endCxn id="61447" idx="3"/>
          </p:cNvCxnSpPr>
          <p:nvPr/>
        </p:nvCxnSpPr>
        <p:spPr bwMode="auto">
          <a:xfrm rot="5400000">
            <a:off x="4503739" y="2089151"/>
            <a:ext cx="1863725" cy="962025"/>
          </a:xfrm>
          <a:prstGeom prst="bentConnector2">
            <a:avLst/>
          </a:prstGeom>
          <a:noFill/>
          <a:ln w="28575">
            <a:solidFill>
              <a:schemeClr val="folHlink"/>
            </a:solidFill>
            <a:miter lim="800000"/>
            <a:headEnd type="none" w="sm" len="sm"/>
            <a:tailEnd type="triangle" w="lg" len="lg"/>
          </a:ln>
          <a:extLst>
            <a:ext uri="{909E8E84-426E-40DD-AFC4-6F175D3DCCD1}">
              <a14:hiddenFill xmlns:a14="http://schemas.microsoft.com/office/drawing/2010/main">
                <a:noFill/>
              </a14:hiddenFill>
            </a:ext>
          </a:extLst>
        </p:spPr>
      </p:cxnSp>
      <p:cxnSp>
        <p:nvCxnSpPr>
          <p:cNvPr id="61457" name="AutoShape 16"/>
          <p:cNvCxnSpPr>
            <a:cxnSpLocks noChangeShapeType="1"/>
            <a:stCxn id="61444" idx="2"/>
            <a:endCxn id="61449" idx="3"/>
          </p:cNvCxnSpPr>
          <p:nvPr/>
        </p:nvCxnSpPr>
        <p:spPr bwMode="auto">
          <a:xfrm rot="5400000">
            <a:off x="4144170" y="2448720"/>
            <a:ext cx="2582863" cy="962025"/>
          </a:xfrm>
          <a:prstGeom prst="bentConnector2">
            <a:avLst/>
          </a:prstGeom>
          <a:noFill/>
          <a:ln w="28575">
            <a:solidFill>
              <a:schemeClr val="folHlink"/>
            </a:solidFill>
            <a:miter lim="800000"/>
            <a:headEnd type="none" w="sm" len="sm"/>
            <a:tailEnd type="triangle" w="lg" len="lg"/>
          </a:ln>
          <a:extLst>
            <a:ext uri="{909E8E84-426E-40DD-AFC4-6F175D3DCCD1}">
              <a14:hiddenFill xmlns:a14="http://schemas.microsoft.com/office/drawing/2010/main">
                <a:noFill/>
              </a14:hiddenFill>
            </a:ext>
          </a:extLst>
        </p:spPr>
      </p:cxnSp>
      <p:cxnSp>
        <p:nvCxnSpPr>
          <p:cNvPr id="61458" name="AutoShape 17"/>
          <p:cNvCxnSpPr>
            <a:cxnSpLocks noChangeShapeType="1"/>
            <a:stCxn id="61444" idx="2"/>
            <a:endCxn id="61450" idx="1"/>
          </p:cNvCxnSpPr>
          <p:nvPr/>
        </p:nvCxnSpPr>
        <p:spPr bwMode="auto">
          <a:xfrm rot="16200000" flipH="1">
            <a:off x="4063207" y="3491707"/>
            <a:ext cx="4670425" cy="963612"/>
          </a:xfrm>
          <a:prstGeom prst="bentConnector2">
            <a:avLst/>
          </a:prstGeom>
          <a:noFill/>
          <a:ln w="28575">
            <a:solidFill>
              <a:schemeClr val="folHlink"/>
            </a:solidFill>
            <a:miter lim="800000"/>
            <a:headEnd type="none" w="sm" len="sm"/>
            <a:tailEnd type="triangle" w="lg" len="lg"/>
          </a:ln>
          <a:extLst>
            <a:ext uri="{909E8E84-426E-40DD-AFC4-6F175D3DCCD1}">
              <a14:hiddenFill xmlns:a14="http://schemas.microsoft.com/office/drawing/2010/main">
                <a:noFill/>
              </a14:hiddenFill>
            </a:ext>
          </a:extLst>
        </p:spPr>
      </p:cxnSp>
      <p:cxnSp>
        <p:nvCxnSpPr>
          <p:cNvPr id="61459" name="AutoShape 18"/>
          <p:cNvCxnSpPr>
            <a:cxnSpLocks noChangeShapeType="1"/>
            <a:stCxn id="61444" idx="2"/>
            <a:endCxn id="61451" idx="1"/>
          </p:cNvCxnSpPr>
          <p:nvPr/>
        </p:nvCxnSpPr>
        <p:spPr bwMode="auto">
          <a:xfrm rot="16200000" flipH="1">
            <a:off x="6223000" y="1331913"/>
            <a:ext cx="350838" cy="963612"/>
          </a:xfrm>
          <a:prstGeom prst="bentConnector2">
            <a:avLst/>
          </a:prstGeom>
          <a:noFill/>
          <a:ln w="28575">
            <a:solidFill>
              <a:schemeClr val="folHlink"/>
            </a:solidFill>
            <a:miter lim="800000"/>
            <a:headEnd type="none" w="sm" len="sm"/>
            <a:tailEnd type="triangle" w="lg" len="lg"/>
          </a:ln>
          <a:extLst>
            <a:ext uri="{909E8E84-426E-40DD-AFC4-6F175D3DCCD1}">
              <a14:hiddenFill xmlns:a14="http://schemas.microsoft.com/office/drawing/2010/main">
                <a:noFill/>
              </a14:hiddenFill>
            </a:ext>
          </a:extLst>
        </p:spPr>
      </p:cxnSp>
      <p:cxnSp>
        <p:nvCxnSpPr>
          <p:cNvPr id="61460" name="AutoShape 19"/>
          <p:cNvCxnSpPr>
            <a:cxnSpLocks noChangeShapeType="1"/>
            <a:stCxn id="61444" idx="2"/>
            <a:endCxn id="61452" idx="1"/>
          </p:cNvCxnSpPr>
          <p:nvPr/>
        </p:nvCxnSpPr>
        <p:spPr bwMode="auto">
          <a:xfrm rot="16200000" flipH="1">
            <a:off x="5863432" y="1691482"/>
            <a:ext cx="1069975" cy="963612"/>
          </a:xfrm>
          <a:prstGeom prst="bentConnector2">
            <a:avLst/>
          </a:prstGeom>
          <a:noFill/>
          <a:ln w="28575">
            <a:solidFill>
              <a:schemeClr val="folHlink"/>
            </a:solidFill>
            <a:miter lim="800000"/>
            <a:headEnd type="none" w="sm" len="sm"/>
            <a:tailEnd type="triangle" w="lg" len="lg"/>
          </a:ln>
          <a:extLst>
            <a:ext uri="{909E8E84-426E-40DD-AFC4-6F175D3DCCD1}">
              <a14:hiddenFill xmlns:a14="http://schemas.microsoft.com/office/drawing/2010/main">
                <a:noFill/>
              </a14:hiddenFill>
            </a:ext>
          </a:extLst>
        </p:spPr>
      </p:cxnSp>
      <p:cxnSp>
        <p:nvCxnSpPr>
          <p:cNvPr id="61461" name="AutoShape 20"/>
          <p:cNvCxnSpPr>
            <a:cxnSpLocks noChangeShapeType="1"/>
            <a:stCxn id="61444" idx="2"/>
            <a:endCxn id="61453" idx="1"/>
          </p:cNvCxnSpPr>
          <p:nvPr/>
        </p:nvCxnSpPr>
        <p:spPr bwMode="auto">
          <a:xfrm rot="16200000" flipH="1">
            <a:off x="4422775" y="3132138"/>
            <a:ext cx="3951288" cy="963612"/>
          </a:xfrm>
          <a:prstGeom prst="bentConnector2">
            <a:avLst/>
          </a:prstGeom>
          <a:noFill/>
          <a:ln w="28575">
            <a:solidFill>
              <a:schemeClr val="folHlink"/>
            </a:solidFill>
            <a:miter lim="800000"/>
            <a:headEnd type="none" w="sm" len="sm"/>
            <a:tailEnd type="triangle" w="lg" len="lg"/>
          </a:ln>
          <a:extLst>
            <a:ext uri="{909E8E84-426E-40DD-AFC4-6F175D3DCCD1}">
              <a14:hiddenFill xmlns:a14="http://schemas.microsoft.com/office/drawing/2010/main">
                <a:noFill/>
              </a14:hiddenFill>
            </a:ext>
          </a:extLst>
        </p:spPr>
      </p:cxnSp>
      <p:cxnSp>
        <p:nvCxnSpPr>
          <p:cNvPr id="61462" name="AutoShape 21"/>
          <p:cNvCxnSpPr>
            <a:cxnSpLocks noChangeShapeType="1"/>
            <a:stCxn id="61444" idx="2"/>
            <a:endCxn id="61454" idx="1"/>
          </p:cNvCxnSpPr>
          <p:nvPr/>
        </p:nvCxnSpPr>
        <p:spPr bwMode="auto">
          <a:xfrm rot="16200000" flipH="1">
            <a:off x="4783138" y="2771776"/>
            <a:ext cx="3230563" cy="963612"/>
          </a:xfrm>
          <a:prstGeom prst="bentConnector2">
            <a:avLst/>
          </a:prstGeom>
          <a:noFill/>
          <a:ln w="28575">
            <a:solidFill>
              <a:schemeClr val="folHlink"/>
            </a:solidFill>
            <a:miter lim="800000"/>
            <a:headEnd type="none" w="sm" len="sm"/>
            <a:tailEnd type="triangle" w="lg" len="lg"/>
          </a:ln>
          <a:extLst>
            <a:ext uri="{909E8E84-426E-40DD-AFC4-6F175D3DCCD1}">
              <a14:hiddenFill xmlns:a14="http://schemas.microsoft.com/office/drawing/2010/main">
                <a:noFill/>
              </a14:hiddenFill>
            </a:ext>
          </a:extLst>
        </p:spPr>
      </p:cxnSp>
      <p:sp>
        <p:nvSpPr>
          <p:cNvPr id="567318" name="Text Box 22"/>
          <p:cNvSpPr txBox="1">
            <a:spLocks noChangeArrowheads="1"/>
          </p:cNvSpPr>
          <p:nvPr/>
        </p:nvSpPr>
        <p:spPr bwMode="auto">
          <a:xfrm>
            <a:off x="2784475" y="979489"/>
            <a:ext cx="1727200" cy="830997"/>
          </a:xfrm>
          <a:prstGeom prst="rect">
            <a:avLst/>
          </a:prstGeom>
          <a:noFill/>
          <a:ln w="12700">
            <a:noFill/>
            <a:miter lim="800000"/>
            <a:headEnd type="none" w="sm" len="sm"/>
            <a:tailEnd type="none" w="sm" len="sm"/>
          </a:ln>
          <a:effectLst/>
        </p:spPr>
        <p:txBody>
          <a:bodyPr>
            <a:spAutoFit/>
          </a:bodyPr>
          <a:lstStyle/>
          <a:p>
            <a:pPr algn="ctr" eaLnBrk="0" hangingPunct="0">
              <a:spcBef>
                <a:spcPct val="50000"/>
              </a:spcBef>
              <a:defRPr/>
            </a:pPr>
            <a:r>
              <a:rPr kumimoji="0" lang="zh-CN" altLang="en-US">
                <a:effectLst>
                  <a:outerShdw blurRad="38100" dist="38100" dir="2700000" algn="tl">
                    <a:srgbClr val="C0C0C0"/>
                  </a:outerShdw>
                </a:effectLst>
                <a:latin typeface="Arial" panose="020B0604020202020204" pitchFamily="34" charset="0"/>
              </a:rPr>
              <a:t>静态模型</a:t>
            </a:r>
            <a:br>
              <a:rPr kumimoji="0" lang="zh-CN" altLang="en-US">
                <a:effectLst>
                  <a:outerShdw blurRad="38100" dist="38100" dir="2700000" algn="tl">
                    <a:srgbClr val="C0C0C0"/>
                  </a:outerShdw>
                </a:effectLst>
                <a:latin typeface="Arial" panose="020B0604020202020204" pitchFamily="34" charset="0"/>
              </a:rPr>
            </a:br>
            <a:r>
              <a:rPr kumimoji="0" lang="en-US" altLang="zh-CN">
                <a:effectLst>
                  <a:outerShdw blurRad="38100" dist="38100" dir="2700000" algn="tl">
                    <a:srgbClr val="C0C0C0"/>
                  </a:outerShdw>
                </a:effectLst>
                <a:latin typeface="Arial" panose="020B0604020202020204" pitchFamily="34" charset="0"/>
              </a:rPr>
              <a:t>(</a:t>
            </a:r>
            <a:r>
              <a:rPr kumimoji="0" lang="zh-CN" altLang="en-US">
                <a:effectLst>
                  <a:outerShdw blurRad="38100" dist="38100" dir="2700000" algn="tl">
                    <a:srgbClr val="C0C0C0"/>
                  </a:outerShdw>
                </a:effectLst>
                <a:latin typeface="Arial" panose="020B0604020202020204" pitchFamily="34" charset="0"/>
              </a:rPr>
              <a:t>系统结构</a:t>
            </a:r>
            <a:r>
              <a:rPr kumimoji="0" lang="en-US" altLang="zh-CN">
                <a:effectLst>
                  <a:outerShdw blurRad="38100" dist="38100" dir="2700000" algn="tl">
                    <a:srgbClr val="C0C0C0"/>
                  </a:outerShdw>
                </a:effectLst>
                <a:latin typeface="Arial" panose="020B0604020202020204" pitchFamily="34" charset="0"/>
              </a:rPr>
              <a:t>)</a:t>
            </a:r>
          </a:p>
        </p:txBody>
      </p:sp>
      <p:sp>
        <p:nvSpPr>
          <p:cNvPr id="567319" name="Text Box 23"/>
          <p:cNvSpPr txBox="1">
            <a:spLocks noChangeArrowheads="1"/>
          </p:cNvSpPr>
          <p:nvPr/>
        </p:nvSpPr>
        <p:spPr bwMode="auto">
          <a:xfrm>
            <a:off x="7392988" y="908051"/>
            <a:ext cx="1727200" cy="830997"/>
          </a:xfrm>
          <a:prstGeom prst="rect">
            <a:avLst/>
          </a:prstGeom>
          <a:noFill/>
          <a:ln w="12700">
            <a:noFill/>
            <a:miter lim="800000"/>
            <a:headEnd type="none" w="sm" len="sm"/>
            <a:tailEnd type="none" w="sm" len="sm"/>
          </a:ln>
          <a:effectLst/>
        </p:spPr>
        <p:txBody>
          <a:bodyPr>
            <a:spAutoFit/>
          </a:bodyPr>
          <a:lstStyle/>
          <a:p>
            <a:pPr algn="ctr" eaLnBrk="0" hangingPunct="0">
              <a:spcBef>
                <a:spcPct val="50000"/>
              </a:spcBef>
              <a:defRPr/>
            </a:pPr>
            <a:r>
              <a:rPr kumimoji="0" lang="zh-CN" altLang="en-US">
                <a:effectLst>
                  <a:outerShdw blurRad="38100" dist="38100" dir="2700000" algn="tl">
                    <a:srgbClr val="C0C0C0"/>
                  </a:outerShdw>
                </a:effectLst>
                <a:latin typeface="Arial" panose="020B0604020202020204" pitchFamily="34" charset="0"/>
              </a:rPr>
              <a:t>动态模型</a:t>
            </a:r>
            <a:br>
              <a:rPr kumimoji="0" lang="zh-CN" altLang="en-US">
                <a:effectLst>
                  <a:outerShdw blurRad="38100" dist="38100" dir="2700000" algn="tl">
                    <a:srgbClr val="C0C0C0"/>
                  </a:outerShdw>
                </a:effectLst>
                <a:latin typeface="Arial" panose="020B0604020202020204" pitchFamily="34" charset="0"/>
              </a:rPr>
            </a:br>
            <a:r>
              <a:rPr kumimoji="0" lang="en-US" altLang="zh-CN">
                <a:effectLst>
                  <a:outerShdw blurRad="38100" dist="38100" dir="2700000" algn="tl">
                    <a:srgbClr val="C0C0C0"/>
                  </a:outerShdw>
                </a:effectLst>
                <a:latin typeface="Arial" panose="020B0604020202020204" pitchFamily="34" charset="0"/>
              </a:rPr>
              <a:t>(</a:t>
            </a:r>
            <a:r>
              <a:rPr kumimoji="0" lang="zh-CN" altLang="en-US">
                <a:effectLst>
                  <a:outerShdw blurRad="38100" dist="38100" dir="2700000" algn="tl">
                    <a:srgbClr val="C0C0C0"/>
                  </a:outerShdw>
                </a:effectLst>
                <a:latin typeface="Arial" panose="020B0604020202020204" pitchFamily="34" charset="0"/>
              </a:rPr>
              <a:t>系统行为</a:t>
            </a:r>
            <a:r>
              <a:rPr kumimoji="0" lang="en-US" altLang="zh-CN">
                <a:effectLst>
                  <a:outerShdw blurRad="38100" dist="38100" dir="2700000" algn="tl">
                    <a:srgbClr val="C0C0C0"/>
                  </a:outerShdw>
                </a:effectLst>
                <a:latin typeface="Arial" panose="020B0604020202020204" pitchFamily="34" charset="0"/>
              </a:rPr>
              <a:t>)</a:t>
            </a:r>
          </a:p>
        </p:txBody>
      </p:sp>
      <p:sp>
        <p:nvSpPr>
          <p:cNvPr id="61465" name="Rectangle 24"/>
          <p:cNvSpPr>
            <a:spLocks noChangeArrowheads="1"/>
          </p:cNvSpPr>
          <p:nvPr/>
        </p:nvSpPr>
        <p:spPr bwMode="auto">
          <a:xfrm>
            <a:off x="2425701" y="4652963"/>
            <a:ext cx="2519363" cy="576262"/>
          </a:xfrm>
          <a:prstGeom prst="rect">
            <a:avLst/>
          </a:prstGeom>
          <a:solidFill>
            <a:srgbClr val="CCFFFF"/>
          </a:solidFill>
          <a:ln w="19050">
            <a:solidFill>
              <a:schemeClr val="folHlink"/>
            </a:solidFill>
            <a:miter lim="800000"/>
            <a:headEnd type="none" w="sm" len="sm"/>
            <a:tailEnd type="none" w="sm" len="sm"/>
          </a:ln>
        </p:spPr>
        <p:txBody>
          <a:bodyPr wrap="none" anchor="ctr"/>
          <a:lstStyle/>
          <a:p>
            <a:pPr algn="ctr" eaLnBrk="0" hangingPunct="0"/>
            <a:r>
              <a:rPr kumimoji="0" lang="zh-CN" altLang="en-US">
                <a:solidFill>
                  <a:schemeClr val="hlink"/>
                </a:solidFill>
                <a:latin typeface="Arial" panose="020B0604020202020204" pitchFamily="34" charset="0"/>
              </a:rPr>
              <a:t>包图</a:t>
            </a:r>
          </a:p>
          <a:p>
            <a:pPr algn="ctr" eaLnBrk="0" hangingPunct="0"/>
            <a:r>
              <a:rPr kumimoji="0" lang="en-US" altLang="zh-CN" sz="1200">
                <a:solidFill>
                  <a:schemeClr val="hlink"/>
                </a:solidFill>
                <a:latin typeface="Arial" panose="020B0604020202020204" pitchFamily="34" charset="0"/>
              </a:rPr>
              <a:t>Package Diagrams</a:t>
            </a:r>
          </a:p>
        </p:txBody>
      </p:sp>
      <p:sp>
        <p:nvSpPr>
          <p:cNvPr id="61466" name="Rectangle 25"/>
          <p:cNvSpPr>
            <a:spLocks noChangeArrowheads="1"/>
          </p:cNvSpPr>
          <p:nvPr/>
        </p:nvSpPr>
        <p:spPr bwMode="auto">
          <a:xfrm>
            <a:off x="2425701" y="5373688"/>
            <a:ext cx="2519363" cy="576262"/>
          </a:xfrm>
          <a:prstGeom prst="rect">
            <a:avLst/>
          </a:prstGeom>
          <a:solidFill>
            <a:srgbClr val="CCFFFF"/>
          </a:solidFill>
          <a:ln w="19050">
            <a:solidFill>
              <a:schemeClr val="folHlink"/>
            </a:solidFill>
            <a:miter lim="800000"/>
            <a:headEnd type="none" w="sm" len="sm"/>
            <a:tailEnd type="none" w="sm" len="sm"/>
          </a:ln>
        </p:spPr>
        <p:txBody>
          <a:bodyPr wrap="none" anchor="ctr"/>
          <a:lstStyle/>
          <a:p>
            <a:pPr algn="ctr" eaLnBrk="0" hangingPunct="0"/>
            <a:r>
              <a:rPr kumimoji="0" lang="zh-CN" altLang="en-US">
                <a:solidFill>
                  <a:schemeClr val="hlink"/>
                </a:solidFill>
                <a:latin typeface="Arial" panose="020B0604020202020204" pitchFamily="34" charset="0"/>
              </a:rPr>
              <a:t>组合结构图</a:t>
            </a:r>
          </a:p>
          <a:p>
            <a:pPr algn="ctr" eaLnBrk="0" hangingPunct="0"/>
            <a:r>
              <a:rPr kumimoji="0" lang="en-US" altLang="zh-CN" sz="1200">
                <a:solidFill>
                  <a:schemeClr val="hlink"/>
                </a:solidFill>
                <a:latin typeface="Arial" panose="020B0604020202020204" pitchFamily="34" charset="0"/>
              </a:rPr>
              <a:t>Composite Structure Diagrams</a:t>
            </a:r>
          </a:p>
        </p:txBody>
      </p:sp>
      <p:sp>
        <p:nvSpPr>
          <p:cNvPr id="61467" name="Rectangle 26"/>
          <p:cNvSpPr>
            <a:spLocks noChangeArrowheads="1"/>
          </p:cNvSpPr>
          <p:nvPr/>
        </p:nvSpPr>
        <p:spPr bwMode="auto">
          <a:xfrm>
            <a:off x="6889751" y="3140076"/>
            <a:ext cx="2519363" cy="576263"/>
          </a:xfrm>
          <a:prstGeom prst="rect">
            <a:avLst/>
          </a:prstGeom>
          <a:solidFill>
            <a:srgbClr val="CCFFFF"/>
          </a:solidFill>
          <a:ln w="19050">
            <a:solidFill>
              <a:schemeClr val="folHlink"/>
            </a:solidFill>
            <a:miter lim="800000"/>
            <a:headEnd type="none" w="sm" len="sm"/>
            <a:tailEnd type="none" w="sm" len="sm"/>
          </a:ln>
        </p:spPr>
        <p:txBody>
          <a:bodyPr wrap="none" anchor="ctr"/>
          <a:lstStyle/>
          <a:p>
            <a:pPr algn="ctr" eaLnBrk="0" hangingPunct="0"/>
            <a:r>
              <a:rPr kumimoji="0" lang="zh-CN" altLang="en-US">
                <a:solidFill>
                  <a:schemeClr val="hlink"/>
                </a:solidFill>
                <a:latin typeface="Arial" panose="020B0604020202020204" pitchFamily="34" charset="0"/>
              </a:rPr>
              <a:t>时间图</a:t>
            </a:r>
          </a:p>
          <a:p>
            <a:pPr algn="ctr" eaLnBrk="0" hangingPunct="0"/>
            <a:r>
              <a:rPr kumimoji="0" lang="en-US" altLang="zh-CN" sz="1200">
                <a:solidFill>
                  <a:schemeClr val="hlink"/>
                </a:solidFill>
                <a:latin typeface="Arial" panose="020B0604020202020204" pitchFamily="34" charset="0"/>
              </a:rPr>
              <a:t>Timing Diagrams</a:t>
            </a:r>
          </a:p>
        </p:txBody>
      </p:sp>
      <p:sp>
        <p:nvSpPr>
          <p:cNvPr id="61468" name="Rectangle 27"/>
          <p:cNvSpPr>
            <a:spLocks noChangeArrowheads="1"/>
          </p:cNvSpPr>
          <p:nvPr/>
        </p:nvSpPr>
        <p:spPr bwMode="auto">
          <a:xfrm>
            <a:off x="6889751" y="3860801"/>
            <a:ext cx="2519363" cy="576263"/>
          </a:xfrm>
          <a:prstGeom prst="rect">
            <a:avLst/>
          </a:prstGeom>
          <a:solidFill>
            <a:srgbClr val="CCFFFF"/>
          </a:solidFill>
          <a:ln w="19050">
            <a:solidFill>
              <a:schemeClr val="folHlink"/>
            </a:solidFill>
            <a:miter lim="800000"/>
            <a:headEnd type="none" w="sm" len="sm"/>
            <a:tailEnd type="none" w="sm" len="sm"/>
          </a:ln>
        </p:spPr>
        <p:txBody>
          <a:bodyPr wrap="none" anchor="ctr"/>
          <a:lstStyle/>
          <a:p>
            <a:pPr algn="ctr" eaLnBrk="0" hangingPunct="0"/>
            <a:r>
              <a:rPr kumimoji="0" lang="zh-CN" altLang="en-US">
                <a:solidFill>
                  <a:schemeClr val="hlink"/>
                </a:solidFill>
                <a:latin typeface="Arial" panose="020B0604020202020204" pitchFamily="34" charset="0"/>
              </a:rPr>
              <a:t>交互纵览图</a:t>
            </a:r>
          </a:p>
          <a:p>
            <a:pPr algn="ctr" eaLnBrk="0" hangingPunct="0"/>
            <a:r>
              <a:rPr kumimoji="0" lang="en-US" altLang="zh-CN" sz="1200">
                <a:solidFill>
                  <a:schemeClr val="hlink"/>
                </a:solidFill>
                <a:latin typeface="Arial" panose="020B0604020202020204" pitchFamily="34" charset="0"/>
              </a:rPr>
              <a:t>Interaction Overview Diagrams</a:t>
            </a:r>
          </a:p>
        </p:txBody>
      </p:sp>
      <p:cxnSp>
        <p:nvCxnSpPr>
          <p:cNvPr id="61469" name="AutoShape 28"/>
          <p:cNvCxnSpPr>
            <a:cxnSpLocks noChangeShapeType="1"/>
            <a:stCxn id="61444" idx="2"/>
            <a:endCxn id="61467" idx="1"/>
          </p:cNvCxnSpPr>
          <p:nvPr/>
        </p:nvCxnSpPr>
        <p:spPr bwMode="auto">
          <a:xfrm rot="16200000" flipH="1">
            <a:off x="5503069" y="2051844"/>
            <a:ext cx="1790700" cy="963612"/>
          </a:xfrm>
          <a:prstGeom prst="bentConnector2">
            <a:avLst/>
          </a:prstGeom>
          <a:noFill/>
          <a:ln w="28575">
            <a:solidFill>
              <a:schemeClr val="folHlink"/>
            </a:solidFill>
            <a:miter lim="800000"/>
            <a:headEnd type="none" w="sm" len="sm"/>
            <a:tailEnd type="triangle" w="lg" len="lg"/>
          </a:ln>
          <a:extLst>
            <a:ext uri="{909E8E84-426E-40DD-AFC4-6F175D3DCCD1}">
              <a14:hiddenFill xmlns:a14="http://schemas.microsoft.com/office/drawing/2010/main">
                <a:noFill/>
              </a14:hiddenFill>
            </a:ext>
          </a:extLst>
        </p:spPr>
      </p:cxnSp>
      <p:cxnSp>
        <p:nvCxnSpPr>
          <p:cNvPr id="61470" name="AutoShape 29"/>
          <p:cNvCxnSpPr>
            <a:cxnSpLocks noChangeShapeType="1"/>
            <a:stCxn id="61444" idx="2"/>
            <a:endCxn id="61468" idx="1"/>
          </p:cNvCxnSpPr>
          <p:nvPr/>
        </p:nvCxnSpPr>
        <p:spPr bwMode="auto">
          <a:xfrm rot="16200000" flipH="1">
            <a:off x="5142707" y="2412207"/>
            <a:ext cx="2511425" cy="963612"/>
          </a:xfrm>
          <a:prstGeom prst="bentConnector2">
            <a:avLst/>
          </a:prstGeom>
          <a:noFill/>
          <a:ln w="28575">
            <a:solidFill>
              <a:schemeClr val="folHlink"/>
            </a:solidFill>
            <a:miter lim="800000"/>
            <a:headEnd type="none" w="sm" len="sm"/>
            <a:tailEnd type="triangle" w="lg" len="lg"/>
          </a:ln>
          <a:extLst>
            <a:ext uri="{909E8E84-426E-40DD-AFC4-6F175D3DCCD1}">
              <a14:hiddenFill xmlns:a14="http://schemas.microsoft.com/office/drawing/2010/main">
                <a:noFill/>
              </a14:hiddenFill>
            </a:ext>
          </a:extLst>
        </p:spPr>
      </p:cxnSp>
      <p:cxnSp>
        <p:nvCxnSpPr>
          <p:cNvPr id="61471" name="AutoShape 30"/>
          <p:cNvCxnSpPr>
            <a:cxnSpLocks noChangeShapeType="1"/>
            <a:stCxn id="61444" idx="2"/>
            <a:endCxn id="61465" idx="3"/>
          </p:cNvCxnSpPr>
          <p:nvPr/>
        </p:nvCxnSpPr>
        <p:spPr bwMode="auto">
          <a:xfrm rot="5400000">
            <a:off x="3783807" y="2809082"/>
            <a:ext cx="3303588" cy="962025"/>
          </a:xfrm>
          <a:prstGeom prst="bentConnector2">
            <a:avLst/>
          </a:prstGeom>
          <a:noFill/>
          <a:ln w="28575">
            <a:solidFill>
              <a:schemeClr val="folHlink"/>
            </a:solidFill>
            <a:miter lim="800000"/>
            <a:headEnd type="none" w="sm" len="sm"/>
            <a:tailEnd type="triangle" w="lg" len="lg"/>
          </a:ln>
          <a:extLst>
            <a:ext uri="{909E8E84-426E-40DD-AFC4-6F175D3DCCD1}">
              <a14:hiddenFill xmlns:a14="http://schemas.microsoft.com/office/drawing/2010/main">
                <a:noFill/>
              </a14:hiddenFill>
            </a:ext>
          </a:extLst>
        </p:spPr>
      </p:cxnSp>
      <p:cxnSp>
        <p:nvCxnSpPr>
          <p:cNvPr id="61472" name="AutoShape 31"/>
          <p:cNvCxnSpPr>
            <a:cxnSpLocks noChangeShapeType="1"/>
            <a:stCxn id="61444" idx="2"/>
            <a:endCxn id="61466" idx="3"/>
          </p:cNvCxnSpPr>
          <p:nvPr/>
        </p:nvCxnSpPr>
        <p:spPr bwMode="auto">
          <a:xfrm rot="5400000">
            <a:off x="3423445" y="3169445"/>
            <a:ext cx="4024313" cy="962025"/>
          </a:xfrm>
          <a:prstGeom prst="bentConnector2">
            <a:avLst/>
          </a:prstGeom>
          <a:noFill/>
          <a:ln w="28575">
            <a:solidFill>
              <a:schemeClr val="folHlink"/>
            </a:solidFill>
            <a:miter lim="800000"/>
            <a:headEnd type="none" w="sm" len="sm"/>
            <a:tailEnd type="triangle" w="lg" len="lg"/>
          </a:ln>
          <a:extLst>
            <a:ext uri="{909E8E84-426E-40DD-AFC4-6F175D3DCCD1}">
              <a14:hiddenFill xmlns:a14="http://schemas.microsoft.com/office/drawing/2010/main">
                <a:noFill/>
              </a14:hiddenFill>
            </a:ext>
          </a:extLst>
        </p:spPr>
      </p:cxnSp>
      <p:sp>
        <p:nvSpPr>
          <p:cNvPr id="61473" name="Rectangle 32"/>
          <p:cNvSpPr>
            <a:spLocks noChangeArrowheads="1"/>
          </p:cNvSpPr>
          <p:nvPr/>
        </p:nvSpPr>
        <p:spPr bwMode="auto">
          <a:xfrm>
            <a:off x="2424113" y="6094413"/>
            <a:ext cx="2519362" cy="576262"/>
          </a:xfrm>
          <a:prstGeom prst="rect">
            <a:avLst/>
          </a:prstGeom>
          <a:solidFill>
            <a:srgbClr val="CCFFFF"/>
          </a:solidFill>
          <a:ln w="19050">
            <a:solidFill>
              <a:schemeClr val="folHlink"/>
            </a:solidFill>
            <a:miter lim="800000"/>
            <a:headEnd type="none" w="sm" len="sm"/>
            <a:tailEnd type="none" w="sm" len="sm"/>
          </a:ln>
        </p:spPr>
        <p:txBody>
          <a:bodyPr wrap="none" anchor="ctr"/>
          <a:lstStyle/>
          <a:p>
            <a:pPr algn="ctr" eaLnBrk="0" hangingPunct="0"/>
            <a:r>
              <a:rPr kumimoji="0" lang="zh-CN" altLang="en-US">
                <a:solidFill>
                  <a:schemeClr val="hlink"/>
                </a:solidFill>
                <a:latin typeface="Arial" panose="020B0604020202020204" pitchFamily="34" charset="0"/>
              </a:rPr>
              <a:t>外廓图</a:t>
            </a:r>
          </a:p>
          <a:p>
            <a:pPr algn="ctr" eaLnBrk="0" hangingPunct="0"/>
            <a:r>
              <a:rPr kumimoji="0" lang="en-US" altLang="zh-CN" sz="1200">
                <a:solidFill>
                  <a:schemeClr val="hlink"/>
                </a:solidFill>
                <a:latin typeface="Arial" panose="020B0604020202020204" pitchFamily="34" charset="0"/>
              </a:rPr>
              <a:t>Profile Diagrams</a:t>
            </a:r>
          </a:p>
        </p:txBody>
      </p:sp>
      <p:cxnSp>
        <p:nvCxnSpPr>
          <p:cNvPr id="61474" name="AutoShape 33"/>
          <p:cNvCxnSpPr>
            <a:cxnSpLocks noChangeShapeType="1"/>
            <a:stCxn id="61444" idx="2"/>
            <a:endCxn id="61473" idx="3"/>
          </p:cNvCxnSpPr>
          <p:nvPr/>
        </p:nvCxnSpPr>
        <p:spPr bwMode="auto">
          <a:xfrm rot="5400000">
            <a:off x="3062288" y="3529013"/>
            <a:ext cx="4745038" cy="963613"/>
          </a:xfrm>
          <a:prstGeom prst="bentConnector2">
            <a:avLst/>
          </a:prstGeom>
          <a:noFill/>
          <a:ln w="28575">
            <a:solidFill>
              <a:schemeClr val="folHlink"/>
            </a:solidFill>
            <a:miter lim="800000"/>
            <a:headEnd type="none" w="sm" len="sm"/>
            <a:tailEnd type="triangle" w="lg" len="lg"/>
          </a:ln>
          <a:extLst>
            <a:ext uri="{909E8E84-426E-40DD-AFC4-6F175D3DCCD1}">
              <a14:hiddenFill xmlns:a14="http://schemas.microsoft.com/office/drawing/2010/main">
                <a:noFill/>
              </a14:hiddenFill>
            </a:ext>
          </a:extLst>
        </p:spPr>
      </p:cxnSp>
    </p:spTree>
  </p:cSld>
  <p:clrMapOvr>
    <a:masterClrMapping/>
  </p:clrMapOvr>
  <p:transition spd="slow">
    <p:comb/>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标题 10"/>
          <p:cNvSpPr>
            <a:spLocks noGrp="1"/>
          </p:cNvSpPr>
          <p:nvPr>
            <p:ph type="title"/>
          </p:nvPr>
        </p:nvSpPr>
        <p:spPr/>
        <p:txBody>
          <a:bodyPr/>
          <a:lstStyle/>
          <a:p>
            <a:r>
              <a:rPr lang="en-US" altLang="zh-CN" dirty="0"/>
              <a:t>6</a:t>
            </a:r>
            <a:r>
              <a:rPr lang="zh-CN" altLang="en-US" dirty="0"/>
              <a:t>种图的应用场景速览</a:t>
            </a:r>
          </a:p>
        </p:txBody>
      </p:sp>
      <p:sp>
        <p:nvSpPr>
          <p:cNvPr id="13" name="灯片编号占位符 12"/>
          <p:cNvSpPr>
            <a:spLocks noGrp="1"/>
          </p:cNvSpPr>
          <p:nvPr>
            <p:ph type="sldNum" sz="quarter" idx="12"/>
          </p:nvPr>
        </p:nvSpPr>
        <p:spPr/>
        <p:txBody>
          <a:bodyPr/>
          <a:lstStyle/>
          <a:p>
            <a:pPr>
              <a:defRPr/>
            </a:pPr>
            <a:r>
              <a:rPr lang="en-US" altLang="zh-CN"/>
              <a:t>-</a:t>
            </a:r>
            <a:fld id="{D3E9CD17-CB30-40D7-8787-AA294C5FB899}" type="slidenum">
              <a:rPr lang="en-US" altLang="zh-CN" smtClean="0"/>
              <a:t>6</a:t>
            </a:fld>
            <a:r>
              <a:rPr lang="en-US" altLang="zh-CN"/>
              <a:t>-</a:t>
            </a:r>
          </a:p>
        </p:txBody>
      </p:sp>
      <p:sp>
        <p:nvSpPr>
          <p:cNvPr id="3" name="文本框 2"/>
          <p:cNvSpPr txBox="1"/>
          <p:nvPr/>
        </p:nvSpPr>
        <p:spPr>
          <a:xfrm>
            <a:off x="1379476" y="1412775"/>
            <a:ext cx="1512168" cy="461665"/>
          </a:xfrm>
          <a:prstGeom prst="rect">
            <a:avLst/>
          </a:prstGeom>
          <a:noFill/>
        </p:spPr>
        <p:txBody>
          <a:bodyPr wrap="square" rtlCol="0">
            <a:spAutoFit/>
          </a:bodyPr>
          <a:lstStyle/>
          <a:p>
            <a:r>
              <a:rPr lang="zh-CN" altLang="en-US" dirty="0"/>
              <a:t>用例图</a:t>
            </a:r>
          </a:p>
        </p:txBody>
      </p:sp>
      <p:sp>
        <p:nvSpPr>
          <p:cNvPr id="4" name="文本框 3"/>
          <p:cNvSpPr txBox="1"/>
          <p:nvPr/>
        </p:nvSpPr>
        <p:spPr>
          <a:xfrm>
            <a:off x="5283199" y="1412775"/>
            <a:ext cx="1512168" cy="461665"/>
          </a:xfrm>
          <a:prstGeom prst="rect">
            <a:avLst/>
          </a:prstGeom>
          <a:noFill/>
        </p:spPr>
        <p:txBody>
          <a:bodyPr wrap="square" rtlCol="0">
            <a:spAutoFit/>
          </a:bodyPr>
          <a:lstStyle/>
          <a:p>
            <a:r>
              <a:rPr lang="zh-CN" altLang="en-US" b="0" dirty="0"/>
              <a:t>类图</a:t>
            </a:r>
            <a:endParaRPr lang="zh-CN" altLang="en-US" dirty="0"/>
          </a:p>
        </p:txBody>
      </p:sp>
      <p:sp>
        <p:nvSpPr>
          <p:cNvPr id="5" name="文本框 4"/>
          <p:cNvSpPr txBox="1"/>
          <p:nvPr/>
        </p:nvSpPr>
        <p:spPr>
          <a:xfrm>
            <a:off x="8737600" y="1412774"/>
            <a:ext cx="1512168" cy="461665"/>
          </a:xfrm>
          <a:prstGeom prst="rect">
            <a:avLst/>
          </a:prstGeom>
          <a:noFill/>
        </p:spPr>
        <p:txBody>
          <a:bodyPr wrap="square" rtlCol="0">
            <a:spAutoFit/>
          </a:bodyPr>
          <a:lstStyle/>
          <a:p>
            <a:r>
              <a:rPr lang="zh-CN" altLang="en-US" b="0" dirty="0"/>
              <a:t>状态图</a:t>
            </a:r>
            <a:endParaRPr lang="zh-CN" altLang="en-US" dirty="0"/>
          </a:p>
        </p:txBody>
      </p:sp>
      <p:sp>
        <p:nvSpPr>
          <p:cNvPr id="7" name="文本框 6"/>
          <p:cNvSpPr txBox="1"/>
          <p:nvPr/>
        </p:nvSpPr>
        <p:spPr>
          <a:xfrm>
            <a:off x="5283199" y="3676571"/>
            <a:ext cx="1404156" cy="461665"/>
          </a:xfrm>
          <a:prstGeom prst="rect">
            <a:avLst/>
          </a:prstGeom>
          <a:noFill/>
        </p:spPr>
        <p:txBody>
          <a:bodyPr wrap="square" rtlCol="0">
            <a:spAutoFit/>
          </a:bodyPr>
          <a:lstStyle/>
          <a:p>
            <a:r>
              <a:rPr lang="zh-CN" altLang="zh-CN" b="0" dirty="0"/>
              <a:t>协作图</a:t>
            </a:r>
            <a:endParaRPr lang="zh-CN" altLang="en-US" dirty="0"/>
          </a:p>
        </p:txBody>
      </p:sp>
      <p:sp>
        <p:nvSpPr>
          <p:cNvPr id="8" name="文本框 7"/>
          <p:cNvSpPr txBox="1"/>
          <p:nvPr/>
        </p:nvSpPr>
        <p:spPr>
          <a:xfrm>
            <a:off x="8737600" y="3645023"/>
            <a:ext cx="1512168" cy="461665"/>
          </a:xfrm>
          <a:prstGeom prst="rect">
            <a:avLst/>
          </a:prstGeom>
          <a:noFill/>
        </p:spPr>
        <p:txBody>
          <a:bodyPr wrap="square" rtlCol="0">
            <a:spAutoFit/>
          </a:bodyPr>
          <a:lstStyle/>
          <a:p>
            <a:r>
              <a:rPr lang="zh-CN" altLang="en-US" b="0" dirty="0"/>
              <a:t>部署图</a:t>
            </a:r>
            <a:endParaRPr lang="zh-CN" altLang="en-US" dirty="0"/>
          </a:p>
        </p:txBody>
      </p:sp>
      <p:sp>
        <p:nvSpPr>
          <p:cNvPr id="9" name="文本框 8"/>
          <p:cNvSpPr txBox="1"/>
          <p:nvPr/>
        </p:nvSpPr>
        <p:spPr>
          <a:xfrm>
            <a:off x="1377765" y="3676571"/>
            <a:ext cx="1404156" cy="461665"/>
          </a:xfrm>
          <a:prstGeom prst="rect">
            <a:avLst/>
          </a:prstGeom>
          <a:noFill/>
        </p:spPr>
        <p:txBody>
          <a:bodyPr wrap="square" rtlCol="0">
            <a:spAutoFit/>
          </a:bodyPr>
          <a:lstStyle/>
          <a:p>
            <a:r>
              <a:rPr lang="zh-CN" altLang="en-US" b="0" dirty="0"/>
              <a:t>顺序图</a:t>
            </a:r>
            <a:endParaRPr lang="zh-CN" altLang="en-US" dirty="0"/>
          </a:p>
        </p:txBody>
      </p:sp>
      <p:pic>
        <p:nvPicPr>
          <p:cNvPr id="15" name="图片 14"/>
          <p:cNvPicPr>
            <a:picLocks noChangeAspect="1"/>
          </p:cNvPicPr>
          <p:nvPr/>
        </p:nvPicPr>
        <p:blipFill>
          <a:blip r:embed="rId3"/>
          <a:stretch>
            <a:fillRect/>
          </a:stretch>
        </p:blipFill>
        <p:spPr>
          <a:xfrm>
            <a:off x="1197465" y="1874440"/>
            <a:ext cx="1980907" cy="1770584"/>
          </a:xfrm>
          <a:prstGeom prst="rect">
            <a:avLst/>
          </a:prstGeom>
          <a:ln>
            <a:solidFill>
              <a:schemeClr val="tx1"/>
            </a:solidFill>
          </a:ln>
        </p:spPr>
      </p:pic>
      <p:pic>
        <p:nvPicPr>
          <p:cNvPr id="17" name="图片 16"/>
          <p:cNvPicPr>
            <a:picLocks noChangeAspect="1"/>
          </p:cNvPicPr>
          <p:nvPr/>
        </p:nvPicPr>
        <p:blipFill>
          <a:blip r:embed="rId4"/>
          <a:stretch>
            <a:fillRect/>
          </a:stretch>
        </p:blipFill>
        <p:spPr>
          <a:xfrm>
            <a:off x="4151784" y="2132881"/>
            <a:ext cx="3370816" cy="1173766"/>
          </a:xfrm>
          <a:prstGeom prst="rect">
            <a:avLst/>
          </a:prstGeom>
          <a:ln>
            <a:solidFill>
              <a:schemeClr val="tx1"/>
            </a:solidFill>
          </a:ln>
        </p:spPr>
      </p:pic>
      <p:pic>
        <p:nvPicPr>
          <p:cNvPr id="19" name="图片 18"/>
          <p:cNvPicPr>
            <a:picLocks noChangeAspect="1"/>
          </p:cNvPicPr>
          <p:nvPr/>
        </p:nvPicPr>
        <p:blipFill>
          <a:blip r:embed="rId5"/>
          <a:stretch>
            <a:fillRect/>
          </a:stretch>
        </p:blipFill>
        <p:spPr>
          <a:xfrm>
            <a:off x="8112224" y="1972544"/>
            <a:ext cx="2477824" cy="1412775"/>
          </a:xfrm>
          <a:prstGeom prst="rect">
            <a:avLst/>
          </a:prstGeom>
          <a:ln>
            <a:solidFill>
              <a:schemeClr val="tx1"/>
            </a:solidFill>
          </a:ln>
        </p:spPr>
      </p:pic>
      <p:pic>
        <p:nvPicPr>
          <p:cNvPr id="21" name="图片 20"/>
          <p:cNvPicPr>
            <a:picLocks noChangeAspect="1"/>
          </p:cNvPicPr>
          <p:nvPr/>
        </p:nvPicPr>
        <p:blipFill>
          <a:blip r:embed="rId6"/>
          <a:stretch>
            <a:fillRect/>
          </a:stretch>
        </p:blipFill>
        <p:spPr>
          <a:xfrm>
            <a:off x="1007533" y="4365104"/>
            <a:ext cx="2430685" cy="1797622"/>
          </a:xfrm>
          <a:prstGeom prst="rect">
            <a:avLst/>
          </a:prstGeom>
          <a:ln>
            <a:solidFill>
              <a:schemeClr val="tx1"/>
            </a:solidFill>
          </a:ln>
        </p:spPr>
      </p:pic>
      <p:pic>
        <p:nvPicPr>
          <p:cNvPr id="23" name="图片 22"/>
          <p:cNvPicPr>
            <a:picLocks noChangeAspect="1"/>
          </p:cNvPicPr>
          <p:nvPr/>
        </p:nvPicPr>
        <p:blipFill>
          <a:blip r:embed="rId7"/>
          <a:stretch>
            <a:fillRect/>
          </a:stretch>
        </p:blipFill>
        <p:spPr>
          <a:xfrm>
            <a:off x="4688160" y="4365104"/>
            <a:ext cx="2594234" cy="1797622"/>
          </a:xfrm>
          <a:prstGeom prst="rect">
            <a:avLst/>
          </a:prstGeom>
          <a:ln>
            <a:solidFill>
              <a:schemeClr val="tx1"/>
            </a:solidFill>
          </a:ln>
        </p:spPr>
      </p:pic>
      <p:pic>
        <p:nvPicPr>
          <p:cNvPr id="25" name="图片 24"/>
          <p:cNvPicPr>
            <a:picLocks noChangeAspect="1"/>
          </p:cNvPicPr>
          <p:nvPr/>
        </p:nvPicPr>
        <p:blipFill>
          <a:blip r:embed="rId8"/>
          <a:stretch>
            <a:fillRect/>
          </a:stretch>
        </p:blipFill>
        <p:spPr>
          <a:xfrm>
            <a:off x="8163194" y="4284016"/>
            <a:ext cx="2430685" cy="1878710"/>
          </a:xfrm>
          <a:prstGeom prst="rect">
            <a:avLst/>
          </a:prstGeom>
          <a:ln>
            <a:solidFill>
              <a:schemeClr val="tx1"/>
            </a:solidFill>
          </a:ln>
        </p:spPr>
      </p:pic>
    </p:spTree>
  </p:cSld>
  <p:clrMapOvr>
    <a:masterClrMapping/>
  </p:clrMapOvr>
  <p:transition spd="slow">
    <p:comb/>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灯片编号占位符 5"/>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b="1">
                <a:solidFill>
                  <a:schemeClr val="tx1"/>
                </a:solidFill>
                <a:latin typeface="Tahoma" panose="020B0604030504040204" pitchFamily="34" charset="0"/>
                <a:ea typeface="宋体" panose="02010600030101010101" pitchFamily="2" charset="-122"/>
              </a:defRPr>
            </a:lvl1pPr>
            <a:lvl2pPr marL="742950" indent="-285750" eaLnBrk="0" hangingPunct="0">
              <a:defRPr kumimoji="1" sz="2400" b="1">
                <a:solidFill>
                  <a:schemeClr val="tx1"/>
                </a:solidFill>
                <a:latin typeface="Tahoma" panose="020B0604030504040204" pitchFamily="34" charset="0"/>
                <a:ea typeface="宋体" panose="02010600030101010101" pitchFamily="2" charset="-122"/>
              </a:defRPr>
            </a:lvl2pPr>
            <a:lvl3pPr marL="1143000" indent="-228600" eaLnBrk="0" hangingPunct="0">
              <a:defRPr kumimoji="1" sz="2400" b="1">
                <a:solidFill>
                  <a:schemeClr val="tx1"/>
                </a:solidFill>
                <a:latin typeface="Tahoma" panose="020B0604030504040204" pitchFamily="34" charset="0"/>
                <a:ea typeface="宋体" panose="02010600030101010101" pitchFamily="2" charset="-122"/>
              </a:defRPr>
            </a:lvl3pPr>
            <a:lvl4pPr marL="1600200" indent="-228600" eaLnBrk="0" hangingPunct="0">
              <a:defRPr kumimoji="1" sz="2400" b="1">
                <a:solidFill>
                  <a:schemeClr val="tx1"/>
                </a:solidFill>
                <a:latin typeface="Tahoma" panose="020B0604030504040204" pitchFamily="34" charset="0"/>
                <a:ea typeface="宋体" panose="02010600030101010101" pitchFamily="2" charset="-122"/>
              </a:defRPr>
            </a:lvl4pPr>
            <a:lvl5pPr marL="2057400" indent="-228600" eaLnBrk="0" hangingPunct="0">
              <a:defRPr kumimoji="1" sz="2400" b="1">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9pPr>
          </a:lstStyle>
          <a:p>
            <a:pPr eaLnBrk="1" hangingPunct="1"/>
            <a:r>
              <a:rPr lang="en-US" altLang="zh-CN" sz="1200" b="0">
                <a:solidFill>
                  <a:srgbClr val="4D4D4D"/>
                </a:solidFill>
                <a:latin typeface="Arial" panose="020B0604020202020204" pitchFamily="34" charset="0"/>
              </a:rPr>
              <a:t>-</a:t>
            </a:r>
            <a:fld id="{048E1B0A-669A-4EA5-B7CC-917843561354}" type="slidenum">
              <a:rPr lang="en-US" altLang="zh-CN" sz="1200" b="0">
                <a:solidFill>
                  <a:srgbClr val="4D4D4D"/>
                </a:solidFill>
                <a:latin typeface="Arial" panose="020B0604020202020204" pitchFamily="34" charset="0"/>
              </a:rPr>
              <a:t>7</a:t>
            </a:fld>
            <a:r>
              <a:rPr lang="en-US" altLang="zh-CN" sz="1200" b="0">
                <a:solidFill>
                  <a:srgbClr val="4D4D4D"/>
                </a:solidFill>
                <a:latin typeface="Arial" panose="020B0604020202020204" pitchFamily="34" charset="0"/>
              </a:rPr>
              <a:t>-</a:t>
            </a:r>
          </a:p>
        </p:txBody>
      </p:sp>
      <p:sp>
        <p:nvSpPr>
          <p:cNvPr id="19459" name="Rectangle 2"/>
          <p:cNvSpPr>
            <a:spLocks noGrp="1" noChangeArrowheads="1"/>
          </p:cNvSpPr>
          <p:nvPr>
            <p:ph type="title"/>
          </p:nvPr>
        </p:nvSpPr>
        <p:spPr>
          <a:xfrm>
            <a:off x="911424" y="1628800"/>
            <a:ext cx="10063501" cy="647700"/>
          </a:xfrm>
        </p:spPr>
        <p:txBody>
          <a:bodyPr/>
          <a:lstStyle/>
          <a:p>
            <a:pPr eaLnBrk="1" hangingPunct="1"/>
            <a:r>
              <a:rPr lang="zh-CN" altLang="en-US" dirty="0"/>
              <a:t>问题</a:t>
            </a:r>
            <a:r>
              <a:rPr lang="en-US" altLang="zh-CN" dirty="0"/>
              <a:t>1</a:t>
            </a:r>
            <a:r>
              <a:rPr lang="zh-CN" altLang="en-US" dirty="0"/>
              <a:t>：顺序图和协作图的核心区别是什么？</a:t>
            </a:r>
            <a:endParaRPr lang="en-US" altLang="zh-CN" dirty="0"/>
          </a:p>
        </p:txBody>
      </p:sp>
      <p:sp>
        <p:nvSpPr>
          <p:cNvPr id="2" name="内容占位符 1"/>
          <p:cNvSpPr>
            <a:spLocks noGrp="1"/>
          </p:cNvSpPr>
          <p:nvPr>
            <p:ph idx="1"/>
          </p:nvPr>
        </p:nvSpPr>
        <p:spPr>
          <a:xfrm>
            <a:off x="1127448" y="2601069"/>
            <a:ext cx="10872184" cy="3960863"/>
          </a:xfrm>
        </p:spPr>
        <p:txBody>
          <a:bodyPr/>
          <a:lstStyle/>
          <a:p>
            <a:pPr marL="0" indent="0">
              <a:buNone/>
            </a:pPr>
            <a:r>
              <a:rPr lang="en-US" altLang="zh-CN" dirty="0"/>
              <a:t>A. </a:t>
            </a:r>
            <a:r>
              <a:rPr lang="zh-CN" altLang="en-US" dirty="0"/>
              <a:t>顺序图强调时间顺序，协作图强调对象关系</a:t>
            </a:r>
            <a:br>
              <a:rPr lang="zh-CN" altLang="en-US" dirty="0"/>
            </a:br>
            <a:r>
              <a:rPr lang="en-US" altLang="zh-CN" dirty="0"/>
              <a:t>B. </a:t>
            </a:r>
            <a:r>
              <a:rPr lang="zh-CN" altLang="en-US" dirty="0"/>
              <a:t>顺序图用于需求，协作图用于设计</a:t>
            </a:r>
            <a:br>
              <a:rPr lang="zh-CN" altLang="en-US" dirty="0"/>
            </a:br>
            <a:r>
              <a:rPr lang="en-US" altLang="zh-CN" dirty="0"/>
              <a:t>C. </a:t>
            </a:r>
            <a:r>
              <a:rPr lang="zh-CN" altLang="en-US" dirty="0"/>
              <a:t>顺序图只能画一个场景，协作图可以画多个</a:t>
            </a:r>
            <a:br>
              <a:rPr lang="zh-CN" altLang="en-US" dirty="0"/>
            </a:br>
            <a:r>
              <a:rPr lang="en-US" altLang="zh-CN" dirty="0"/>
              <a:t>D. </a:t>
            </a:r>
            <a:r>
              <a:rPr lang="zh-CN" altLang="en-US" dirty="0"/>
              <a:t>两者没有本质区别，只是画法不同</a:t>
            </a:r>
          </a:p>
        </p:txBody>
      </p:sp>
    </p:spTree>
  </p:cSld>
  <p:clrMapOvr>
    <a:masterClrMapping/>
  </p:clrMapOvr>
  <p:transition spd="slow">
    <p:comb/>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灯片编号占位符 5"/>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b="1">
                <a:solidFill>
                  <a:schemeClr val="tx1"/>
                </a:solidFill>
                <a:latin typeface="Tahoma" panose="020B0604030504040204" pitchFamily="34" charset="0"/>
                <a:ea typeface="宋体" panose="02010600030101010101" pitchFamily="2" charset="-122"/>
              </a:defRPr>
            </a:lvl1pPr>
            <a:lvl2pPr marL="742950" indent="-285750" eaLnBrk="0" hangingPunct="0">
              <a:defRPr kumimoji="1" sz="2400" b="1">
                <a:solidFill>
                  <a:schemeClr val="tx1"/>
                </a:solidFill>
                <a:latin typeface="Tahoma" panose="020B0604030504040204" pitchFamily="34" charset="0"/>
                <a:ea typeface="宋体" panose="02010600030101010101" pitchFamily="2" charset="-122"/>
              </a:defRPr>
            </a:lvl2pPr>
            <a:lvl3pPr marL="1143000" indent="-228600" eaLnBrk="0" hangingPunct="0">
              <a:defRPr kumimoji="1" sz="2400" b="1">
                <a:solidFill>
                  <a:schemeClr val="tx1"/>
                </a:solidFill>
                <a:latin typeface="Tahoma" panose="020B0604030504040204" pitchFamily="34" charset="0"/>
                <a:ea typeface="宋体" panose="02010600030101010101" pitchFamily="2" charset="-122"/>
              </a:defRPr>
            </a:lvl3pPr>
            <a:lvl4pPr marL="1600200" indent="-228600" eaLnBrk="0" hangingPunct="0">
              <a:defRPr kumimoji="1" sz="2400" b="1">
                <a:solidFill>
                  <a:schemeClr val="tx1"/>
                </a:solidFill>
                <a:latin typeface="Tahoma" panose="020B0604030504040204" pitchFamily="34" charset="0"/>
                <a:ea typeface="宋体" panose="02010600030101010101" pitchFamily="2" charset="-122"/>
              </a:defRPr>
            </a:lvl4pPr>
            <a:lvl5pPr marL="2057400" indent="-228600" eaLnBrk="0" hangingPunct="0">
              <a:defRPr kumimoji="1" sz="2400" b="1">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9pPr>
          </a:lstStyle>
          <a:p>
            <a:pPr eaLnBrk="1" hangingPunct="1"/>
            <a:r>
              <a:rPr lang="en-US" altLang="zh-CN" sz="1200" b="0">
                <a:solidFill>
                  <a:srgbClr val="4D4D4D"/>
                </a:solidFill>
                <a:latin typeface="Arial" panose="020B0604020202020204" pitchFamily="34" charset="0"/>
              </a:rPr>
              <a:t>-</a:t>
            </a:r>
            <a:fld id="{048E1B0A-669A-4EA5-B7CC-917843561354}" type="slidenum">
              <a:rPr lang="en-US" altLang="zh-CN" sz="1200" b="0">
                <a:solidFill>
                  <a:srgbClr val="4D4D4D"/>
                </a:solidFill>
                <a:latin typeface="Arial" panose="020B0604020202020204" pitchFamily="34" charset="0"/>
              </a:rPr>
              <a:t>8</a:t>
            </a:fld>
            <a:r>
              <a:rPr lang="en-US" altLang="zh-CN" sz="1200" b="0">
                <a:solidFill>
                  <a:srgbClr val="4D4D4D"/>
                </a:solidFill>
                <a:latin typeface="Arial" panose="020B0604020202020204" pitchFamily="34" charset="0"/>
              </a:rPr>
              <a:t>-</a:t>
            </a:r>
          </a:p>
        </p:txBody>
      </p:sp>
      <p:sp>
        <p:nvSpPr>
          <p:cNvPr id="19459" name="Rectangle 2"/>
          <p:cNvSpPr>
            <a:spLocks noGrp="1" noChangeArrowheads="1"/>
          </p:cNvSpPr>
          <p:nvPr>
            <p:ph type="title"/>
          </p:nvPr>
        </p:nvSpPr>
        <p:spPr>
          <a:xfrm>
            <a:off x="911424" y="1628800"/>
            <a:ext cx="10063501" cy="647700"/>
          </a:xfrm>
        </p:spPr>
        <p:txBody>
          <a:bodyPr/>
          <a:lstStyle/>
          <a:p>
            <a:pPr eaLnBrk="1" hangingPunct="1"/>
            <a:r>
              <a:rPr lang="zh-CN" altLang="en-US" dirty="0"/>
              <a:t>问题</a:t>
            </a:r>
            <a:r>
              <a:rPr lang="en-US" altLang="zh-CN" dirty="0"/>
              <a:t>1</a:t>
            </a:r>
            <a:r>
              <a:rPr lang="zh-CN" altLang="en-US" dirty="0"/>
              <a:t>：顺序图和协作图的核心区别是什么？</a:t>
            </a:r>
            <a:endParaRPr lang="en-US" altLang="zh-CN" dirty="0"/>
          </a:p>
        </p:txBody>
      </p:sp>
      <p:sp>
        <p:nvSpPr>
          <p:cNvPr id="2" name="内容占位符 1"/>
          <p:cNvSpPr>
            <a:spLocks noGrp="1"/>
          </p:cNvSpPr>
          <p:nvPr>
            <p:ph idx="1"/>
          </p:nvPr>
        </p:nvSpPr>
        <p:spPr>
          <a:xfrm>
            <a:off x="1127448" y="2601069"/>
            <a:ext cx="10872184" cy="3960863"/>
          </a:xfrm>
        </p:spPr>
        <p:txBody>
          <a:bodyPr/>
          <a:lstStyle/>
          <a:p>
            <a:pPr marL="0" indent="0">
              <a:buNone/>
            </a:pPr>
            <a:r>
              <a:rPr lang="en-US" altLang="zh-CN" dirty="0">
                <a:solidFill>
                  <a:srgbClr val="FF0000"/>
                </a:solidFill>
              </a:rPr>
              <a:t>A. </a:t>
            </a:r>
            <a:r>
              <a:rPr lang="zh-CN" altLang="en-US" dirty="0">
                <a:solidFill>
                  <a:srgbClr val="FF0000"/>
                </a:solidFill>
              </a:rPr>
              <a:t>顺序图强调时间顺序，协作图强调对象关系</a:t>
            </a:r>
            <a:br>
              <a:rPr lang="zh-CN" altLang="en-US" dirty="0"/>
            </a:br>
            <a:r>
              <a:rPr lang="en-US" altLang="zh-CN" dirty="0"/>
              <a:t>B. </a:t>
            </a:r>
            <a:r>
              <a:rPr lang="zh-CN" altLang="en-US" dirty="0"/>
              <a:t>顺序图用于需求，协作图用于设计</a:t>
            </a:r>
            <a:br>
              <a:rPr lang="zh-CN" altLang="en-US" dirty="0"/>
            </a:br>
            <a:r>
              <a:rPr lang="en-US" altLang="zh-CN" dirty="0"/>
              <a:t>C. </a:t>
            </a:r>
            <a:r>
              <a:rPr lang="zh-CN" altLang="en-US" dirty="0"/>
              <a:t>顺序图只能画一个场景，协作图可以画多个</a:t>
            </a:r>
            <a:br>
              <a:rPr lang="zh-CN" altLang="en-US" dirty="0"/>
            </a:br>
            <a:r>
              <a:rPr lang="en-US" altLang="zh-CN" dirty="0"/>
              <a:t>D. </a:t>
            </a:r>
            <a:r>
              <a:rPr lang="zh-CN" altLang="en-US" dirty="0"/>
              <a:t>两者没有本质区别，只是画法不同</a:t>
            </a:r>
          </a:p>
        </p:txBody>
      </p:sp>
    </p:spTree>
  </p:cSld>
  <p:clrMapOvr>
    <a:masterClrMapping/>
  </p:clrMapOvr>
  <p:transition spd="slow">
    <p:comb/>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1778" name="Rectangle 2"/>
          <p:cNvSpPr>
            <a:spLocks noGrp="1" noChangeArrowheads="1"/>
          </p:cNvSpPr>
          <p:nvPr>
            <p:ph type="ctrTitle"/>
          </p:nvPr>
        </p:nvSpPr>
        <p:spPr/>
        <p:txBody>
          <a:bodyPr/>
          <a:lstStyle/>
          <a:p>
            <a:pPr eaLnBrk="1" hangingPunct="1">
              <a:defRPr/>
            </a:pPr>
            <a:r>
              <a:rPr lang="zh-CN" altLang="en-US" dirty="0">
                <a:latin typeface="华文楷体" panose="02010600040101010101" pitchFamily="2" charset="-122"/>
                <a:ea typeface="华文楷体" panose="02010600040101010101" pitchFamily="2" charset="-122"/>
              </a:rPr>
              <a:t>第</a:t>
            </a:r>
            <a:r>
              <a:rPr lang="en-US" altLang="zh-CN" dirty="0">
                <a:latin typeface="华文楷体" panose="02010600040101010101" pitchFamily="2" charset="-122"/>
                <a:ea typeface="华文楷体" panose="02010600040101010101" pitchFamily="2" charset="-122"/>
              </a:rPr>
              <a:t>02</a:t>
            </a:r>
            <a:r>
              <a:rPr lang="zh-CN" altLang="en-US" dirty="0">
                <a:latin typeface="华文楷体" panose="02010600040101010101" pitchFamily="2" charset="-122"/>
                <a:ea typeface="华文楷体" panose="02010600040101010101" pitchFamily="2" charset="-122"/>
              </a:rPr>
              <a:t>章用例图</a:t>
            </a:r>
            <a:r>
              <a:rPr lang="en-US" altLang="zh-CN" dirty="0">
                <a:latin typeface="华文楷体" panose="02010600040101010101" pitchFamily="2" charset="-122"/>
                <a:ea typeface="华文楷体" panose="02010600040101010101" pitchFamily="2" charset="-122"/>
              </a:rPr>
              <a:t>——</a:t>
            </a:r>
            <a:r>
              <a:rPr lang="zh-CN" altLang="en-US" dirty="0">
                <a:latin typeface="华文楷体" panose="02010600040101010101" pitchFamily="2" charset="-122"/>
                <a:ea typeface="华文楷体" panose="02010600040101010101" pitchFamily="2" charset="-122"/>
              </a:rPr>
              <a:t>需求建模的核心</a:t>
            </a:r>
            <a:r>
              <a:rPr lang="en-US" altLang="zh-CN" baseline="30000" dirty="0">
                <a:solidFill>
                  <a:schemeClr val="tx2"/>
                </a:solidFill>
                <a:uFillTx/>
                <a:latin typeface="华文楷体" panose="02010600040101010101" pitchFamily="2" charset="-122"/>
                <a:ea typeface="华文楷体" panose="02010600040101010101" pitchFamily="2" charset="-122"/>
              </a:rPr>
              <a:t>[3]</a:t>
            </a:r>
          </a:p>
        </p:txBody>
      </p:sp>
      <p:sp>
        <p:nvSpPr>
          <p:cNvPr id="9219" name="Rectangle 3"/>
          <p:cNvSpPr>
            <a:spLocks noGrp="1" noChangeArrowheads="1"/>
          </p:cNvSpPr>
          <p:nvPr>
            <p:ph type="subTitle" idx="1"/>
          </p:nvPr>
        </p:nvSpPr>
        <p:spPr>
          <a:xfrm>
            <a:off x="1524000" y="3860800"/>
            <a:ext cx="9144000" cy="1752600"/>
          </a:xfrm>
        </p:spPr>
        <p:txBody>
          <a:bodyPr/>
          <a:lstStyle/>
          <a:p>
            <a:pPr eaLnBrk="1" hangingPunct="1"/>
            <a:r>
              <a:rPr lang="en-US" altLang="zh-CN" i="1" dirty="0">
                <a:solidFill>
                  <a:srgbClr val="003399"/>
                </a:solidFill>
              </a:rPr>
              <a:t>Use Case Diagram — The Core of Requirements Modeling</a:t>
            </a:r>
          </a:p>
        </p:txBody>
      </p:sp>
    </p:spTree>
  </p:cSld>
  <p:clrMapOvr>
    <a:masterClrMapping/>
  </p:clrMapOvr>
  <p:transition spd="slow">
    <p:comb/>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2" name="灯片编号占位符 5"/>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b="1">
                <a:solidFill>
                  <a:schemeClr val="tx1"/>
                </a:solidFill>
                <a:latin typeface="Tahoma" panose="020B0604030504040204" pitchFamily="34" charset="0"/>
                <a:ea typeface="宋体" panose="02010600030101010101" pitchFamily="2" charset="-122"/>
              </a:defRPr>
            </a:lvl1pPr>
            <a:lvl2pPr marL="742950" indent="-285750" eaLnBrk="0" hangingPunct="0">
              <a:defRPr kumimoji="1" sz="2400" b="1">
                <a:solidFill>
                  <a:schemeClr val="tx1"/>
                </a:solidFill>
                <a:latin typeface="Tahoma" panose="020B0604030504040204" pitchFamily="34" charset="0"/>
                <a:ea typeface="宋体" panose="02010600030101010101" pitchFamily="2" charset="-122"/>
              </a:defRPr>
            </a:lvl2pPr>
            <a:lvl3pPr marL="1143000" indent="-228600" eaLnBrk="0" hangingPunct="0">
              <a:defRPr kumimoji="1" sz="2400" b="1">
                <a:solidFill>
                  <a:schemeClr val="tx1"/>
                </a:solidFill>
                <a:latin typeface="Tahoma" panose="020B0604030504040204" pitchFamily="34" charset="0"/>
                <a:ea typeface="宋体" panose="02010600030101010101" pitchFamily="2" charset="-122"/>
              </a:defRPr>
            </a:lvl3pPr>
            <a:lvl4pPr marL="1600200" indent="-228600" eaLnBrk="0" hangingPunct="0">
              <a:defRPr kumimoji="1" sz="2400" b="1">
                <a:solidFill>
                  <a:schemeClr val="tx1"/>
                </a:solidFill>
                <a:latin typeface="Tahoma" panose="020B0604030504040204" pitchFamily="34" charset="0"/>
                <a:ea typeface="宋体" panose="02010600030101010101" pitchFamily="2" charset="-122"/>
              </a:defRPr>
            </a:lvl4pPr>
            <a:lvl5pPr marL="2057400" indent="-228600" eaLnBrk="0" hangingPunct="0">
              <a:defRPr kumimoji="1" sz="2400" b="1">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9pPr>
          </a:lstStyle>
          <a:p>
            <a:pPr eaLnBrk="1" hangingPunct="1"/>
            <a:r>
              <a:rPr lang="en-US" altLang="zh-CN" sz="1200" b="0">
                <a:solidFill>
                  <a:srgbClr val="4D4D4D"/>
                </a:solidFill>
                <a:latin typeface="Arial" panose="020B0604020202020204" pitchFamily="34" charset="0"/>
              </a:rPr>
              <a:t>-</a:t>
            </a:r>
            <a:fld id="{CD7058B9-9E75-4670-AE16-5E43A76A933D}" type="slidenum">
              <a:rPr lang="en-US" altLang="zh-CN" sz="1200" b="0">
                <a:solidFill>
                  <a:srgbClr val="4D4D4D"/>
                </a:solidFill>
                <a:latin typeface="Arial" panose="020B0604020202020204" pitchFamily="34" charset="0"/>
              </a:rPr>
              <a:t>10</a:t>
            </a:fld>
            <a:r>
              <a:rPr lang="en-US" altLang="zh-CN" sz="1200" b="0">
                <a:solidFill>
                  <a:srgbClr val="4D4D4D"/>
                </a:solidFill>
                <a:latin typeface="Arial" panose="020B0604020202020204" pitchFamily="34" charset="0"/>
              </a:rPr>
              <a:t>-</a:t>
            </a:r>
          </a:p>
        </p:txBody>
      </p:sp>
      <p:sp>
        <p:nvSpPr>
          <p:cNvPr id="71683" name="Rectangle 2"/>
          <p:cNvSpPr>
            <a:spLocks noGrp="1" noChangeArrowheads="1"/>
          </p:cNvSpPr>
          <p:nvPr>
            <p:ph type="title"/>
          </p:nvPr>
        </p:nvSpPr>
        <p:spPr/>
        <p:txBody>
          <a:bodyPr/>
          <a:lstStyle/>
          <a:p>
            <a:pPr eaLnBrk="1" hangingPunct="1"/>
            <a:r>
              <a:rPr lang="zh-CN" altLang="en-US" dirty="0"/>
              <a:t>用例图的核心概念</a:t>
            </a:r>
          </a:p>
        </p:txBody>
      </p:sp>
      <p:sp>
        <p:nvSpPr>
          <p:cNvPr id="576515" name="Rectangle 3"/>
          <p:cNvSpPr>
            <a:spLocks noGrp="1" noChangeArrowheads="1"/>
          </p:cNvSpPr>
          <p:nvPr>
            <p:ph type="body" idx="1"/>
          </p:nvPr>
        </p:nvSpPr>
        <p:spPr/>
        <p:txBody>
          <a:bodyPr/>
          <a:lstStyle/>
          <a:p>
            <a:pPr eaLnBrk="1" hangingPunct="1">
              <a:lnSpc>
                <a:spcPct val="80000"/>
              </a:lnSpc>
              <a:defRPr/>
            </a:pPr>
            <a:r>
              <a:rPr lang="zh-CN" altLang="en-US" sz="2800" dirty="0"/>
              <a:t>用例图（</a:t>
            </a:r>
            <a:r>
              <a:rPr lang="en-US" altLang="zh-CN" sz="2800" dirty="0"/>
              <a:t>Use Case Diagram</a:t>
            </a:r>
            <a:r>
              <a:rPr lang="zh-CN" altLang="en-US" sz="2800" dirty="0"/>
              <a:t>）是被称为</a:t>
            </a:r>
            <a:r>
              <a:rPr lang="zh-CN" altLang="en-US" sz="2800" dirty="0">
                <a:solidFill>
                  <a:srgbClr val="FF0000"/>
                </a:solidFill>
                <a:effectLst>
                  <a:outerShdw blurRad="38100" dist="38100" dir="2700000" algn="tl">
                    <a:srgbClr val="C0C0C0"/>
                  </a:outerShdw>
                </a:effectLst>
              </a:rPr>
              <a:t>参与者</a:t>
            </a:r>
            <a:r>
              <a:rPr lang="en-US" altLang="zh-CN" sz="2800" dirty="0"/>
              <a:t>(Actor)</a:t>
            </a:r>
            <a:r>
              <a:rPr lang="zh-CN" altLang="en-US" sz="2800" dirty="0"/>
              <a:t>的外部用户所能观察到的</a:t>
            </a:r>
            <a:r>
              <a:rPr lang="zh-CN" altLang="en-US" sz="2800" dirty="0">
                <a:solidFill>
                  <a:srgbClr val="A50021"/>
                </a:solidFill>
                <a:effectLst>
                  <a:outerShdw blurRad="38100" dist="38100" dir="2700000" algn="tl">
                    <a:srgbClr val="C0C0C0"/>
                  </a:outerShdw>
                </a:effectLst>
              </a:rPr>
              <a:t>系统功能</a:t>
            </a:r>
            <a:r>
              <a:rPr lang="zh-CN" altLang="en-US" sz="2800" dirty="0"/>
              <a:t>的模型图</a:t>
            </a:r>
          </a:p>
          <a:p>
            <a:pPr lvl="1" eaLnBrk="1" hangingPunct="1">
              <a:lnSpc>
                <a:spcPct val="80000"/>
              </a:lnSpc>
              <a:defRPr/>
            </a:pPr>
            <a:r>
              <a:rPr lang="zh-CN" altLang="en-US" sz="2400" dirty="0"/>
              <a:t>列出系统中的用例和参与者</a:t>
            </a:r>
          </a:p>
          <a:p>
            <a:pPr lvl="1" eaLnBrk="1" hangingPunct="1">
              <a:lnSpc>
                <a:spcPct val="80000"/>
              </a:lnSpc>
              <a:defRPr/>
            </a:pPr>
            <a:r>
              <a:rPr lang="zh-CN" altLang="en-US" sz="2400" dirty="0"/>
              <a:t>显示哪个参与者参与了哪个用例的执行</a:t>
            </a:r>
          </a:p>
          <a:p>
            <a:pPr eaLnBrk="1" hangingPunct="1">
              <a:lnSpc>
                <a:spcPct val="80000"/>
              </a:lnSpc>
              <a:defRPr/>
            </a:pPr>
            <a:r>
              <a:rPr kumimoji="0" lang="zh-CN" altLang="en-US" sz="2800" dirty="0"/>
              <a:t>核心概</a:t>
            </a:r>
            <a:r>
              <a:rPr lang="zh-CN" altLang="en-US" sz="2800" dirty="0"/>
              <a:t>念</a:t>
            </a:r>
          </a:p>
          <a:p>
            <a:pPr lvl="1" eaLnBrk="1" hangingPunct="1">
              <a:lnSpc>
                <a:spcPct val="80000"/>
              </a:lnSpc>
              <a:defRPr/>
            </a:pPr>
            <a:r>
              <a:rPr lang="zh-CN" altLang="en-US" sz="2400" dirty="0"/>
              <a:t>用例：系统中的一个功能单元，可以被描述为参与者与系统之间的一次交互作用</a:t>
            </a:r>
          </a:p>
          <a:p>
            <a:pPr lvl="1" eaLnBrk="1" hangingPunct="1">
              <a:lnSpc>
                <a:spcPct val="80000"/>
              </a:lnSpc>
              <a:defRPr/>
            </a:pPr>
            <a:r>
              <a:rPr lang="zh-CN" altLang="en-US" sz="2400" dirty="0"/>
              <a:t>参与者、参与者泛化</a:t>
            </a:r>
          </a:p>
          <a:p>
            <a:pPr lvl="1" eaLnBrk="1" hangingPunct="1">
              <a:lnSpc>
                <a:spcPct val="80000"/>
              </a:lnSpc>
              <a:defRPr/>
            </a:pPr>
            <a:r>
              <a:rPr lang="zh-CN" altLang="en-US" sz="2400" dirty="0"/>
              <a:t>用例与参与者之间的关系：关联</a:t>
            </a:r>
          </a:p>
          <a:p>
            <a:pPr lvl="1" eaLnBrk="1" hangingPunct="1">
              <a:lnSpc>
                <a:spcPct val="80000"/>
              </a:lnSpc>
              <a:defRPr/>
            </a:pPr>
            <a:r>
              <a:rPr lang="zh-CN" altLang="en-US" sz="2400" dirty="0"/>
              <a:t>用例之间关系：扩展、包括、泛化</a:t>
            </a:r>
          </a:p>
          <a:p>
            <a:pPr eaLnBrk="1" hangingPunct="1">
              <a:lnSpc>
                <a:spcPct val="80000"/>
              </a:lnSpc>
              <a:defRPr/>
            </a:pPr>
            <a:r>
              <a:rPr lang="zh-CN" altLang="en-US" sz="2800" dirty="0"/>
              <a:t>推荐使用场合</a:t>
            </a:r>
          </a:p>
          <a:p>
            <a:pPr lvl="1" eaLnBrk="1" hangingPunct="1">
              <a:lnSpc>
                <a:spcPct val="80000"/>
              </a:lnSpc>
              <a:defRPr/>
            </a:pPr>
            <a:r>
              <a:rPr lang="zh-CN" altLang="en-US" sz="2400" dirty="0"/>
              <a:t>业务建模、需求获取、定义</a:t>
            </a:r>
          </a:p>
        </p:txBody>
      </p:sp>
    </p:spTree>
  </p:cSld>
  <p:clrMapOvr>
    <a:masterClrMapping/>
  </p:clrMapOvr>
  <p:transition spd="slow">
    <p:comb/>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450" name="灯片编号占位符 5"/>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b="1">
                <a:solidFill>
                  <a:schemeClr val="tx1"/>
                </a:solidFill>
                <a:latin typeface="Tahoma" panose="020B0604030504040204" pitchFamily="34" charset="0"/>
                <a:ea typeface="宋体" panose="02010600030101010101" pitchFamily="2" charset="-122"/>
              </a:defRPr>
            </a:lvl1pPr>
            <a:lvl2pPr marL="742950" indent="-285750" eaLnBrk="0" hangingPunct="0">
              <a:defRPr kumimoji="1" sz="2400" b="1">
                <a:solidFill>
                  <a:schemeClr val="tx1"/>
                </a:solidFill>
                <a:latin typeface="Tahoma" panose="020B0604030504040204" pitchFamily="34" charset="0"/>
                <a:ea typeface="宋体" panose="02010600030101010101" pitchFamily="2" charset="-122"/>
              </a:defRPr>
            </a:lvl2pPr>
            <a:lvl3pPr marL="1143000" indent="-228600" eaLnBrk="0" hangingPunct="0">
              <a:defRPr kumimoji="1" sz="2400" b="1">
                <a:solidFill>
                  <a:schemeClr val="tx1"/>
                </a:solidFill>
                <a:latin typeface="Tahoma" panose="020B0604030504040204" pitchFamily="34" charset="0"/>
                <a:ea typeface="宋体" panose="02010600030101010101" pitchFamily="2" charset="-122"/>
              </a:defRPr>
            </a:lvl3pPr>
            <a:lvl4pPr marL="1600200" indent="-228600" eaLnBrk="0" hangingPunct="0">
              <a:defRPr kumimoji="1" sz="2400" b="1">
                <a:solidFill>
                  <a:schemeClr val="tx1"/>
                </a:solidFill>
                <a:latin typeface="Tahoma" panose="020B0604030504040204" pitchFamily="34" charset="0"/>
                <a:ea typeface="宋体" panose="02010600030101010101" pitchFamily="2" charset="-122"/>
              </a:defRPr>
            </a:lvl4pPr>
            <a:lvl5pPr marL="2057400" indent="-228600" eaLnBrk="0" hangingPunct="0">
              <a:defRPr kumimoji="1" sz="2400" b="1">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9pPr>
          </a:lstStyle>
          <a:p>
            <a:pPr eaLnBrk="1" hangingPunct="1"/>
            <a:r>
              <a:rPr lang="en-US" altLang="zh-CN" sz="1200" b="0">
                <a:solidFill>
                  <a:srgbClr val="4D4D4D"/>
                </a:solidFill>
                <a:latin typeface="Arial" panose="020B0604020202020204" pitchFamily="34" charset="0"/>
              </a:rPr>
              <a:t>-</a:t>
            </a:r>
            <a:fld id="{A32898BE-DC8F-4C5D-AB16-066AB0BE49C9}" type="slidenum">
              <a:rPr lang="en-US" altLang="zh-CN" sz="1200" b="0">
                <a:solidFill>
                  <a:srgbClr val="4D4D4D"/>
                </a:solidFill>
                <a:latin typeface="Arial" panose="020B0604020202020204" pitchFamily="34" charset="0"/>
              </a:rPr>
              <a:t>11</a:t>
            </a:fld>
            <a:r>
              <a:rPr lang="en-US" altLang="zh-CN" sz="1200" b="0">
                <a:solidFill>
                  <a:srgbClr val="4D4D4D"/>
                </a:solidFill>
                <a:latin typeface="Arial" panose="020B0604020202020204" pitchFamily="34" charset="0"/>
              </a:rPr>
              <a:t>-</a:t>
            </a:r>
          </a:p>
        </p:txBody>
      </p:sp>
      <p:sp>
        <p:nvSpPr>
          <p:cNvPr id="104451" name="Rectangle 2"/>
          <p:cNvSpPr>
            <a:spLocks noGrp="1" noChangeArrowheads="1"/>
          </p:cNvSpPr>
          <p:nvPr>
            <p:ph type="title"/>
          </p:nvPr>
        </p:nvSpPr>
        <p:spPr/>
        <p:txBody>
          <a:bodyPr/>
          <a:lstStyle/>
          <a:p>
            <a:pPr eaLnBrk="1" hangingPunct="1"/>
            <a:r>
              <a:rPr lang="zh-CN" altLang="en-US" dirty="0"/>
              <a:t>用例图元语详解</a:t>
            </a:r>
          </a:p>
        </p:txBody>
      </p:sp>
      <p:pic>
        <p:nvPicPr>
          <p:cNvPr id="104453"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887538" y="857250"/>
            <a:ext cx="8208962" cy="5486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spd="slow">
    <p:comb/>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灯片编号占位符 5"/>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b="1">
                <a:solidFill>
                  <a:schemeClr val="tx1"/>
                </a:solidFill>
                <a:latin typeface="Tahoma" panose="020B0604030504040204" pitchFamily="34" charset="0"/>
                <a:ea typeface="宋体" panose="02010600030101010101" pitchFamily="2" charset="-122"/>
              </a:defRPr>
            </a:lvl1pPr>
            <a:lvl2pPr marL="742950" indent="-285750" eaLnBrk="0" hangingPunct="0">
              <a:defRPr kumimoji="1" sz="2400" b="1">
                <a:solidFill>
                  <a:schemeClr val="tx1"/>
                </a:solidFill>
                <a:latin typeface="Tahoma" panose="020B0604030504040204" pitchFamily="34" charset="0"/>
                <a:ea typeface="宋体" panose="02010600030101010101" pitchFamily="2" charset="-122"/>
              </a:defRPr>
            </a:lvl2pPr>
            <a:lvl3pPr marL="1143000" indent="-228600" eaLnBrk="0" hangingPunct="0">
              <a:defRPr kumimoji="1" sz="2400" b="1">
                <a:solidFill>
                  <a:schemeClr val="tx1"/>
                </a:solidFill>
                <a:latin typeface="Tahoma" panose="020B0604030504040204" pitchFamily="34" charset="0"/>
                <a:ea typeface="宋体" panose="02010600030101010101" pitchFamily="2" charset="-122"/>
              </a:defRPr>
            </a:lvl3pPr>
            <a:lvl4pPr marL="1600200" indent="-228600" eaLnBrk="0" hangingPunct="0">
              <a:defRPr kumimoji="1" sz="2400" b="1">
                <a:solidFill>
                  <a:schemeClr val="tx1"/>
                </a:solidFill>
                <a:latin typeface="Tahoma" panose="020B0604030504040204" pitchFamily="34" charset="0"/>
                <a:ea typeface="宋体" panose="02010600030101010101" pitchFamily="2" charset="-122"/>
              </a:defRPr>
            </a:lvl4pPr>
            <a:lvl5pPr marL="2057400" indent="-228600" eaLnBrk="0" hangingPunct="0">
              <a:defRPr kumimoji="1" sz="2400" b="1">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9pPr>
          </a:lstStyle>
          <a:p>
            <a:pPr eaLnBrk="1" hangingPunct="1"/>
            <a:r>
              <a:rPr lang="en-US" altLang="zh-CN" sz="1200" b="0">
                <a:solidFill>
                  <a:srgbClr val="4D4D4D"/>
                </a:solidFill>
                <a:latin typeface="Arial" panose="020B0604020202020204" pitchFamily="34" charset="0"/>
              </a:rPr>
              <a:t>-</a:t>
            </a:r>
            <a:fld id="{575E6A65-9B83-4507-84DB-777851D721F9}" type="slidenum">
              <a:rPr lang="en-US" altLang="zh-CN" sz="1200" b="0">
                <a:solidFill>
                  <a:srgbClr val="4D4D4D"/>
                </a:solidFill>
                <a:latin typeface="Arial" panose="020B0604020202020204" pitchFamily="34" charset="0"/>
              </a:rPr>
              <a:t>12</a:t>
            </a:fld>
            <a:r>
              <a:rPr lang="en-US" altLang="zh-CN" sz="1200" b="0">
                <a:solidFill>
                  <a:srgbClr val="4D4D4D"/>
                </a:solidFill>
                <a:latin typeface="Arial" panose="020B0604020202020204" pitchFamily="34" charset="0"/>
              </a:rPr>
              <a:t>-</a:t>
            </a:r>
          </a:p>
        </p:txBody>
      </p:sp>
      <p:sp>
        <p:nvSpPr>
          <p:cNvPr id="40963" name="Rectangle 2"/>
          <p:cNvSpPr>
            <a:spLocks noGrp="1" noChangeArrowheads="1"/>
          </p:cNvSpPr>
          <p:nvPr>
            <p:ph type="title"/>
          </p:nvPr>
        </p:nvSpPr>
        <p:spPr/>
        <p:txBody>
          <a:bodyPr/>
          <a:lstStyle/>
          <a:p>
            <a:pPr eaLnBrk="1" hangingPunct="1"/>
            <a:r>
              <a:rPr lang="zh-CN" altLang="en-US"/>
              <a:t>参与者要点分析</a:t>
            </a:r>
          </a:p>
        </p:txBody>
      </p:sp>
      <p:sp>
        <p:nvSpPr>
          <p:cNvPr id="40964" name="Rectangle 3"/>
          <p:cNvSpPr>
            <a:spLocks noGrp="1" noChangeArrowheads="1"/>
          </p:cNvSpPr>
          <p:nvPr>
            <p:ph type="body" idx="1"/>
          </p:nvPr>
        </p:nvSpPr>
        <p:spPr/>
        <p:txBody>
          <a:bodyPr/>
          <a:lstStyle/>
          <a:p>
            <a:pPr eaLnBrk="1" hangingPunct="1">
              <a:lnSpc>
                <a:spcPct val="80000"/>
              </a:lnSpc>
            </a:pPr>
            <a:r>
              <a:rPr lang="zh-CN" altLang="en-US" dirty="0"/>
              <a:t>系统外</a:t>
            </a:r>
          </a:p>
          <a:p>
            <a:pPr lvl="1" eaLnBrk="1" hangingPunct="1">
              <a:lnSpc>
                <a:spcPct val="80000"/>
              </a:lnSpc>
            </a:pPr>
            <a:r>
              <a:rPr lang="zh-CN" altLang="en-US" dirty="0"/>
              <a:t>参与者不是系统的一部分，处于系统的外部</a:t>
            </a:r>
          </a:p>
          <a:p>
            <a:pPr eaLnBrk="1" hangingPunct="1">
              <a:lnSpc>
                <a:spcPct val="80000"/>
              </a:lnSpc>
            </a:pPr>
            <a:r>
              <a:rPr lang="zh-CN" altLang="en-US" dirty="0"/>
              <a:t>系统边界</a:t>
            </a:r>
            <a:endParaRPr lang="en-US" altLang="zh-CN" dirty="0"/>
          </a:p>
          <a:p>
            <a:pPr lvl="1" eaLnBrk="1" hangingPunct="1">
              <a:lnSpc>
                <a:spcPct val="80000"/>
              </a:lnSpc>
            </a:pPr>
            <a:r>
              <a:rPr lang="zh-CN" altLang="en-US" dirty="0"/>
              <a:t>参与者透过系统边界</a:t>
            </a:r>
            <a:r>
              <a:rPr lang="zh-CN" altLang="en-US" dirty="0">
                <a:solidFill>
                  <a:srgbClr val="000000"/>
                </a:solidFill>
              </a:rPr>
              <a:t>直接</a:t>
            </a:r>
            <a:r>
              <a:rPr lang="zh-CN" altLang="en-US" dirty="0"/>
              <a:t>与系统交互，参与者的确定代表</a:t>
            </a:r>
            <a:r>
              <a:rPr lang="zh-CN" altLang="en-US" dirty="0">
                <a:solidFill>
                  <a:srgbClr val="000000"/>
                </a:solidFill>
              </a:rPr>
              <a:t>系统边界</a:t>
            </a:r>
            <a:r>
              <a:rPr lang="zh-CN" altLang="en-US" dirty="0"/>
              <a:t>的确定</a:t>
            </a:r>
          </a:p>
          <a:p>
            <a:pPr eaLnBrk="1" hangingPunct="1">
              <a:lnSpc>
                <a:spcPct val="80000"/>
              </a:lnSpc>
            </a:pPr>
            <a:r>
              <a:rPr lang="zh-CN" altLang="en-US" dirty="0"/>
              <a:t>系统角色</a:t>
            </a:r>
          </a:p>
          <a:p>
            <a:pPr lvl="1" eaLnBrk="1" hangingPunct="1">
              <a:lnSpc>
                <a:spcPct val="80000"/>
              </a:lnSpc>
            </a:pPr>
            <a:r>
              <a:rPr lang="zh-CN" altLang="en-US" dirty="0"/>
              <a:t>参与者与使用系统的物理人和职务没有关系</a:t>
            </a:r>
          </a:p>
          <a:p>
            <a:pPr lvl="1" eaLnBrk="1" hangingPunct="1">
              <a:lnSpc>
                <a:spcPct val="80000"/>
              </a:lnSpc>
            </a:pPr>
            <a:r>
              <a:rPr lang="zh-CN" altLang="en-US" dirty="0"/>
              <a:t>需要从参与系统的角色</a:t>
            </a:r>
            <a:r>
              <a:rPr lang="en-US" altLang="zh-CN" dirty="0"/>
              <a:t>(</a:t>
            </a:r>
            <a:r>
              <a:rPr lang="zh-CN" altLang="en-US" dirty="0"/>
              <a:t>作用</a:t>
            </a:r>
            <a:r>
              <a:rPr lang="en-US" altLang="zh-CN" dirty="0"/>
              <a:t>)</a:t>
            </a:r>
            <a:r>
              <a:rPr lang="zh-CN" altLang="en-US" dirty="0"/>
              <a:t>来寻找参与者</a:t>
            </a:r>
          </a:p>
          <a:p>
            <a:pPr eaLnBrk="1" hangingPunct="1">
              <a:lnSpc>
                <a:spcPct val="80000"/>
              </a:lnSpc>
            </a:pPr>
            <a:r>
              <a:rPr lang="zh-CN" altLang="en-US" dirty="0"/>
              <a:t>与系统交互</a:t>
            </a:r>
          </a:p>
          <a:p>
            <a:pPr lvl="1" eaLnBrk="1" hangingPunct="1">
              <a:lnSpc>
                <a:spcPct val="80000"/>
              </a:lnSpc>
            </a:pPr>
            <a:r>
              <a:rPr lang="zh-CN" altLang="en-US" dirty="0"/>
              <a:t>系统需要处理其交互过程，即系统职责</a:t>
            </a:r>
            <a:endParaRPr lang="en-US" altLang="zh-CN" dirty="0"/>
          </a:p>
          <a:p>
            <a:pPr eaLnBrk="1" hangingPunct="1">
              <a:lnSpc>
                <a:spcPct val="80000"/>
              </a:lnSpc>
            </a:pPr>
            <a:r>
              <a:rPr lang="zh-CN" altLang="en-US" dirty="0"/>
              <a:t>任何事物</a:t>
            </a:r>
          </a:p>
          <a:p>
            <a:pPr lvl="1" eaLnBrk="1" hangingPunct="1">
              <a:lnSpc>
                <a:spcPct val="80000"/>
              </a:lnSpc>
            </a:pPr>
            <a:r>
              <a:rPr lang="zh-CN" altLang="en-US" dirty="0"/>
              <a:t>人、外系统、外部因素、时间</a:t>
            </a:r>
          </a:p>
        </p:txBody>
      </p:sp>
    </p:spTree>
  </p:cSld>
  <p:clrMapOvr>
    <a:masterClrMapping/>
  </p:clrMapOvr>
  <p:transition spd="slow">
    <p:comb/>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0" name="灯片编号占位符 5"/>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b="1">
                <a:solidFill>
                  <a:schemeClr val="tx1"/>
                </a:solidFill>
                <a:latin typeface="Tahoma" panose="020B0604030504040204" pitchFamily="34" charset="0"/>
                <a:ea typeface="宋体" panose="02010600030101010101" pitchFamily="2" charset="-122"/>
              </a:defRPr>
            </a:lvl1pPr>
            <a:lvl2pPr marL="742950" indent="-285750" eaLnBrk="0" hangingPunct="0">
              <a:defRPr kumimoji="1" sz="2400" b="1">
                <a:solidFill>
                  <a:schemeClr val="tx1"/>
                </a:solidFill>
                <a:latin typeface="Tahoma" panose="020B0604030504040204" pitchFamily="34" charset="0"/>
                <a:ea typeface="宋体" panose="02010600030101010101" pitchFamily="2" charset="-122"/>
              </a:defRPr>
            </a:lvl2pPr>
            <a:lvl3pPr marL="1143000" indent="-228600" eaLnBrk="0" hangingPunct="0">
              <a:defRPr kumimoji="1" sz="2400" b="1">
                <a:solidFill>
                  <a:schemeClr val="tx1"/>
                </a:solidFill>
                <a:latin typeface="Tahoma" panose="020B0604030504040204" pitchFamily="34" charset="0"/>
                <a:ea typeface="宋体" panose="02010600030101010101" pitchFamily="2" charset="-122"/>
              </a:defRPr>
            </a:lvl3pPr>
            <a:lvl4pPr marL="1600200" indent="-228600" eaLnBrk="0" hangingPunct="0">
              <a:defRPr kumimoji="1" sz="2400" b="1">
                <a:solidFill>
                  <a:schemeClr val="tx1"/>
                </a:solidFill>
                <a:latin typeface="Tahoma" panose="020B0604030504040204" pitchFamily="34" charset="0"/>
                <a:ea typeface="宋体" panose="02010600030101010101" pitchFamily="2" charset="-122"/>
              </a:defRPr>
            </a:lvl4pPr>
            <a:lvl5pPr marL="2057400" indent="-228600" eaLnBrk="0" hangingPunct="0">
              <a:defRPr kumimoji="1" sz="2400" b="1">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9pPr>
          </a:lstStyle>
          <a:p>
            <a:pPr eaLnBrk="1" hangingPunct="1"/>
            <a:r>
              <a:rPr lang="en-US" altLang="zh-CN" sz="1200" b="0">
                <a:solidFill>
                  <a:srgbClr val="4D4D4D"/>
                </a:solidFill>
                <a:latin typeface="Arial" panose="020B0604020202020204" pitchFamily="34" charset="0"/>
              </a:rPr>
              <a:t>-</a:t>
            </a:r>
            <a:fld id="{DDE2C22B-9417-4EEC-B38E-90EC690A2CFD}" type="slidenum">
              <a:rPr lang="en-US" altLang="zh-CN" sz="1200" b="0">
                <a:solidFill>
                  <a:srgbClr val="4D4D4D"/>
                </a:solidFill>
                <a:latin typeface="Arial" panose="020B0604020202020204" pitchFamily="34" charset="0"/>
              </a:rPr>
              <a:t>13</a:t>
            </a:fld>
            <a:r>
              <a:rPr lang="en-US" altLang="zh-CN" sz="1200" b="0">
                <a:solidFill>
                  <a:srgbClr val="4D4D4D"/>
                </a:solidFill>
                <a:latin typeface="Arial" panose="020B0604020202020204" pitchFamily="34" charset="0"/>
              </a:rPr>
              <a:t>-</a:t>
            </a:r>
          </a:p>
        </p:txBody>
      </p:sp>
      <p:sp>
        <p:nvSpPr>
          <p:cNvPr id="53251" name="Rectangle 2"/>
          <p:cNvSpPr>
            <a:spLocks noGrp="1" noChangeArrowheads="1"/>
          </p:cNvSpPr>
          <p:nvPr>
            <p:ph type="title"/>
          </p:nvPr>
        </p:nvSpPr>
        <p:spPr/>
        <p:txBody>
          <a:bodyPr/>
          <a:lstStyle/>
          <a:p>
            <a:pPr eaLnBrk="1" hangingPunct="1"/>
            <a:r>
              <a:rPr lang="zh-CN" altLang="en-US" dirty="0"/>
              <a:t>用例识别的</a:t>
            </a:r>
            <a:r>
              <a:rPr lang="en-US" altLang="zh-CN" dirty="0"/>
              <a:t>"</a:t>
            </a:r>
            <a:r>
              <a:rPr lang="zh-CN" altLang="en-US" dirty="0"/>
              <a:t>价值</a:t>
            </a:r>
            <a:r>
              <a:rPr lang="en-US" altLang="zh-CN" dirty="0"/>
              <a:t>"</a:t>
            </a:r>
            <a:r>
              <a:rPr lang="zh-CN" altLang="en-US" dirty="0"/>
              <a:t>原则</a:t>
            </a:r>
          </a:p>
        </p:txBody>
      </p:sp>
      <p:sp>
        <p:nvSpPr>
          <p:cNvPr id="53252" name="Rectangle 3"/>
          <p:cNvSpPr>
            <a:spLocks noGrp="1" noChangeArrowheads="1"/>
          </p:cNvSpPr>
          <p:nvPr>
            <p:ph type="body" idx="1"/>
          </p:nvPr>
        </p:nvSpPr>
        <p:spPr/>
        <p:txBody>
          <a:bodyPr/>
          <a:lstStyle/>
          <a:p>
            <a:pPr eaLnBrk="1" hangingPunct="1"/>
            <a:r>
              <a:rPr lang="zh-CN" altLang="en-US" dirty="0"/>
              <a:t>可观测</a:t>
            </a:r>
            <a:r>
              <a:rPr lang="zh-CN" altLang="en-US" dirty="0">
                <a:latin typeface="宋体" panose="02010600030101010101" pitchFamily="2" charset="-122"/>
              </a:rPr>
              <a:t>→</a:t>
            </a:r>
            <a:r>
              <a:rPr lang="zh-CN" altLang="en-US" dirty="0"/>
              <a:t>用例止于系统边界</a:t>
            </a:r>
          </a:p>
          <a:p>
            <a:pPr eaLnBrk="1" hangingPunct="1"/>
            <a:r>
              <a:rPr lang="zh-CN" altLang="en-US" dirty="0"/>
              <a:t>结果值</a:t>
            </a:r>
            <a:r>
              <a:rPr lang="zh-CN" altLang="en-US" dirty="0">
                <a:latin typeface="宋体" panose="02010600030101010101" pitchFamily="2" charset="-122"/>
              </a:rPr>
              <a:t>→</a:t>
            </a:r>
            <a:r>
              <a:rPr lang="zh-CN" altLang="en-US" dirty="0"/>
              <a:t>用例是有意义的目标</a:t>
            </a:r>
          </a:p>
          <a:p>
            <a:pPr eaLnBrk="1" hangingPunct="1"/>
            <a:r>
              <a:rPr lang="zh-CN" altLang="en-US" dirty="0"/>
              <a:t>系统执行</a:t>
            </a:r>
            <a:r>
              <a:rPr lang="zh-CN" altLang="en-US" dirty="0">
                <a:latin typeface="宋体" panose="02010600030101010101" pitchFamily="2" charset="-122"/>
              </a:rPr>
              <a:t>→</a:t>
            </a:r>
            <a:r>
              <a:rPr lang="zh-CN" altLang="en-US" dirty="0"/>
              <a:t>结果值由系统生成</a:t>
            </a:r>
          </a:p>
          <a:p>
            <a:pPr eaLnBrk="1" hangingPunct="1"/>
            <a:r>
              <a:rPr lang="zh-CN" altLang="en-US" dirty="0">
                <a:latin typeface="宋体" panose="02010600030101010101" pitchFamily="2" charset="-122"/>
              </a:rPr>
              <a:t>由参与者观测→</a:t>
            </a:r>
            <a:r>
              <a:rPr lang="zh-CN" altLang="en-US" dirty="0"/>
              <a:t>业务语言、用户观点</a:t>
            </a:r>
          </a:p>
        </p:txBody>
      </p:sp>
    </p:spTree>
  </p:cSld>
  <p:clrMapOvr>
    <a:masterClrMapping/>
  </p:clrMapOvr>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450" name="灯片编号占位符 5"/>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b="1">
                <a:solidFill>
                  <a:schemeClr val="tx1"/>
                </a:solidFill>
                <a:latin typeface="Tahoma" panose="020B0604030504040204" pitchFamily="34" charset="0"/>
                <a:ea typeface="宋体" panose="02010600030101010101" pitchFamily="2" charset="-122"/>
              </a:defRPr>
            </a:lvl1pPr>
            <a:lvl2pPr marL="742950" indent="-285750" eaLnBrk="0" hangingPunct="0">
              <a:defRPr kumimoji="1" sz="2400" b="1">
                <a:solidFill>
                  <a:schemeClr val="tx1"/>
                </a:solidFill>
                <a:latin typeface="Tahoma" panose="020B0604030504040204" pitchFamily="34" charset="0"/>
                <a:ea typeface="宋体" panose="02010600030101010101" pitchFamily="2" charset="-122"/>
              </a:defRPr>
            </a:lvl2pPr>
            <a:lvl3pPr marL="1143000" indent="-228600" eaLnBrk="0" hangingPunct="0">
              <a:defRPr kumimoji="1" sz="2400" b="1">
                <a:solidFill>
                  <a:schemeClr val="tx1"/>
                </a:solidFill>
                <a:latin typeface="Tahoma" panose="020B0604030504040204" pitchFamily="34" charset="0"/>
                <a:ea typeface="宋体" panose="02010600030101010101" pitchFamily="2" charset="-122"/>
              </a:defRPr>
            </a:lvl3pPr>
            <a:lvl4pPr marL="1600200" indent="-228600" eaLnBrk="0" hangingPunct="0">
              <a:defRPr kumimoji="1" sz="2400" b="1">
                <a:solidFill>
                  <a:schemeClr val="tx1"/>
                </a:solidFill>
                <a:latin typeface="Tahoma" panose="020B0604030504040204" pitchFamily="34" charset="0"/>
                <a:ea typeface="宋体" panose="02010600030101010101" pitchFamily="2" charset="-122"/>
              </a:defRPr>
            </a:lvl4pPr>
            <a:lvl5pPr marL="2057400" indent="-228600" eaLnBrk="0" hangingPunct="0">
              <a:defRPr kumimoji="1" sz="2400" b="1">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9pPr>
          </a:lstStyle>
          <a:p>
            <a:pPr eaLnBrk="1" hangingPunct="1"/>
            <a:r>
              <a:rPr lang="en-US" altLang="zh-CN" sz="1200" b="0">
                <a:solidFill>
                  <a:srgbClr val="4D4D4D"/>
                </a:solidFill>
                <a:latin typeface="Arial" panose="020B0604020202020204" pitchFamily="34" charset="0"/>
              </a:rPr>
              <a:t>-</a:t>
            </a:r>
            <a:fld id="{FF1CE17B-7986-40EB-820F-FE01AD1C402C}" type="slidenum">
              <a:rPr lang="en-US" altLang="zh-CN" sz="1200" b="0">
                <a:solidFill>
                  <a:srgbClr val="4D4D4D"/>
                </a:solidFill>
                <a:latin typeface="Arial" panose="020B0604020202020204" pitchFamily="34" charset="0"/>
              </a:rPr>
              <a:t>14</a:t>
            </a:fld>
            <a:r>
              <a:rPr lang="en-US" altLang="zh-CN" sz="1200" b="0">
                <a:solidFill>
                  <a:srgbClr val="4D4D4D"/>
                </a:solidFill>
                <a:latin typeface="Arial" panose="020B0604020202020204" pitchFamily="34" charset="0"/>
              </a:rPr>
              <a:t>-</a:t>
            </a:r>
          </a:p>
        </p:txBody>
      </p:sp>
      <p:sp>
        <p:nvSpPr>
          <p:cNvPr id="104451" name="Rectangle 2"/>
          <p:cNvSpPr>
            <a:spLocks noGrp="1" noChangeArrowheads="1"/>
          </p:cNvSpPr>
          <p:nvPr>
            <p:ph type="title"/>
          </p:nvPr>
        </p:nvSpPr>
        <p:spPr/>
        <p:txBody>
          <a:bodyPr/>
          <a:lstStyle/>
          <a:p>
            <a:pPr eaLnBrk="1" hangingPunct="1"/>
            <a:r>
              <a:rPr lang="zh-CN" altLang="en-US" dirty="0"/>
              <a:t>用例关系：包含、扩展、泛化</a:t>
            </a:r>
          </a:p>
        </p:txBody>
      </p:sp>
      <p:sp>
        <p:nvSpPr>
          <p:cNvPr id="104452" name="Rectangle 3"/>
          <p:cNvSpPr>
            <a:spLocks noGrp="1" noChangeArrowheads="1"/>
          </p:cNvSpPr>
          <p:nvPr>
            <p:ph type="body" idx="1"/>
          </p:nvPr>
        </p:nvSpPr>
        <p:spPr/>
        <p:txBody>
          <a:bodyPr/>
          <a:lstStyle/>
          <a:p>
            <a:pPr eaLnBrk="1" hangingPunct="1"/>
            <a:r>
              <a:rPr lang="en-US" altLang="zh-CN" dirty="0"/>
              <a:t>Include(</a:t>
            </a:r>
            <a:r>
              <a:rPr lang="zh-CN" altLang="en-US" dirty="0"/>
              <a:t>包含</a:t>
            </a:r>
            <a:r>
              <a:rPr lang="en-US" altLang="zh-CN" dirty="0"/>
              <a:t>)</a:t>
            </a:r>
          </a:p>
          <a:p>
            <a:pPr lvl="1" eaLnBrk="1" hangingPunct="1"/>
            <a:r>
              <a:rPr lang="zh-CN" altLang="en-US" dirty="0"/>
              <a:t>基用例中复用被包含用例的行为</a:t>
            </a:r>
            <a:endParaRPr lang="en-US" altLang="zh-CN" dirty="0"/>
          </a:p>
          <a:p>
            <a:pPr lvl="1" eaLnBrk="1" hangingPunct="1"/>
            <a:r>
              <a:rPr lang="zh-CN" altLang="en-US" dirty="0"/>
              <a:t>提取公共步骤，便于复用</a:t>
            </a:r>
          </a:p>
          <a:p>
            <a:pPr eaLnBrk="1" hangingPunct="1"/>
            <a:r>
              <a:rPr lang="en-US" altLang="zh-CN" dirty="0"/>
              <a:t>Extend(</a:t>
            </a:r>
            <a:r>
              <a:rPr lang="zh-CN" altLang="en-US" dirty="0"/>
              <a:t>扩展</a:t>
            </a:r>
            <a:r>
              <a:rPr lang="en-US" altLang="zh-CN" dirty="0"/>
              <a:t>)</a:t>
            </a:r>
          </a:p>
          <a:p>
            <a:pPr lvl="1" eaLnBrk="1" hangingPunct="1"/>
            <a:r>
              <a:rPr lang="zh-CN" altLang="en-US" dirty="0"/>
              <a:t>通过扩展用例对基用例增加附加的行为</a:t>
            </a:r>
            <a:endParaRPr lang="en-US" altLang="zh-CN" dirty="0"/>
          </a:p>
          <a:p>
            <a:pPr eaLnBrk="1" hangingPunct="1"/>
            <a:r>
              <a:rPr lang="en-US" altLang="zh-CN" dirty="0"/>
              <a:t>Generalization(</a:t>
            </a:r>
            <a:r>
              <a:rPr lang="zh-CN" altLang="en-US" dirty="0"/>
              <a:t>泛化</a:t>
            </a:r>
            <a:r>
              <a:rPr lang="en-US" altLang="zh-CN" dirty="0"/>
              <a:t>)</a:t>
            </a:r>
            <a:endParaRPr lang="zh-CN" altLang="en-US" dirty="0"/>
          </a:p>
          <a:p>
            <a:pPr lvl="1" eaLnBrk="1" hangingPunct="1"/>
            <a:r>
              <a:rPr lang="zh-CN" altLang="en-US" dirty="0"/>
              <a:t>派生用例继承泛化用例的行为并添加新行为</a:t>
            </a:r>
          </a:p>
        </p:txBody>
      </p:sp>
    </p:spTree>
  </p:cSld>
  <p:clrMapOvr>
    <a:masterClrMapping/>
  </p:clrMapOvr>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灯片编号占位符 5"/>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b="1">
                <a:solidFill>
                  <a:schemeClr val="tx1"/>
                </a:solidFill>
                <a:latin typeface="Tahoma" panose="020B0604030504040204" pitchFamily="34" charset="0"/>
                <a:ea typeface="宋体" panose="02010600030101010101" pitchFamily="2" charset="-122"/>
              </a:defRPr>
            </a:lvl1pPr>
            <a:lvl2pPr marL="742950" indent="-285750" eaLnBrk="0" hangingPunct="0">
              <a:defRPr kumimoji="1" sz="2400" b="1">
                <a:solidFill>
                  <a:schemeClr val="tx1"/>
                </a:solidFill>
                <a:latin typeface="Tahoma" panose="020B0604030504040204" pitchFamily="34" charset="0"/>
                <a:ea typeface="宋体" panose="02010600030101010101" pitchFamily="2" charset="-122"/>
              </a:defRPr>
            </a:lvl2pPr>
            <a:lvl3pPr marL="1143000" indent="-228600" eaLnBrk="0" hangingPunct="0">
              <a:defRPr kumimoji="1" sz="2400" b="1">
                <a:solidFill>
                  <a:schemeClr val="tx1"/>
                </a:solidFill>
                <a:latin typeface="Tahoma" panose="020B0604030504040204" pitchFamily="34" charset="0"/>
                <a:ea typeface="宋体" panose="02010600030101010101" pitchFamily="2" charset="-122"/>
              </a:defRPr>
            </a:lvl3pPr>
            <a:lvl4pPr marL="1600200" indent="-228600" eaLnBrk="0" hangingPunct="0">
              <a:defRPr kumimoji="1" sz="2400" b="1">
                <a:solidFill>
                  <a:schemeClr val="tx1"/>
                </a:solidFill>
                <a:latin typeface="Tahoma" panose="020B0604030504040204" pitchFamily="34" charset="0"/>
                <a:ea typeface="宋体" panose="02010600030101010101" pitchFamily="2" charset="-122"/>
              </a:defRPr>
            </a:lvl4pPr>
            <a:lvl5pPr marL="2057400" indent="-228600" eaLnBrk="0" hangingPunct="0">
              <a:defRPr kumimoji="1" sz="2400" b="1">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9pPr>
          </a:lstStyle>
          <a:p>
            <a:pPr eaLnBrk="1" hangingPunct="1"/>
            <a:r>
              <a:rPr lang="en-US" altLang="zh-CN" sz="1200" b="0">
                <a:solidFill>
                  <a:srgbClr val="4D4D4D"/>
                </a:solidFill>
                <a:latin typeface="Arial" panose="020B0604020202020204" pitchFamily="34" charset="0"/>
              </a:rPr>
              <a:t>-</a:t>
            </a:r>
            <a:fld id="{048E1B0A-669A-4EA5-B7CC-917843561354}" type="slidenum">
              <a:rPr lang="en-US" altLang="zh-CN" sz="1200" b="0">
                <a:solidFill>
                  <a:srgbClr val="4D4D4D"/>
                </a:solidFill>
                <a:latin typeface="Arial" panose="020B0604020202020204" pitchFamily="34" charset="0"/>
              </a:rPr>
              <a:t>15</a:t>
            </a:fld>
            <a:r>
              <a:rPr lang="en-US" altLang="zh-CN" sz="1200" b="0">
                <a:solidFill>
                  <a:srgbClr val="4D4D4D"/>
                </a:solidFill>
                <a:latin typeface="Arial" panose="020B0604020202020204" pitchFamily="34" charset="0"/>
              </a:rPr>
              <a:t>-</a:t>
            </a:r>
          </a:p>
        </p:txBody>
      </p:sp>
      <p:sp>
        <p:nvSpPr>
          <p:cNvPr id="19459" name="Rectangle 2"/>
          <p:cNvSpPr>
            <a:spLocks noGrp="1" noChangeArrowheads="1"/>
          </p:cNvSpPr>
          <p:nvPr>
            <p:ph type="title"/>
          </p:nvPr>
        </p:nvSpPr>
        <p:spPr>
          <a:xfrm>
            <a:off x="911424" y="2420888"/>
            <a:ext cx="10063501" cy="647700"/>
          </a:xfrm>
        </p:spPr>
        <p:txBody>
          <a:bodyPr/>
          <a:lstStyle/>
          <a:p>
            <a:pPr eaLnBrk="1" hangingPunct="1"/>
            <a:r>
              <a:rPr lang="zh-CN" altLang="en-US" dirty="0"/>
              <a:t>问题</a:t>
            </a:r>
            <a:r>
              <a:rPr lang="en-US" altLang="zh-CN" dirty="0"/>
              <a:t>2</a:t>
            </a:r>
            <a:r>
              <a:rPr lang="zh-CN" altLang="en-US" dirty="0"/>
              <a:t>（选择题）：以下场景应该用哪种关系？</a:t>
            </a:r>
            <a:r>
              <a:rPr lang="en-US" altLang="zh-CN" dirty="0"/>
              <a:t>"</a:t>
            </a:r>
            <a:r>
              <a:rPr lang="zh-CN" altLang="en-US" dirty="0"/>
              <a:t>登录</a:t>
            </a:r>
            <a:r>
              <a:rPr lang="en-US" altLang="zh-CN" dirty="0"/>
              <a:t>"</a:t>
            </a:r>
            <a:r>
              <a:rPr lang="zh-CN" altLang="en-US" dirty="0"/>
              <a:t>用例在多个业务用例前都需要执行</a:t>
            </a:r>
            <a:endParaRPr lang="en-US" altLang="zh-CN" dirty="0"/>
          </a:p>
        </p:txBody>
      </p:sp>
      <p:sp>
        <p:nvSpPr>
          <p:cNvPr id="2" name="内容占位符 1"/>
          <p:cNvSpPr>
            <a:spLocks noGrp="1"/>
          </p:cNvSpPr>
          <p:nvPr>
            <p:ph idx="1"/>
          </p:nvPr>
        </p:nvSpPr>
        <p:spPr>
          <a:xfrm>
            <a:off x="1127448" y="3248768"/>
            <a:ext cx="10872184" cy="3960863"/>
          </a:xfrm>
        </p:spPr>
        <p:txBody>
          <a:bodyPr/>
          <a:lstStyle/>
          <a:p>
            <a:pPr marL="0" indent="0">
              <a:buNone/>
            </a:pPr>
            <a:r>
              <a:rPr lang="en-US" altLang="zh-CN" dirty="0"/>
              <a:t>A. </a:t>
            </a:r>
            <a:r>
              <a:rPr lang="zh-CN" altLang="en-US" dirty="0"/>
              <a:t>包含（</a:t>
            </a:r>
            <a:r>
              <a:rPr lang="en-US" altLang="zh-CN" dirty="0"/>
              <a:t>Include</a:t>
            </a:r>
            <a:r>
              <a:rPr lang="zh-CN" altLang="en-US" dirty="0"/>
              <a:t>）</a:t>
            </a:r>
            <a:br>
              <a:rPr lang="en-US" altLang="zh-CN" dirty="0"/>
            </a:br>
            <a:r>
              <a:rPr lang="en-US" altLang="zh-CN" dirty="0"/>
              <a:t>B. </a:t>
            </a:r>
            <a:r>
              <a:rPr lang="zh-CN" altLang="en-US" dirty="0"/>
              <a:t>扩展（</a:t>
            </a:r>
            <a:r>
              <a:rPr lang="en-US" altLang="zh-CN" dirty="0"/>
              <a:t>Extend</a:t>
            </a:r>
            <a:r>
              <a:rPr lang="zh-CN" altLang="en-US" dirty="0"/>
              <a:t>）</a:t>
            </a:r>
            <a:br>
              <a:rPr lang="en-US" altLang="zh-CN" dirty="0"/>
            </a:br>
            <a:r>
              <a:rPr lang="en-US" altLang="zh-CN" dirty="0"/>
              <a:t>C. </a:t>
            </a:r>
            <a:r>
              <a:rPr lang="zh-CN" altLang="en-US" dirty="0"/>
              <a:t>泛化（</a:t>
            </a:r>
            <a:r>
              <a:rPr lang="en-US" altLang="zh-CN" dirty="0"/>
              <a:t>Generalization</a:t>
            </a:r>
            <a:r>
              <a:rPr lang="zh-CN" altLang="en-US" dirty="0"/>
              <a:t>）</a:t>
            </a:r>
            <a:br>
              <a:rPr lang="en-US" altLang="zh-CN" dirty="0"/>
            </a:br>
            <a:r>
              <a:rPr lang="en-US" altLang="zh-CN" dirty="0"/>
              <a:t>D. </a:t>
            </a:r>
            <a:r>
              <a:rPr lang="zh-CN" altLang="en-US" dirty="0"/>
              <a:t>关联（</a:t>
            </a:r>
            <a:r>
              <a:rPr lang="en-US" altLang="zh-CN" dirty="0"/>
              <a:t>Association</a:t>
            </a:r>
            <a:r>
              <a:rPr lang="zh-CN" altLang="en-US" dirty="0"/>
              <a:t>）</a:t>
            </a:r>
          </a:p>
        </p:txBody>
      </p:sp>
    </p:spTree>
  </p:cSld>
  <p:clrMapOvr>
    <a:masterClrMapping/>
  </p:clrMapOvr>
  <p:transition spd="slow">
    <p:comb/>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灯片编号占位符 5"/>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b="1">
                <a:solidFill>
                  <a:schemeClr val="tx1"/>
                </a:solidFill>
                <a:latin typeface="Tahoma" panose="020B0604030504040204" pitchFamily="34" charset="0"/>
                <a:ea typeface="宋体" panose="02010600030101010101" pitchFamily="2" charset="-122"/>
              </a:defRPr>
            </a:lvl1pPr>
            <a:lvl2pPr marL="742950" indent="-285750" eaLnBrk="0" hangingPunct="0">
              <a:defRPr kumimoji="1" sz="2400" b="1">
                <a:solidFill>
                  <a:schemeClr val="tx1"/>
                </a:solidFill>
                <a:latin typeface="Tahoma" panose="020B0604030504040204" pitchFamily="34" charset="0"/>
                <a:ea typeface="宋体" panose="02010600030101010101" pitchFamily="2" charset="-122"/>
              </a:defRPr>
            </a:lvl2pPr>
            <a:lvl3pPr marL="1143000" indent="-228600" eaLnBrk="0" hangingPunct="0">
              <a:defRPr kumimoji="1" sz="2400" b="1">
                <a:solidFill>
                  <a:schemeClr val="tx1"/>
                </a:solidFill>
                <a:latin typeface="Tahoma" panose="020B0604030504040204" pitchFamily="34" charset="0"/>
                <a:ea typeface="宋体" panose="02010600030101010101" pitchFamily="2" charset="-122"/>
              </a:defRPr>
            </a:lvl3pPr>
            <a:lvl4pPr marL="1600200" indent="-228600" eaLnBrk="0" hangingPunct="0">
              <a:defRPr kumimoji="1" sz="2400" b="1">
                <a:solidFill>
                  <a:schemeClr val="tx1"/>
                </a:solidFill>
                <a:latin typeface="Tahoma" panose="020B0604030504040204" pitchFamily="34" charset="0"/>
                <a:ea typeface="宋体" panose="02010600030101010101" pitchFamily="2" charset="-122"/>
              </a:defRPr>
            </a:lvl4pPr>
            <a:lvl5pPr marL="2057400" indent="-228600" eaLnBrk="0" hangingPunct="0">
              <a:defRPr kumimoji="1" sz="2400" b="1">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9pPr>
          </a:lstStyle>
          <a:p>
            <a:pPr eaLnBrk="1" hangingPunct="1"/>
            <a:r>
              <a:rPr lang="en-US" altLang="zh-CN" sz="1200" b="0">
                <a:solidFill>
                  <a:srgbClr val="4D4D4D"/>
                </a:solidFill>
                <a:latin typeface="Arial" panose="020B0604020202020204" pitchFamily="34" charset="0"/>
              </a:rPr>
              <a:t>-</a:t>
            </a:r>
            <a:fld id="{048E1B0A-669A-4EA5-B7CC-917843561354}" type="slidenum">
              <a:rPr lang="en-US" altLang="zh-CN" sz="1200" b="0">
                <a:solidFill>
                  <a:srgbClr val="4D4D4D"/>
                </a:solidFill>
                <a:latin typeface="Arial" panose="020B0604020202020204" pitchFamily="34" charset="0"/>
              </a:rPr>
              <a:t>16</a:t>
            </a:fld>
            <a:r>
              <a:rPr lang="en-US" altLang="zh-CN" sz="1200" b="0">
                <a:solidFill>
                  <a:srgbClr val="4D4D4D"/>
                </a:solidFill>
                <a:latin typeface="Arial" panose="020B0604020202020204" pitchFamily="34" charset="0"/>
              </a:rPr>
              <a:t>-</a:t>
            </a:r>
          </a:p>
        </p:txBody>
      </p:sp>
      <p:sp>
        <p:nvSpPr>
          <p:cNvPr id="19459" name="Rectangle 2"/>
          <p:cNvSpPr>
            <a:spLocks noGrp="1" noChangeArrowheads="1"/>
          </p:cNvSpPr>
          <p:nvPr>
            <p:ph type="title"/>
          </p:nvPr>
        </p:nvSpPr>
        <p:spPr>
          <a:xfrm>
            <a:off x="911424" y="2420888"/>
            <a:ext cx="10063501" cy="647700"/>
          </a:xfrm>
        </p:spPr>
        <p:txBody>
          <a:bodyPr/>
          <a:lstStyle/>
          <a:p>
            <a:pPr eaLnBrk="1" hangingPunct="1"/>
            <a:r>
              <a:rPr lang="zh-CN" altLang="en-US" dirty="0"/>
              <a:t>问题</a:t>
            </a:r>
            <a:r>
              <a:rPr lang="en-US" altLang="zh-CN" dirty="0"/>
              <a:t>2</a:t>
            </a:r>
            <a:r>
              <a:rPr lang="zh-CN" altLang="en-US" dirty="0"/>
              <a:t>（选择题）：以下场景应该用哪种关系？</a:t>
            </a:r>
            <a:r>
              <a:rPr lang="en-US" altLang="zh-CN" dirty="0"/>
              <a:t>"</a:t>
            </a:r>
            <a:r>
              <a:rPr lang="zh-CN" altLang="en-US" dirty="0"/>
              <a:t>登录</a:t>
            </a:r>
            <a:r>
              <a:rPr lang="en-US" altLang="zh-CN" dirty="0"/>
              <a:t>"</a:t>
            </a:r>
            <a:r>
              <a:rPr lang="zh-CN" altLang="en-US" dirty="0"/>
              <a:t>用例在多个业务用例前都需要执行</a:t>
            </a:r>
            <a:endParaRPr lang="en-US" altLang="zh-CN" dirty="0"/>
          </a:p>
        </p:txBody>
      </p:sp>
      <p:sp>
        <p:nvSpPr>
          <p:cNvPr id="2" name="内容占位符 1"/>
          <p:cNvSpPr>
            <a:spLocks noGrp="1"/>
          </p:cNvSpPr>
          <p:nvPr>
            <p:ph idx="1"/>
          </p:nvPr>
        </p:nvSpPr>
        <p:spPr>
          <a:xfrm>
            <a:off x="1127448" y="3248768"/>
            <a:ext cx="10872184" cy="3960863"/>
          </a:xfrm>
        </p:spPr>
        <p:txBody>
          <a:bodyPr/>
          <a:lstStyle/>
          <a:p>
            <a:pPr marL="0" indent="0">
              <a:buNone/>
            </a:pPr>
            <a:r>
              <a:rPr lang="en-US" altLang="zh-CN" dirty="0">
                <a:solidFill>
                  <a:srgbClr val="FF0000"/>
                </a:solidFill>
              </a:rPr>
              <a:t>A. </a:t>
            </a:r>
            <a:r>
              <a:rPr lang="zh-CN" altLang="en-US" dirty="0">
                <a:solidFill>
                  <a:srgbClr val="FF0000"/>
                </a:solidFill>
              </a:rPr>
              <a:t>包含（</a:t>
            </a:r>
            <a:r>
              <a:rPr lang="en-US" altLang="zh-CN" dirty="0">
                <a:solidFill>
                  <a:srgbClr val="FF0000"/>
                </a:solidFill>
              </a:rPr>
              <a:t>Include</a:t>
            </a:r>
            <a:r>
              <a:rPr lang="zh-CN" altLang="en-US" dirty="0">
                <a:solidFill>
                  <a:srgbClr val="FF0000"/>
                </a:solidFill>
              </a:rPr>
              <a:t>）</a:t>
            </a:r>
            <a:br>
              <a:rPr lang="en-US" altLang="zh-CN" dirty="0">
                <a:solidFill>
                  <a:srgbClr val="FF0000"/>
                </a:solidFill>
              </a:rPr>
            </a:br>
            <a:r>
              <a:rPr lang="en-US" altLang="zh-CN" dirty="0"/>
              <a:t>B. </a:t>
            </a:r>
            <a:r>
              <a:rPr lang="zh-CN" altLang="en-US" dirty="0"/>
              <a:t>扩展（</a:t>
            </a:r>
            <a:r>
              <a:rPr lang="en-US" altLang="zh-CN" dirty="0"/>
              <a:t>Extend</a:t>
            </a:r>
            <a:r>
              <a:rPr lang="zh-CN" altLang="en-US" dirty="0"/>
              <a:t>）</a:t>
            </a:r>
            <a:br>
              <a:rPr lang="en-US" altLang="zh-CN" dirty="0"/>
            </a:br>
            <a:r>
              <a:rPr lang="en-US" altLang="zh-CN" dirty="0"/>
              <a:t>C. </a:t>
            </a:r>
            <a:r>
              <a:rPr lang="zh-CN" altLang="en-US" dirty="0"/>
              <a:t>泛化（</a:t>
            </a:r>
            <a:r>
              <a:rPr lang="en-US" altLang="zh-CN" dirty="0"/>
              <a:t>Generalization</a:t>
            </a:r>
            <a:r>
              <a:rPr lang="zh-CN" altLang="en-US" dirty="0"/>
              <a:t>）</a:t>
            </a:r>
            <a:br>
              <a:rPr lang="en-US" altLang="zh-CN" dirty="0"/>
            </a:br>
            <a:r>
              <a:rPr lang="en-US" altLang="zh-CN" dirty="0"/>
              <a:t>D. </a:t>
            </a:r>
            <a:r>
              <a:rPr lang="zh-CN" altLang="en-US" dirty="0"/>
              <a:t>关联（</a:t>
            </a:r>
            <a:r>
              <a:rPr lang="en-US" altLang="zh-CN" dirty="0"/>
              <a:t>Association</a:t>
            </a:r>
            <a:r>
              <a:rPr lang="zh-CN" altLang="en-US" dirty="0"/>
              <a:t>）</a:t>
            </a:r>
          </a:p>
        </p:txBody>
      </p:sp>
    </p:spTree>
  </p:cSld>
  <p:clrMapOvr>
    <a:masterClrMapping/>
  </p:clrMapOvr>
  <p:transition spd="slow">
    <p:comb/>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7" name="Rectangle 2"/>
          <p:cNvSpPr>
            <a:spLocks noGrp="1" noChangeArrowheads="1"/>
          </p:cNvSpPr>
          <p:nvPr>
            <p:ph type="title"/>
          </p:nvPr>
        </p:nvSpPr>
        <p:spPr/>
        <p:txBody>
          <a:bodyPr/>
          <a:lstStyle/>
          <a:p>
            <a:pPr eaLnBrk="1" hangingPunct="1"/>
            <a:r>
              <a:rPr lang="zh-CN" altLang="en-US"/>
              <a:t>图书馆管理系统用例图</a:t>
            </a:r>
          </a:p>
        </p:txBody>
      </p:sp>
      <p:sp>
        <p:nvSpPr>
          <p:cNvPr id="72706" name="灯片编号占位符 5"/>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b="1">
                <a:solidFill>
                  <a:schemeClr val="tx1"/>
                </a:solidFill>
                <a:latin typeface="Tahoma" panose="020B0604030504040204" pitchFamily="34" charset="0"/>
                <a:ea typeface="宋体" panose="02010600030101010101" pitchFamily="2" charset="-122"/>
              </a:defRPr>
            </a:lvl1pPr>
            <a:lvl2pPr marL="742950" indent="-285750" eaLnBrk="0" hangingPunct="0">
              <a:defRPr kumimoji="1" sz="2400" b="1">
                <a:solidFill>
                  <a:schemeClr val="tx1"/>
                </a:solidFill>
                <a:latin typeface="Tahoma" panose="020B0604030504040204" pitchFamily="34" charset="0"/>
                <a:ea typeface="宋体" panose="02010600030101010101" pitchFamily="2" charset="-122"/>
              </a:defRPr>
            </a:lvl2pPr>
            <a:lvl3pPr marL="1143000" indent="-228600" eaLnBrk="0" hangingPunct="0">
              <a:defRPr kumimoji="1" sz="2400" b="1">
                <a:solidFill>
                  <a:schemeClr val="tx1"/>
                </a:solidFill>
                <a:latin typeface="Tahoma" panose="020B0604030504040204" pitchFamily="34" charset="0"/>
                <a:ea typeface="宋体" panose="02010600030101010101" pitchFamily="2" charset="-122"/>
              </a:defRPr>
            </a:lvl3pPr>
            <a:lvl4pPr marL="1600200" indent="-228600" eaLnBrk="0" hangingPunct="0">
              <a:defRPr kumimoji="1" sz="2400" b="1">
                <a:solidFill>
                  <a:schemeClr val="tx1"/>
                </a:solidFill>
                <a:latin typeface="Tahoma" panose="020B0604030504040204" pitchFamily="34" charset="0"/>
                <a:ea typeface="宋体" panose="02010600030101010101" pitchFamily="2" charset="-122"/>
              </a:defRPr>
            </a:lvl4pPr>
            <a:lvl5pPr marL="2057400" indent="-228600" eaLnBrk="0" hangingPunct="0">
              <a:defRPr kumimoji="1" sz="2400" b="1">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9pPr>
          </a:lstStyle>
          <a:p>
            <a:pPr eaLnBrk="1" hangingPunct="1"/>
            <a:r>
              <a:rPr lang="en-US" altLang="zh-CN" sz="1200" b="0">
                <a:solidFill>
                  <a:srgbClr val="4D4D4D"/>
                </a:solidFill>
                <a:latin typeface="Arial" panose="020B0604020202020204" pitchFamily="34" charset="0"/>
              </a:rPr>
              <a:t>-</a:t>
            </a:r>
            <a:fld id="{5ED66243-9D99-4C00-AF46-ED66DFA38558}" type="slidenum">
              <a:rPr lang="en-US" altLang="zh-CN" sz="1200" b="0">
                <a:solidFill>
                  <a:srgbClr val="4D4D4D"/>
                </a:solidFill>
                <a:latin typeface="Arial" panose="020B0604020202020204" pitchFamily="34" charset="0"/>
              </a:rPr>
              <a:t>17</a:t>
            </a:fld>
            <a:r>
              <a:rPr lang="en-US" altLang="zh-CN" sz="1200" b="0">
                <a:solidFill>
                  <a:srgbClr val="4D4D4D"/>
                </a:solidFill>
                <a:latin typeface="Arial" panose="020B0604020202020204" pitchFamily="34" charset="0"/>
              </a:rPr>
              <a:t>-</a:t>
            </a:r>
          </a:p>
        </p:txBody>
      </p:sp>
      <p:pic>
        <p:nvPicPr>
          <p:cNvPr id="72708"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855913" y="1090614"/>
            <a:ext cx="6337300" cy="4498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mc:AlternateContent xmlns:mc="http://schemas.openxmlformats.org/markup-compatibility/2006" xmlns:p14="http://schemas.microsoft.com/office/powerpoint/2010/main">
        <mc:Choice Requires="p14">
          <p:contentPart p14:bwMode="auto" r:id="rId3">
            <p14:nvContentPartPr>
              <p14:cNvPr id="2" name="墨迹 1">
                <a:extLst>
                  <a:ext uri="{FF2B5EF4-FFF2-40B4-BE49-F238E27FC236}">
                    <a16:creationId xmlns:a16="http://schemas.microsoft.com/office/drawing/2014/main" id="{9CB10447-D115-9C4C-7F79-417FDBD9DFC6}"/>
                  </a:ext>
                </a:extLst>
              </p14:cNvPr>
              <p14:cNvContentPartPr/>
              <p14:nvPr/>
            </p14:nvContentPartPr>
            <p14:xfrm>
              <a:off x="2950496" y="5329640"/>
              <a:ext cx="480960" cy="188640"/>
            </p14:xfrm>
          </p:contentPart>
        </mc:Choice>
        <mc:Fallback xmlns="">
          <p:pic>
            <p:nvPicPr>
              <p:cNvPr id="2" name="墨迹 1">
                <a:extLst>
                  <a:ext uri="{FF2B5EF4-FFF2-40B4-BE49-F238E27FC236}">
                    <a16:creationId xmlns:a16="http://schemas.microsoft.com/office/drawing/2014/main" id="{9CB10447-D115-9C4C-7F79-417FDBD9DFC6}"/>
                  </a:ext>
                </a:extLst>
              </p:cNvPr>
              <p:cNvPicPr/>
              <p:nvPr/>
            </p:nvPicPr>
            <p:blipFill>
              <a:blip r:embed="rId4"/>
              <a:stretch>
                <a:fillRect/>
              </a:stretch>
            </p:blipFill>
            <p:spPr>
              <a:xfrm>
                <a:off x="2944376" y="5323520"/>
                <a:ext cx="493200" cy="200880"/>
              </a:xfrm>
              <a:prstGeom prst="rect">
                <a:avLst/>
              </a:prstGeom>
            </p:spPr>
          </p:pic>
        </mc:Fallback>
      </mc:AlternateContent>
      <mc:AlternateContent xmlns:mc="http://schemas.openxmlformats.org/markup-compatibility/2006" xmlns:p14="http://schemas.microsoft.com/office/powerpoint/2010/main">
        <mc:Choice Requires="p14">
          <p:contentPart p14:bwMode="auto" r:id="rId5">
            <p14:nvContentPartPr>
              <p14:cNvPr id="3" name="墨迹 2">
                <a:extLst>
                  <a:ext uri="{FF2B5EF4-FFF2-40B4-BE49-F238E27FC236}">
                    <a16:creationId xmlns:a16="http://schemas.microsoft.com/office/drawing/2014/main" id="{1B9250C4-E25A-7026-7D7C-51DF76652C91}"/>
                  </a:ext>
                </a:extLst>
              </p14:cNvPr>
              <p14:cNvContentPartPr/>
              <p14:nvPr/>
            </p14:nvContentPartPr>
            <p14:xfrm>
              <a:off x="2435696" y="5693960"/>
              <a:ext cx="360" cy="360"/>
            </p14:xfrm>
          </p:contentPart>
        </mc:Choice>
        <mc:Fallback xmlns="">
          <p:pic>
            <p:nvPicPr>
              <p:cNvPr id="3" name="墨迹 2">
                <a:extLst>
                  <a:ext uri="{FF2B5EF4-FFF2-40B4-BE49-F238E27FC236}">
                    <a16:creationId xmlns:a16="http://schemas.microsoft.com/office/drawing/2014/main" id="{1B9250C4-E25A-7026-7D7C-51DF76652C91}"/>
                  </a:ext>
                </a:extLst>
              </p:cNvPr>
              <p:cNvPicPr/>
              <p:nvPr/>
            </p:nvPicPr>
            <p:blipFill>
              <a:blip r:embed="rId6"/>
              <a:stretch>
                <a:fillRect/>
              </a:stretch>
            </p:blipFill>
            <p:spPr>
              <a:xfrm>
                <a:off x="2418056" y="5675960"/>
                <a:ext cx="36000" cy="36000"/>
              </a:xfrm>
              <a:prstGeom prst="rect">
                <a:avLst/>
              </a:prstGeom>
            </p:spPr>
          </p:pic>
        </mc:Fallback>
      </mc:AlternateContent>
      <p:sp>
        <p:nvSpPr>
          <p:cNvPr id="4" name="文本框 3">
            <a:extLst>
              <a:ext uri="{FF2B5EF4-FFF2-40B4-BE49-F238E27FC236}">
                <a16:creationId xmlns:a16="http://schemas.microsoft.com/office/drawing/2014/main" id="{E584E111-D731-566E-09CC-A91AE7EA1045}"/>
              </a:ext>
            </a:extLst>
          </p:cNvPr>
          <p:cNvSpPr txBox="1"/>
          <p:nvPr/>
        </p:nvSpPr>
        <p:spPr>
          <a:xfrm>
            <a:off x="2349250" y="5239294"/>
            <a:ext cx="649537" cy="369332"/>
          </a:xfrm>
          <a:prstGeom prst="rect">
            <a:avLst/>
          </a:prstGeom>
          <a:noFill/>
        </p:spPr>
        <p:txBody>
          <a:bodyPr wrap="none" rtlCol="0">
            <a:spAutoFit/>
          </a:bodyPr>
          <a:lstStyle/>
          <a:p>
            <a:r>
              <a:rPr lang="zh-CN" altLang="en-US" sz="1800" dirty="0"/>
              <a:t>系统</a:t>
            </a:r>
          </a:p>
        </p:txBody>
      </p:sp>
    </p:spTree>
  </p:cSld>
  <p:clrMapOvr>
    <a:masterClrMapping/>
  </p:clrMapOvr>
  <p:transition spd="slow">
    <p:comb/>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1778" name="Rectangle 2"/>
          <p:cNvSpPr>
            <a:spLocks noGrp="1" noChangeArrowheads="1"/>
          </p:cNvSpPr>
          <p:nvPr>
            <p:ph type="ctrTitle"/>
          </p:nvPr>
        </p:nvSpPr>
        <p:spPr>
          <a:xfrm>
            <a:off x="914400" y="2565400"/>
            <a:ext cx="10363200" cy="1143000"/>
          </a:xfrm>
        </p:spPr>
        <p:txBody>
          <a:bodyPr/>
          <a:lstStyle/>
          <a:p>
            <a:pPr eaLnBrk="1" hangingPunct="1">
              <a:defRPr/>
            </a:pPr>
            <a:r>
              <a:rPr lang="zh-CN" altLang="en-US" dirty="0">
                <a:latin typeface="华文楷体" panose="02010600040101010101" pitchFamily="2" charset="-122"/>
                <a:ea typeface="华文楷体" panose="02010600040101010101" pitchFamily="2" charset="-122"/>
              </a:rPr>
              <a:t>第</a:t>
            </a:r>
            <a:r>
              <a:rPr lang="en-US" altLang="zh-CN" dirty="0">
                <a:latin typeface="华文楷体" panose="02010600040101010101" pitchFamily="2" charset="-122"/>
                <a:ea typeface="华文楷体" panose="02010600040101010101" pitchFamily="2" charset="-122"/>
              </a:rPr>
              <a:t>03</a:t>
            </a:r>
            <a:r>
              <a:rPr lang="zh-CN" altLang="en-US" dirty="0">
                <a:latin typeface="华文楷体" panose="02010600040101010101" pitchFamily="2" charset="-122"/>
                <a:ea typeface="华文楷体" panose="02010600040101010101" pitchFamily="2" charset="-122"/>
              </a:rPr>
              <a:t>章</a:t>
            </a:r>
            <a:r>
              <a:rPr lang="zh-CN" altLang="en-US" dirty="0">
                <a:effectLst/>
              </a:rPr>
              <a:t>类图</a:t>
            </a:r>
            <a:r>
              <a:rPr lang="en-US" altLang="zh-CN" dirty="0">
                <a:effectLst/>
              </a:rPr>
              <a:t>——</a:t>
            </a:r>
            <a:r>
              <a:rPr lang="zh-CN" altLang="en-US" dirty="0">
                <a:effectLst/>
              </a:rPr>
              <a:t>静态结构建模</a:t>
            </a:r>
            <a:r>
              <a:rPr lang="en-US" altLang="zh-CN" baseline="30000" dirty="0">
                <a:solidFill>
                  <a:schemeClr val="tx2"/>
                </a:solidFill>
                <a:uFillTx/>
                <a:latin typeface="华文楷体" panose="02010600040101010101" pitchFamily="2" charset="-122"/>
                <a:ea typeface="华文楷体" panose="02010600040101010101" pitchFamily="2" charset="-122"/>
              </a:rPr>
              <a:t>[4]</a:t>
            </a:r>
          </a:p>
        </p:txBody>
      </p:sp>
      <p:sp>
        <p:nvSpPr>
          <p:cNvPr id="9219" name="Rectangle 3"/>
          <p:cNvSpPr>
            <a:spLocks noGrp="1" noChangeArrowheads="1"/>
          </p:cNvSpPr>
          <p:nvPr>
            <p:ph type="subTitle" idx="1"/>
          </p:nvPr>
        </p:nvSpPr>
        <p:spPr>
          <a:xfrm>
            <a:off x="1524000" y="3860800"/>
            <a:ext cx="9144000" cy="1752600"/>
          </a:xfrm>
        </p:spPr>
        <p:txBody>
          <a:bodyPr/>
          <a:lstStyle/>
          <a:p>
            <a:pPr eaLnBrk="1" hangingPunct="1"/>
            <a:r>
              <a:rPr lang="en-US" altLang="zh-CN" i="1" dirty="0">
                <a:solidFill>
                  <a:srgbClr val="003399"/>
                </a:solidFill>
              </a:rPr>
              <a:t>Class Diagram — Static Structure Modeling</a:t>
            </a:r>
            <a:endParaRPr lang="zh-CN" altLang="en-US" i="1" dirty="0">
              <a:solidFill>
                <a:srgbClr val="003399"/>
              </a:solidFill>
            </a:endParaRPr>
          </a:p>
        </p:txBody>
      </p:sp>
    </p:spTree>
  </p:cSld>
  <p:clrMapOvr>
    <a:masterClrMapping/>
  </p:clrMapOvr>
  <p:transition spd="slow">
    <p:comb/>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2" name="灯片编号占位符 5"/>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b="1">
                <a:solidFill>
                  <a:schemeClr val="tx1"/>
                </a:solidFill>
                <a:latin typeface="Tahoma" panose="020B0604030504040204" pitchFamily="34" charset="0"/>
                <a:ea typeface="宋体" panose="02010600030101010101" pitchFamily="2" charset="-122"/>
              </a:defRPr>
            </a:lvl1pPr>
            <a:lvl2pPr marL="742950" indent="-285750" eaLnBrk="0" hangingPunct="0">
              <a:defRPr kumimoji="1" sz="2400" b="1">
                <a:solidFill>
                  <a:schemeClr val="tx1"/>
                </a:solidFill>
                <a:latin typeface="Tahoma" panose="020B0604030504040204" pitchFamily="34" charset="0"/>
                <a:ea typeface="宋体" panose="02010600030101010101" pitchFamily="2" charset="-122"/>
              </a:defRPr>
            </a:lvl2pPr>
            <a:lvl3pPr marL="1143000" indent="-228600" eaLnBrk="0" hangingPunct="0">
              <a:defRPr kumimoji="1" sz="2400" b="1">
                <a:solidFill>
                  <a:schemeClr val="tx1"/>
                </a:solidFill>
                <a:latin typeface="Tahoma" panose="020B0604030504040204" pitchFamily="34" charset="0"/>
                <a:ea typeface="宋体" panose="02010600030101010101" pitchFamily="2" charset="-122"/>
              </a:defRPr>
            </a:lvl3pPr>
            <a:lvl4pPr marL="1600200" indent="-228600" eaLnBrk="0" hangingPunct="0">
              <a:defRPr kumimoji="1" sz="2400" b="1">
                <a:solidFill>
                  <a:schemeClr val="tx1"/>
                </a:solidFill>
                <a:latin typeface="Tahoma" panose="020B0604030504040204" pitchFamily="34" charset="0"/>
                <a:ea typeface="宋体" panose="02010600030101010101" pitchFamily="2" charset="-122"/>
              </a:defRPr>
            </a:lvl4pPr>
            <a:lvl5pPr marL="2057400" indent="-228600" eaLnBrk="0" hangingPunct="0">
              <a:defRPr kumimoji="1" sz="2400" b="1">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9pPr>
          </a:lstStyle>
          <a:p>
            <a:pPr eaLnBrk="1" hangingPunct="1"/>
            <a:r>
              <a:rPr lang="en-US" altLang="zh-CN" sz="1200" b="0">
                <a:solidFill>
                  <a:srgbClr val="4D4D4D"/>
                </a:solidFill>
                <a:latin typeface="Arial" panose="020B0604020202020204" pitchFamily="34" charset="0"/>
              </a:rPr>
              <a:t>-</a:t>
            </a:r>
            <a:fld id="{CD7058B9-9E75-4670-AE16-5E43A76A933D}" type="slidenum">
              <a:rPr lang="en-US" altLang="zh-CN" sz="1200" b="0">
                <a:solidFill>
                  <a:srgbClr val="4D4D4D"/>
                </a:solidFill>
                <a:latin typeface="Arial" panose="020B0604020202020204" pitchFamily="34" charset="0"/>
              </a:rPr>
              <a:t>19</a:t>
            </a:fld>
            <a:r>
              <a:rPr lang="en-US" altLang="zh-CN" sz="1200" b="0">
                <a:solidFill>
                  <a:srgbClr val="4D4D4D"/>
                </a:solidFill>
                <a:latin typeface="Arial" panose="020B0604020202020204" pitchFamily="34" charset="0"/>
              </a:rPr>
              <a:t>-</a:t>
            </a:r>
          </a:p>
        </p:txBody>
      </p:sp>
      <p:sp>
        <p:nvSpPr>
          <p:cNvPr id="71683" name="Rectangle 2"/>
          <p:cNvSpPr>
            <a:spLocks noGrp="1" noChangeArrowheads="1"/>
          </p:cNvSpPr>
          <p:nvPr>
            <p:ph type="title"/>
          </p:nvPr>
        </p:nvSpPr>
        <p:spPr/>
        <p:txBody>
          <a:bodyPr/>
          <a:lstStyle/>
          <a:p>
            <a:pPr eaLnBrk="1" hangingPunct="1"/>
            <a:r>
              <a:rPr lang="zh-CN" altLang="en-US" dirty="0"/>
              <a:t>类图的核心地位</a:t>
            </a:r>
          </a:p>
        </p:txBody>
      </p:sp>
      <p:sp>
        <p:nvSpPr>
          <p:cNvPr id="576515" name="Rectangle 3"/>
          <p:cNvSpPr>
            <a:spLocks noGrp="1" noChangeArrowheads="1"/>
          </p:cNvSpPr>
          <p:nvPr>
            <p:ph type="body" idx="1"/>
          </p:nvPr>
        </p:nvSpPr>
        <p:spPr/>
        <p:txBody>
          <a:bodyPr/>
          <a:lstStyle/>
          <a:p>
            <a:pPr eaLnBrk="1" hangingPunct="1">
              <a:lnSpc>
                <a:spcPct val="80000"/>
              </a:lnSpc>
              <a:defRPr/>
            </a:pPr>
            <a:r>
              <a:rPr lang="zh-CN" altLang="en-US" sz="2800" dirty="0"/>
              <a:t>类图（</a:t>
            </a:r>
            <a:r>
              <a:rPr lang="en-US" altLang="zh-CN" sz="2800" dirty="0"/>
              <a:t>Class Diagram</a:t>
            </a:r>
            <a:r>
              <a:rPr lang="zh-CN" altLang="en-US" sz="2800" dirty="0"/>
              <a:t>）是</a:t>
            </a:r>
            <a:r>
              <a:rPr lang="zh-CN" altLang="en-US" sz="2800" b="1" dirty="0">
                <a:solidFill>
                  <a:srgbClr val="FF0000"/>
                </a:solidFill>
              </a:rPr>
              <a:t>软件的蓝图</a:t>
            </a:r>
            <a:r>
              <a:rPr lang="zh-CN" altLang="en-US" sz="2800" dirty="0"/>
              <a:t>，详细描述了系统内各个对象的相关的类，以及这些类之间的静态关系</a:t>
            </a:r>
            <a:endParaRPr lang="en-US" altLang="zh-CN" sz="2800" dirty="0"/>
          </a:p>
          <a:p>
            <a:pPr lvl="1" eaLnBrk="1" hangingPunct="1">
              <a:lnSpc>
                <a:spcPct val="80000"/>
              </a:lnSpc>
              <a:defRPr/>
            </a:pPr>
            <a:r>
              <a:rPr lang="zh-CN" altLang="en-US" sz="2400" dirty="0"/>
              <a:t>列出系统中的类、接口以及它们之间的关系</a:t>
            </a:r>
          </a:p>
          <a:p>
            <a:pPr lvl="1" eaLnBrk="1" hangingPunct="1">
              <a:lnSpc>
                <a:spcPct val="80000"/>
              </a:lnSpc>
              <a:defRPr/>
            </a:pPr>
            <a:r>
              <a:rPr lang="zh-CN" altLang="en-US" sz="2400" dirty="0"/>
              <a:t>显示类与类之间的静态结构关系</a:t>
            </a:r>
            <a:endParaRPr lang="en-US" altLang="zh-CN" sz="2400" dirty="0"/>
          </a:p>
          <a:p>
            <a:pPr eaLnBrk="1" hangingPunct="1">
              <a:lnSpc>
                <a:spcPct val="80000"/>
              </a:lnSpc>
              <a:defRPr/>
            </a:pPr>
            <a:r>
              <a:rPr kumimoji="0" lang="zh-CN" altLang="en-US" dirty="0"/>
              <a:t>核心概</a:t>
            </a:r>
            <a:r>
              <a:rPr lang="zh-CN" altLang="en-US" dirty="0"/>
              <a:t>念</a:t>
            </a:r>
          </a:p>
          <a:p>
            <a:pPr lvl="1" eaLnBrk="1" hangingPunct="1">
              <a:lnSpc>
                <a:spcPct val="80000"/>
              </a:lnSpc>
              <a:defRPr/>
            </a:pPr>
            <a:r>
              <a:rPr lang="zh-CN" altLang="en-US" sz="2400" dirty="0"/>
              <a:t>类：对一组具有相同属性、操作、关系和语义的对象的抽象描述</a:t>
            </a:r>
          </a:p>
          <a:p>
            <a:pPr lvl="1" eaLnBrk="1" hangingPunct="1">
              <a:lnSpc>
                <a:spcPct val="80000"/>
              </a:lnSpc>
              <a:defRPr/>
            </a:pPr>
            <a:r>
              <a:rPr lang="zh-CN" altLang="en-US" sz="2400" dirty="0"/>
              <a:t>接口、依赖、关联、泛化、实现</a:t>
            </a:r>
          </a:p>
          <a:p>
            <a:pPr lvl="1" eaLnBrk="1" hangingPunct="1">
              <a:lnSpc>
                <a:spcPct val="80000"/>
              </a:lnSpc>
              <a:defRPr/>
            </a:pPr>
            <a:r>
              <a:rPr lang="zh-CN" altLang="en-US" sz="2400" dirty="0"/>
              <a:t>类与接口之间的关系：实现</a:t>
            </a:r>
          </a:p>
          <a:p>
            <a:pPr lvl="1" eaLnBrk="1" hangingPunct="1">
              <a:lnSpc>
                <a:spcPct val="80000"/>
              </a:lnSpc>
              <a:defRPr/>
            </a:pPr>
            <a:r>
              <a:rPr lang="zh-CN" altLang="en-US" sz="2400" dirty="0"/>
              <a:t>类与类之间的关系：依赖、关联、泛化</a:t>
            </a:r>
          </a:p>
          <a:p>
            <a:pPr lvl="1" eaLnBrk="1" hangingPunct="1">
              <a:lnSpc>
                <a:spcPct val="80000"/>
              </a:lnSpc>
              <a:defRPr/>
            </a:pPr>
            <a:r>
              <a:rPr lang="zh-CN" altLang="en-US" sz="2400" dirty="0"/>
              <a:t>类之间关系：聚合、组合</a:t>
            </a:r>
            <a:endParaRPr lang="en-US" altLang="zh-CN" sz="2400" dirty="0"/>
          </a:p>
          <a:p>
            <a:pPr eaLnBrk="1" hangingPunct="1">
              <a:lnSpc>
                <a:spcPct val="80000"/>
              </a:lnSpc>
              <a:defRPr/>
            </a:pPr>
            <a:r>
              <a:rPr lang="zh-CN" altLang="en-US" dirty="0"/>
              <a:t>推荐使用场合</a:t>
            </a:r>
          </a:p>
          <a:p>
            <a:pPr lvl="1" eaLnBrk="1" hangingPunct="1">
              <a:spcBef>
                <a:spcPts val="0"/>
              </a:spcBef>
              <a:defRPr/>
            </a:pPr>
            <a:r>
              <a:rPr lang="zh-CN" altLang="en-US" dirty="0"/>
              <a:t>系统静态结构建模的核心模型</a:t>
            </a:r>
            <a:endParaRPr lang="en-US" altLang="zh-CN" dirty="0"/>
          </a:p>
          <a:p>
            <a:pPr lvl="1" eaLnBrk="1" hangingPunct="1">
              <a:spcBef>
                <a:spcPts val="0"/>
              </a:spcBef>
              <a:defRPr/>
            </a:pPr>
            <a:r>
              <a:rPr lang="zh-CN" altLang="en-US" dirty="0"/>
              <a:t>业务建模、分析、设计、实现</a:t>
            </a:r>
            <a:endParaRPr lang="en-US" altLang="zh-CN" dirty="0"/>
          </a:p>
        </p:txBody>
      </p:sp>
    </p:spTree>
  </p:cSld>
  <p:clrMapOvr>
    <a:masterClrMapping/>
  </p:clrMapOvr>
  <p:transition spd="slow">
    <p:comb/>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灯片编号占位符 5"/>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b="1">
                <a:solidFill>
                  <a:schemeClr val="tx1"/>
                </a:solidFill>
                <a:latin typeface="Tahoma" panose="020B0604030504040204" pitchFamily="34" charset="0"/>
                <a:ea typeface="宋体" panose="02010600030101010101" pitchFamily="2" charset="-122"/>
              </a:defRPr>
            </a:lvl1pPr>
            <a:lvl2pPr marL="742950" indent="-285750" eaLnBrk="0" hangingPunct="0">
              <a:defRPr kumimoji="1" sz="2400" b="1">
                <a:solidFill>
                  <a:schemeClr val="tx1"/>
                </a:solidFill>
                <a:latin typeface="Tahoma" panose="020B0604030504040204" pitchFamily="34" charset="0"/>
                <a:ea typeface="宋体" panose="02010600030101010101" pitchFamily="2" charset="-122"/>
              </a:defRPr>
            </a:lvl2pPr>
            <a:lvl3pPr marL="1143000" indent="-228600" eaLnBrk="0" hangingPunct="0">
              <a:defRPr kumimoji="1" sz="2400" b="1">
                <a:solidFill>
                  <a:schemeClr val="tx1"/>
                </a:solidFill>
                <a:latin typeface="Tahoma" panose="020B0604030504040204" pitchFamily="34" charset="0"/>
                <a:ea typeface="宋体" panose="02010600030101010101" pitchFamily="2" charset="-122"/>
              </a:defRPr>
            </a:lvl3pPr>
            <a:lvl4pPr marL="1600200" indent="-228600" eaLnBrk="0" hangingPunct="0">
              <a:defRPr kumimoji="1" sz="2400" b="1">
                <a:solidFill>
                  <a:schemeClr val="tx1"/>
                </a:solidFill>
                <a:latin typeface="Tahoma" panose="020B0604030504040204" pitchFamily="34" charset="0"/>
                <a:ea typeface="宋体" panose="02010600030101010101" pitchFamily="2" charset="-122"/>
              </a:defRPr>
            </a:lvl4pPr>
            <a:lvl5pPr marL="2057400" indent="-228600" eaLnBrk="0" hangingPunct="0">
              <a:defRPr kumimoji="1" sz="2400" b="1">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9pPr>
          </a:lstStyle>
          <a:p>
            <a:pPr eaLnBrk="1" hangingPunct="1"/>
            <a:r>
              <a:rPr lang="en-US" altLang="zh-CN" sz="1200" b="0">
                <a:solidFill>
                  <a:srgbClr val="4D4D4D"/>
                </a:solidFill>
                <a:latin typeface="Arial" panose="020B0604020202020204" pitchFamily="34" charset="0"/>
              </a:rPr>
              <a:t>-</a:t>
            </a:r>
            <a:fld id="{019A8046-0CA7-40E1-A5A3-0AC1BBCE31AE}" type="slidenum">
              <a:rPr lang="en-US" altLang="zh-CN" sz="1200" b="0">
                <a:solidFill>
                  <a:srgbClr val="4D4D4D"/>
                </a:solidFill>
                <a:latin typeface="Arial" panose="020B0604020202020204" pitchFamily="34" charset="0"/>
              </a:rPr>
              <a:t>20</a:t>
            </a:fld>
            <a:r>
              <a:rPr lang="en-US" altLang="zh-CN" sz="1200" b="0">
                <a:solidFill>
                  <a:srgbClr val="4D4D4D"/>
                </a:solidFill>
                <a:latin typeface="Arial" panose="020B0604020202020204" pitchFamily="34" charset="0"/>
              </a:rPr>
              <a:t>-</a:t>
            </a:r>
          </a:p>
        </p:txBody>
      </p:sp>
      <p:sp>
        <p:nvSpPr>
          <p:cNvPr id="24579" name="Rectangle 2"/>
          <p:cNvSpPr>
            <a:spLocks noGrp="1" noChangeArrowheads="1"/>
          </p:cNvSpPr>
          <p:nvPr>
            <p:ph type="title"/>
          </p:nvPr>
        </p:nvSpPr>
        <p:spPr/>
        <p:txBody>
          <a:bodyPr/>
          <a:lstStyle/>
          <a:p>
            <a:pPr eaLnBrk="1" hangingPunct="1"/>
            <a:r>
              <a:rPr lang="zh-CN" altLang="en-US" dirty="0"/>
              <a:t>类的表示法</a:t>
            </a:r>
            <a:endParaRPr lang="en-US" altLang="zh-CN" dirty="0"/>
          </a:p>
        </p:txBody>
      </p:sp>
      <p:pic>
        <p:nvPicPr>
          <p:cNvPr id="1026"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79376" y="1081868"/>
            <a:ext cx="5081983" cy="5157192"/>
          </a:xfrm>
          <a:prstGeom prst="rect">
            <a:avLst/>
          </a:prstGeom>
          <a:noFill/>
          <a:extLst>
            <a:ext uri="{909E8E84-426E-40DD-AFC4-6F175D3DCCD1}">
              <a14:hiddenFill xmlns:a14="http://schemas.microsoft.com/office/drawing/2010/main">
                <a:solidFill>
                  <a:srgbClr val="FFFFFF"/>
                </a:solidFill>
              </a14:hiddenFill>
            </a:ext>
          </a:extLst>
        </p:spPr>
      </p:pic>
      <p:sp>
        <p:nvSpPr>
          <p:cNvPr id="2" name="文本框 1"/>
          <p:cNvSpPr txBox="1"/>
          <p:nvPr/>
        </p:nvSpPr>
        <p:spPr>
          <a:xfrm>
            <a:off x="5561359" y="548351"/>
            <a:ext cx="6102928" cy="5860387"/>
          </a:xfrm>
          <a:prstGeom prst="rect">
            <a:avLst/>
          </a:prstGeom>
          <a:noFill/>
        </p:spPr>
        <p:txBody>
          <a:bodyPr wrap="square" rtlCol="0">
            <a:spAutoFit/>
          </a:bodyPr>
          <a:lstStyle/>
          <a:p>
            <a:pPr marL="285750" indent="-285750">
              <a:lnSpc>
                <a:spcPct val="150000"/>
              </a:lnSpc>
              <a:buFont typeface="Arial" panose="020B0604020202020204" pitchFamily="34" charset="0"/>
              <a:buChar char="•"/>
            </a:pPr>
            <a:r>
              <a:rPr lang="zh-CN" altLang="en-US" sz="1800" b="0" dirty="0">
                <a:latin typeface="微软雅黑" panose="020B0503020204020204" pitchFamily="34" charset="-122"/>
                <a:ea typeface="微软雅黑" panose="020B0503020204020204" pitchFamily="34" charset="-122"/>
              </a:rPr>
              <a:t>类（</a:t>
            </a:r>
            <a:r>
              <a:rPr lang="en-US" altLang="zh-CN" sz="1800" b="0" dirty="0">
                <a:latin typeface="微软雅黑" panose="020B0503020204020204" pitchFamily="34" charset="-122"/>
                <a:ea typeface="微软雅黑" panose="020B0503020204020204" pitchFamily="34" charset="-122"/>
              </a:rPr>
              <a:t>Class</a:t>
            </a:r>
            <a:r>
              <a:rPr lang="zh-CN" altLang="en-US" sz="1800" b="0" dirty="0">
                <a:latin typeface="微软雅黑" panose="020B0503020204020204" pitchFamily="34" charset="-122"/>
                <a:ea typeface="微软雅黑" panose="020B0503020204020204" pitchFamily="34" charset="-122"/>
              </a:rPr>
              <a:t>）：用矩形框表示，框内写上类的名称。</a:t>
            </a:r>
            <a:endParaRPr lang="en-US" altLang="zh-CN" sz="1800" b="0" dirty="0">
              <a:latin typeface="微软雅黑" panose="020B0503020204020204" pitchFamily="34" charset="-122"/>
              <a:ea typeface="微软雅黑" panose="020B0503020204020204" pitchFamily="34" charset="-122"/>
            </a:endParaRPr>
          </a:p>
          <a:p>
            <a:pPr marL="285750" indent="-285750">
              <a:lnSpc>
                <a:spcPct val="150000"/>
              </a:lnSpc>
              <a:buFont typeface="Arial" panose="020B0604020202020204" pitchFamily="34" charset="0"/>
              <a:buChar char="•"/>
            </a:pPr>
            <a:r>
              <a:rPr lang="zh-CN" altLang="en-US" sz="1800" b="0" dirty="0">
                <a:latin typeface="微软雅黑" panose="020B0503020204020204" pitchFamily="34" charset="-122"/>
                <a:ea typeface="微软雅黑" panose="020B0503020204020204" pitchFamily="34" charset="-122"/>
              </a:rPr>
              <a:t>属性（</a:t>
            </a:r>
            <a:r>
              <a:rPr lang="en-US" altLang="zh-CN" sz="1800" b="0" dirty="0">
                <a:latin typeface="微软雅黑" panose="020B0503020204020204" pitchFamily="34" charset="-122"/>
                <a:ea typeface="微软雅黑" panose="020B0503020204020204" pitchFamily="34" charset="-122"/>
              </a:rPr>
              <a:t>Attributes</a:t>
            </a:r>
            <a:r>
              <a:rPr lang="zh-CN" altLang="en-US" sz="1800" b="0" dirty="0">
                <a:latin typeface="微软雅黑" panose="020B0503020204020204" pitchFamily="34" charset="-122"/>
                <a:ea typeface="微软雅黑" panose="020B0503020204020204" pitchFamily="34" charset="-122"/>
              </a:rPr>
              <a:t>）：类的特征或数据成员，通常位于类名下方的小矩形框内，包含属性名称和类型。</a:t>
            </a:r>
          </a:p>
          <a:p>
            <a:pPr marL="285750" indent="-285750">
              <a:lnSpc>
                <a:spcPct val="150000"/>
              </a:lnSpc>
              <a:buFont typeface="Arial" panose="020B0604020202020204" pitchFamily="34" charset="0"/>
              <a:buChar char="•"/>
            </a:pPr>
            <a:r>
              <a:rPr lang="zh-CN" altLang="en-US" sz="1800" b="0" dirty="0">
                <a:latin typeface="微软雅黑" panose="020B0503020204020204" pitchFamily="34" charset="-122"/>
                <a:ea typeface="微软雅黑" panose="020B0503020204020204" pitchFamily="34" charset="-122"/>
              </a:rPr>
              <a:t>方法（</a:t>
            </a:r>
            <a:r>
              <a:rPr lang="en-US" altLang="zh-CN" sz="1800" b="0" dirty="0">
                <a:latin typeface="微软雅黑" panose="020B0503020204020204" pitchFamily="34" charset="-122"/>
                <a:ea typeface="微软雅黑" panose="020B0503020204020204" pitchFamily="34" charset="-122"/>
              </a:rPr>
              <a:t>Methods</a:t>
            </a:r>
            <a:r>
              <a:rPr lang="zh-CN" altLang="en-US" sz="1800" b="0" dirty="0">
                <a:latin typeface="微软雅黑" panose="020B0503020204020204" pitchFamily="34" charset="-122"/>
                <a:ea typeface="微软雅黑" panose="020B0503020204020204" pitchFamily="34" charset="-122"/>
              </a:rPr>
              <a:t>）：类的行为或操作，通常位于属性下方的小矩形框内，包含方法名称和返回类型（如果有）。</a:t>
            </a:r>
          </a:p>
          <a:p>
            <a:pPr marL="285750" indent="-285750">
              <a:lnSpc>
                <a:spcPct val="150000"/>
              </a:lnSpc>
              <a:buFont typeface="Arial" panose="020B0604020202020204" pitchFamily="34" charset="0"/>
              <a:buChar char="•"/>
            </a:pPr>
            <a:r>
              <a:rPr lang="zh-CN" altLang="en-US" sz="1800" b="0" dirty="0">
                <a:latin typeface="微软雅黑" panose="020B0503020204020204" pitchFamily="34" charset="-122"/>
                <a:ea typeface="微软雅黑" panose="020B0503020204020204" pitchFamily="34" charset="-122"/>
              </a:rPr>
              <a:t>可见性符号：用于表示属性和方法的可见性。</a:t>
            </a:r>
          </a:p>
          <a:p>
            <a:pPr marL="742950" lvl="1" indent="-285750">
              <a:lnSpc>
                <a:spcPct val="150000"/>
              </a:lnSpc>
              <a:buFont typeface="Arial" panose="020B0604020202020204" pitchFamily="34" charset="0"/>
              <a:buChar char="•"/>
            </a:pPr>
            <a:r>
              <a:rPr lang="zh-CN" altLang="en-US" sz="1800" b="0" dirty="0">
                <a:latin typeface="微软雅黑" panose="020B0503020204020204" pitchFamily="34" charset="-122"/>
                <a:ea typeface="微软雅黑" panose="020B0503020204020204" pitchFamily="34" charset="-122"/>
              </a:rPr>
              <a:t>加号 </a:t>
            </a:r>
            <a:r>
              <a:rPr lang="en-US" altLang="zh-CN" sz="1800" b="0" dirty="0">
                <a:latin typeface="微软雅黑" panose="020B0503020204020204" pitchFamily="34" charset="-122"/>
                <a:ea typeface="微软雅黑" panose="020B0503020204020204" pitchFamily="34" charset="-122"/>
              </a:rPr>
              <a:t>(+) </a:t>
            </a:r>
            <a:r>
              <a:rPr lang="zh-CN" altLang="en-US" sz="1800" b="0" dirty="0">
                <a:latin typeface="微软雅黑" panose="020B0503020204020204" pitchFamily="34" charset="-122"/>
                <a:ea typeface="微软雅黑" panose="020B0503020204020204" pitchFamily="34" charset="-122"/>
              </a:rPr>
              <a:t>表示公有成员，其他类可以直接访问。</a:t>
            </a:r>
          </a:p>
          <a:p>
            <a:pPr marL="742950" lvl="1" indent="-285750">
              <a:lnSpc>
                <a:spcPct val="150000"/>
              </a:lnSpc>
              <a:buFont typeface="Arial" panose="020B0604020202020204" pitchFamily="34" charset="0"/>
              <a:buChar char="•"/>
            </a:pPr>
            <a:r>
              <a:rPr lang="zh-CN" altLang="en-US" sz="1800" b="0" dirty="0">
                <a:latin typeface="微软雅黑" panose="020B0503020204020204" pitchFamily="34" charset="-122"/>
                <a:ea typeface="微软雅黑" panose="020B0503020204020204" pitchFamily="34" charset="-122"/>
              </a:rPr>
              <a:t>减号 </a:t>
            </a:r>
            <a:r>
              <a:rPr lang="en-US" altLang="zh-CN" sz="1800" b="0" dirty="0">
                <a:latin typeface="微软雅黑" panose="020B0503020204020204" pitchFamily="34" charset="-122"/>
                <a:ea typeface="微软雅黑" panose="020B0503020204020204" pitchFamily="34" charset="-122"/>
              </a:rPr>
              <a:t>(-) </a:t>
            </a:r>
            <a:r>
              <a:rPr lang="zh-CN" altLang="en-US" sz="1800" b="0" dirty="0">
                <a:latin typeface="微软雅黑" panose="020B0503020204020204" pitchFamily="34" charset="-122"/>
                <a:ea typeface="微软雅黑" panose="020B0503020204020204" pitchFamily="34" charset="-122"/>
              </a:rPr>
              <a:t>表示私有成员，只能被定义它们的类所访问。</a:t>
            </a:r>
          </a:p>
          <a:p>
            <a:pPr marL="742950" lvl="1" indent="-285750">
              <a:lnSpc>
                <a:spcPct val="150000"/>
              </a:lnSpc>
              <a:buFont typeface="Arial" panose="020B0604020202020204" pitchFamily="34" charset="0"/>
              <a:buChar char="•"/>
            </a:pPr>
            <a:r>
              <a:rPr lang="zh-CN" altLang="en-US" sz="1800" b="0" dirty="0">
                <a:latin typeface="微软雅黑" panose="020B0503020204020204" pitchFamily="34" charset="-122"/>
                <a:ea typeface="微软雅黑" panose="020B0503020204020204" pitchFamily="34" charset="-122"/>
              </a:rPr>
              <a:t>井号 </a:t>
            </a:r>
            <a:r>
              <a:rPr lang="en-US" altLang="zh-CN" sz="1800" b="0" dirty="0">
                <a:latin typeface="微软雅黑" panose="020B0503020204020204" pitchFamily="34" charset="-122"/>
                <a:ea typeface="微软雅黑" panose="020B0503020204020204" pitchFamily="34" charset="-122"/>
              </a:rPr>
              <a:t>(#) </a:t>
            </a:r>
            <a:r>
              <a:rPr lang="zh-CN" altLang="en-US" sz="1800" b="0" dirty="0">
                <a:latin typeface="微软雅黑" panose="020B0503020204020204" pitchFamily="34" charset="-122"/>
                <a:ea typeface="微软雅黑" panose="020B0503020204020204" pitchFamily="34" charset="-122"/>
              </a:rPr>
              <a:t>表示受保护成员，只能被定义它们的类和派生类所访问。</a:t>
            </a:r>
          </a:p>
          <a:p>
            <a:pPr marL="742950" lvl="1" indent="-285750">
              <a:lnSpc>
                <a:spcPct val="150000"/>
              </a:lnSpc>
              <a:buFont typeface="Arial" panose="020B0604020202020204" pitchFamily="34" charset="0"/>
              <a:buChar char="•"/>
            </a:pPr>
            <a:r>
              <a:rPr lang="zh-CN" altLang="en-US" sz="1800" b="0" dirty="0">
                <a:latin typeface="微软雅黑" panose="020B0503020204020204" pitchFamily="34" charset="-122"/>
                <a:ea typeface="微软雅黑" panose="020B0503020204020204" pitchFamily="34" charset="-122"/>
              </a:rPr>
              <a:t>斜杠 </a:t>
            </a:r>
            <a:r>
              <a:rPr lang="en-US" altLang="zh-CN" sz="1800" b="0" dirty="0">
                <a:latin typeface="微软雅黑" panose="020B0503020204020204" pitchFamily="34" charset="-122"/>
                <a:ea typeface="微软雅黑" panose="020B0503020204020204" pitchFamily="34" charset="-122"/>
              </a:rPr>
              <a:t>(/) </a:t>
            </a:r>
            <a:r>
              <a:rPr lang="zh-CN" altLang="en-US" sz="1800" b="0" dirty="0">
                <a:latin typeface="微软雅黑" panose="020B0503020204020204" pitchFamily="34" charset="-122"/>
                <a:ea typeface="微软雅黑" panose="020B0503020204020204" pitchFamily="34" charset="-122"/>
              </a:rPr>
              <a:t>表示静态成员，属于类本身而不是类的实例。</a:t>
            </a:r>
          </a:p>
          <a:p>
            <a:pPr>
              <a:lnSpc>
                <a:spcPct val="150000"/>
              </a:lnSpc>
            </a:pPr>
            <a:endParaRPr lang="zh-CN" altLang="en-US" sz="1800" b="0" dirty="0">
              <a:latin typeface="微软雅黑" panose="020B0503020204020204" pitchFamily="34" charset="-122"/>
              <a:ea typeface="微软雅黑" panose="020B0503020204020204" pitchFamily="34" charset="-122"/>
            </a:endParaRPr>
          </a:p>
        </p:txBody>
      </p:sp>
    </p:spTree>
  </p:cSld>
  <p:clrMapOvr>
    <a:masterClrMapping/>
  </p:clrMapOvr>
  <p:transition spd="slow">
    <p:comb/>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7" name="Rectangle 2"/>
          <p:cNvSpPr>
            <a:spLocks noGrp="1" noChangeArrowheads="1"/>
          </p:cNvSpPr>
          <p:nvPr>
            <p:ph type="title"/>
          </p:nvPr>
        </p:nvSpPr>
        <p:spPr/>
        <p:txBody>
          <a:bodyPr/>
          <a:lstStyle/>
          <a:p>
            <a:pPr eaLnBrk="1" hangingPunct="1"/>
            <a:r>
              <a:rPr lang="zh-CN" altLang="en-US" dirty="0"/>
              <a:t>类之间的关系</a:t>
            </a:r>
          </a:p>
        </p:txBody>
      </p:sp>
      <p:pic>
        <p:nvPicPr>
          <p:cNvPr id="8" name="图片 7"/>
          <p:cNvPicPr/>
          <p:nvPr/>
        </p:nvPicPr>
        <p:blipFill>
          <a:blip r:embed="rId2"/>
          <a:stretch>
            <a:fillRect/>
          </a:stretch>
        </p:blipFill>
        <p:spPr>
          <a:xfrm>
            <a:off x="407368" y="1628800"/>
            <a:ext cx="5431899" cy="3816424"/>
          </a:xfrm>
          <a:prstGeom prst="rect">
            <a:avLst/>
          </a:prstGeom>
        </p:spPr>
      </p:pic>
      <p:sp>
        <p:nvSpPr>
          <p:cNvPr id="9" name="文本框 8"/>
          <p:cNvSpPr txBox="1"/>
          <p:nvPr/>
        </p:nvSpPr>
        <p:spPr>
          <a:xfrm>
            <a:off x="6096000" y="1582340"/>
            <a:ext cx="5688632" cy="3693319"/>
          </a:xfrm>
          <a:prstGeom prst="rect">
            <a:avLst/>
          </a:prstGeom>
          <a:noFill/>
        </p:spPr>
        <p:txBody>
          <a:bodyPr wrap="square" rtlCol="0">
            <a:spAutoFit/>
          </a:bodyPr>
          <a:lstStyle/>
          <a:p>
            <a:pPr marL="285750" indent="-285750">
              <a:buFont typeface="Arial" panose="020B0604020202020204" pitchFamily="34" charset="0"/>
              <a:buChar char="•"/>
            </a:pPr>
            <a:r>
              <a:rPr lang="zh-CN" altLang="en-US" sz="1800" dirty="0"/>
              <a:t>依赖关系 </a:t>
            </a:r>
            <a:r>
              <a:rPr lang="en-US" altLang="zh-CN" sz="1800" dirty="0"/>
              <a:t>(Dependency)</a:t>
            </a:r>
          </a:p>
          <a:p>
            <a:pPr lvl="1"/>
            <a:r>
              <a:rPr lang="zh-CN" altLang="en-US" sz="1800" dirty="0"/>
              <a:t>依赖关系：使用 虚线 </a:t>
            </a:r>
            <a:r>
              <a:rPr lang="en-US" altLang="zh-CN" sz="1800" dirty="0"/>
              <a:t>+ </a:t>
            </a:r>
            <a:r>
              <a:rPr lang="zh-CN" altLang="en-US" sz="1800" dirty="0"/>
              <a:t>箭头 表示</a:t>
            </a:r>
          </a:p>
          <a:p>
            <a:pPr marL="285750" indent="-285750">
              <a:buFont typeface="Arial" panose="020B0604020202020204" pitchFamily="34" charset="0"/>
              <a:buChar char="•"/>
            </a:pPr>
            <a:r>
              <a:rPr lang="zh-CN" altLang="en-US" sz="1800" dirty="0"/>
              <a:t>关联关系（</a:t>
            </a:r>
            <a:r>
              <a:rPr lang="en-US" altLang="zh-CN" sz="1800" dirty="0"/>
              <a:t>Association)</a:t>
            </a:r>
          </a:p>
          <a:p>
            <a:pPr lvl="1"/>
            <a:r>
              <a:rPr lang="zh-CN" altLang="en-US" sz="1800" dirty="0"/>
              <a:t>关联关系：使用 实线 </a:t>
            </a:r>
            <a:r>
              <a:rPr lang="en-US" altLang="zh-CN" sz="1800" dirty="0"/>
              <a:t>+ </a:t>
            </a:r>
            <a:r>
              <a:rPr lang="zh-CN" altLang="en-US" sz="1800" dirty="0"/>
              <a:t>箭头 表示</a:t>
            </a:r>
          </a:p>
          <a:p>
            <a:pPr marL="285750" indent="-285750">
              <a:buFont typeface="Arial" panose="020B0604020202020204" pitchFamily="34" charset="0"/>
              <a:buChar char="•"/>
            </a:pPr>
            <a:r>
              <a:rPr lang="zh-CN" altLang="en-US" sz="1800" dirty="0"/>
              <a:t>继承</a:t>
            </a:r>
            <a:r>
              <a:rPr lang="en-US" altLang="zh-CN" sz="1800" dirty="0"/>
              <a:t>(</a:t>
            </a:r>
            <a:r>
              <a:rPr lang="zh-CN" altLang="en-US" sz="1800" dirty="0"/>
              <a:t>泛化</a:t>
            </a:r>
            <a:r>
              <a:rPr lang="en-US" altLang="zh-CN" sz="1800" dirty="0"/>
              <a:t>)</a:t>
            </a:r>
            <a:r>
              <a:rPr lang="zh-CN" altLang="en-US" sz="1800" dirty="0"/>
              <a:t>关系（</a:t>
            </a:r>
            <a:r>
              <a:rPr lang="en-US" altLang="zh-CN" sz="1800" dirty="0"/>
              <a:t>Inheritance/Generalization</a:t>
            </a:r>
            <a:r>
              <a:rPr lang="zh-CN" altLang="en-US" sz="1800" dirty="0"/>
              <a:t>）</a:t>
            </a:r>
          </a:p>
          <a:p>
            <a:pPr lvl="1"/>
            <a:r>
              <a:rPr lang="zh-CN" altLang="en-US" sz="1800" dirty="0"/>
              <a:t>继承关系：使用 实线 </a:t>
            </a:r>
            <a:r>
              <a:rPr lang="en-US" altLang="zh-CN" sz="1800" dirty="0"/>
              <a:t>+ </a:t>
            </a:r>
            <a:r>
              <a:rPr lang="zh-CN" altLang="en-US" sz="1800" dirty="0"/>
              <a:t>空心三角形 表示</a:t>
            </a:r>
          </a:p>
          <a:p>
            <a:pPr marL="285750" indent="-285750">
              <a:buFont typeface="Arial" panose="020B0604020202020204" pitchFamily="34" charset="0"/>
              <a:buChar char="•"/>
            </a:pPr>
            <a:r>
              <a:rPr lang="zh-CN" altLang="en-US" sz="1800" dirty="0"/>
              <a:t>实现接口（</a:t>
            </a:r>
            <a:r>
              <a:rPr lang="en-US" altLang="zh-CN" sz="1800" dirty="0"/>
              <a:t>Realization/Implementation</a:t>
            </a:r>
            <a:r>
              <a:rPr lang="zh-CN" altLang="en-US" sz="1800" dirty="0"/>
              <a:t>）</a:t>
            </a:r>
          </a:p>
          <a:p>
            <a:pPr lvl="1"/>
            <a:r>
              <a:rPr lang="zh-CN" altLang="en-US" sz="1800" dirty="0"/>
              <a:t>实现接口：使用 虚线 </a:t>
            </a:r>
            <a:r>
              <a:rPr lang="en-US" altLang="zh-CN" sz="1800" dirty="0"/>
              <a:t>+ </a:t>
            </a:r>
            <a:r>
              <a:rPr lang="zh-CN" altLang="en-US" sz="1800" dirty="0"/>
              <a:t>空心三角形 表示</a:t>
            </a:r>
          </a:p>
          <a:p>
            <a:pPr marL="285750" indent="-285750">
              <a:buFont typeface="Arial" panose="020B0604020202020204" pitchFamily="34" charset="0"/>
              <a:buChar char="•"/>
            </a:pPr>
            <a:r>
              <a:rPr lang="zh-CN" altLang="en-US" sz="1800" dirty="0"/>
              <a:t>聚合关系（</a:t>
            </a:r>
            <a:r>
              <a:rPr lang="en-US" altLang="zh-CN" sz="1800" dirty="0"/>
              <a:t>Aggregation</a:t>
            </a:r>
            <a:r>
              <a:rPr lang="zh-CN" altLang="en-US" sz="1800" dirty="0"/>
              <a:t>）</a:t>
            </a:r>
          </a:p>
          <a:p>
            <a:pPr lvl="1"/>
            <a:r>
              <a:rPr lang="zh-CN" altLang="en-US" sz="1800" dirty="0"/>
              <a:t>聚合关系：使用 实线 </a:t>
            </a:r>
            <a:r>
              <a:rPr lang="en-US" altLang="zh-CN" sz="1800" dirty="0"/>
              <a:t>+ </a:t>
            </a:r>
            <a:r>
              <a:rPr lang="zh-CN" altLang="en-US" sz="1800" dirty="0"/>
              <a:t>空心的菱形 来表示</a:t>
            </a:r>
          </a:p>
          <a:p>
            <a:pPr marL="285750" indent="-285750">
              <a:buFont typeface="Arial" panose="020B0604020202020204" pitchFamily="34" charset="0"/>
              <a:buChar char="•"/>
            </a:pPr>
            <a:r>
              <a:rPr lang="zh-CN" altLang="en-US" sz="1800" dirty="0"/>
              <a:t>合成（组合）关系 </a:t>
            </a:r>
            <a:r>
              <a:rPr lang="en-US" altLang="zh-CN" sz="1800" dirty="0"/>
              <a:t>(Composition)</a:t>
            </a:r>
          </a:p>
          <a:p>
            <a:pPr lvl="1"/>
            <a:r>
              <a:rPr lang="zh-CN" altLang="en-US" sz="1800" dirty="0"/>
              <a:t>合成关系：使用 实线 </a:t>
            </a:r>
            <a:r>
              <a:rPr lang="en-US" altLang="zh-CN" sz="1800" dirty="0"/>
              <a:t>+ </a:t>
            </a:r>
            <a:r>
              <a:rPr lang="zh-CN" altLang="en-US" sz="1800" dirty="0"/>
              <a:t>实心的菱形 来表示</a:t>
            </a:r>
          </a:p>
          <a:p>
            <a:endParaRPr lang="zh-CN" altLang="en-US" sz="1800" dirty="0"/>
          </a:p>
        </p:txBody>
      </p:sp>
    </p:spTree>
  </p:cSld>
  <p:clrMapOvr>
    <a:masterClrMapping/>
  </p:clrMapOvr>
  <p:transition spd="slow">
    <p:comb/>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灯片编号占位符 5"/>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b="1">
                <a:solidFill>
                  <a:schemeClr val="tx1"/>
                </a:solidFill>
                <a:latin typeface="Tahoma" panose="020B0604030504040204" pitchFamily="34" charset="0"/>
                <a:ea typeface="宋体" panose="02010600030101010101" pitchFamily="2" charset="-122"/>
              </a:defRPr>
            </a:lvl1pPr>
            <a:lvl2pPr marL="742950" indent="-285750" eaLnBrk="0" hangingPunct="0">
              <a:defRPr kumimoji="1" sz="2400" b="1">
                <a:solidFill>
                  <a:schemeClr val="tx1"/>
                </a:solidFill>
                <a:latin typeface="Tahoma" panose="020B0604030504040204" pitchFamily="34" charset="0"/>
                <a:ea typeface="宋体" panose="02010600030101010101" pitchFamily="2" charset="-122"/>
              </a:defRPr>
            </a:lvl2pPr>
            <a:lvl3pPr marL="1143000" indent="-228600" eaLnBrk="0" hangingPunct="0">
              <a:defRPr kumimoji="1" sz="2400" b="1">
                <a:solidFill>
                  <a:schemeClr val="tx1"/>
                </a:solidFill>
                <a:latin typeface="Tahoma" panose="020B0604030504040204" pitchFamily="34" charset="0"/>
                <a:ea typeface="宋体" panose="02010600030101010101" pitchFamily="2" charset="-122"/>
              </a:defRPr>
            </a:lvl3pPr>
            <a:lvl4pPr marL="1600200" indent="-228600" eaLnBrk="0" hangingPunct="0">
              <a:defRPr kumimoji="1" sz="2400" b="1">
                <a:solidFill>
                  <a:schemeClr val="tx1"/>
                </a:solidFill>
                <a:latin typeface="Tahoma" panose="020B0604030504040204" pitchFamily="34" charset="0"/>
                <a:ea typeface="宋体" panose="02010600030101010101" pitchFamily="2" charset="-122"/>
              </a:defRPr>
            </a:lvl4pPr>
            <a:lvl5pPr marL="2057400" indent="-228600" eaLnBrk="0" hangingPunct="0">
              <a:defRPr kumimoji="1" sz="2400" b="1">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9pPr>
          </a:lstStyle>
          <a:p>
            <a:pPr eaLnBrk="1" hangingPunct="1"/>
            <a:r>
              <a:rPr lang="en-US" altLang="zh-CN" sz="1200" b="0">
                <a:solidFill>
                  <a:srgbClr val="4D4D4D"/>
                </a:solidFill>
                <a:latin typeface="Arial" panose="020B0604020202020204" pitchFamily="34" charset="0"/>
              </a:rPr>
              <a:t>-</a:t>
            </a:r>
            <a:fld id="{019A8046-0CA7-40E1-A5A3-0AC1BBCE31AE}" type="slidenum">
              <a:rPr lang="en-US" altLang="zh-CN" sz="1200" b="0">
                <a:solidFill>
                  <a:srgbClr val="4D4D4D"/>
                </a:solidFill>
                <a:latin typeface="Arial" panose="020B0604020202020204" pitchFamily="34" charset="0"/>
              </a:rPr>
              <a:t>22</a:t>
            </a:fld>
            <a:r>
              <a:rPr lang="en-US" altLang="zh-CN" sz="1200" b="0">
                <a:solidFill>
                  <a:srgbClr val="4D4D4D"/>
                </a:solidFill>
                <a:latin typeface="Arial" panose="020B0604020202020204" pitchFamily="34" charset="0"/>
              </a:rPr>
              <a:t>-</a:t>
            </a:r>
          </a:p>
        </p:txBody>
      </p:sp>
      <p:sp>
        <p:nvSpPr>
          <p:cNvPr id="24579" name="Rectangle 2"/>
          <p:cNvSpPr>
            <a:spLocks noGrp="1" noChangeArrowheads="1"/>
          </p:cNvSpPr>
          <p:nvPr>
            <p:ph type="title"/>
          </p:nvPr>
        </p:nvSpPr>
        <p:spPr/>
        <p:txBody>
          <a:bodyPr/>
          <a:lstStyle/>
          <a:p>
            <a:pPr eaLnBrk="1" hangingPunct="1"/>
            <a:r>
              <a:rPr lang="zh-CN" altLang="en-US" dirty="0"/>
              <a:t>聚合与组合</a:t>
            </a:r>
            <a:endParaRPr lang="en-US" altLang="zh-CN" dirty="0"/>
          </a:p>
        </p:txBody>
      </p:sp>
      <p:sp>
        <p:nvSpPr>
          <p:cNvPr id="2" name="Rectangle 3"/>
          <p:cNvSpPr txBox="1">
            <a:spLocks noChangeArrowheads="1"/>
          </p:cNvSpPr>
          <p:nvPr/>
        </p:nvSpPr>
        <p:spPr bwMode="auto">
          <a:xfrm>
            <a:off x="755650" y="981075"/>
            <a:ext cx="10524926" cy="5400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lvl1pPr marL="342900" indent="-342900" algn="l" rtl="0" eaLnBrk="0" fontAlgn="base" hangingPunct="0">
              <a:spcBef>
                <a:spcPct val="20000"/>
              </a:spcBef>
              <a:spcAft>
                <a:spcPct val="0"/>
              </a:spcAft>
              <a:buClr>
                <a:srgbClr val="A50021"/>
              </a:buClr>
              <a:buSzPct val="80000"/>
              <a:buFont typeface="Wingdings" panose="05000000000000000000" pitchFamily="2" charset="2"/>
              <a:buChar char="þ"/>
              <a:defRPr kumimoji="1" sz="3200" b="0" baseline="0">
                <a:solidFill>
                  <a:schemeClr val="tx1"/>
                </a:solidFill>
                <a:latin typeface="+mn-lt"/>
                <a:ea typeface="微软雅黑" panose="020B0503020204020204" pitchFamily="34" charset="-122"/>
                <a:cs typeface="+mn-cs"/>
              </a:defRPr>
            </a:lvl1pPr>
            <a:lvl2pPr marL="742950" indent="-285750" algn="l" rtl="0" eaLnBrk="0" fontAlgn="base" hangingPunct="0">
              <a:spcBef>
                <a:spcPct val="20000"/>
              </a:spcBef>
              <a:spcAft>
                <a:spcPct val="0"/>
              </a:spcAft>
              <a:buClr>
                <a:schemeClr val="tx2"/>
              </a:buClr>
              <a:buSzPct val="70000"/>
              <a:buFont typeface="Wingdings" panose="05000000000000000000" pitchFamily="2" charset="2"/>
              <a:buChar char="u"/>
              <a:defRPr kumimoji="1" sz="2800" b="0" baseline="0">
                <a:solidFill>
                  <a:schemeClr val="tx1"/>
                </a:solidFill>
                <a:latin typeface="+mn-lt"/>
                <a:ea typeface="微软雅黑" panose="020B0503020204020204" pitchFamily="34" charset="-122"/>
              </a:defRPr>
            </a:lvl2pPr>
            <a:lvl3pPr marL="1143000" indent="-228600" algn="l" rtl="0" eaLnBrk="0" fontAlgn="base" hangingPunct="0">
              <a:spcBef>
                <a:spcPct val="20000"/>
              </a:spcBef>
              <a:spcAft>
                <a:spcPct val="0"/>
              </a:spcAft>
              <a:buClr>
                <a:schemeClr val="hlink"/>
              </a:buClr>
              <a:buSzPct val="70000"/>
              <a:buFont typeface="Wingdings" panose="05000000000000000000" pitchFamily="2" charset="2"/>
              <a:buChar char="Ø"/>
              <a:defRPr kumimoji="1" sz="2400" b="0" baseline="0">
                <a:solidFill>
                  <a:schemeClr val="tx1"/>
                </a:solidFill>
                <a:latin typeface="+mn-lt"/>
                <a:ea typeface="微软雅黑" panose="020B0503020204020204" pitchFamily="34" charset="-122"/>
              </a:defRPr>
            </a:lvl3pPr>
            <a:lvl4pPr marL="1600200" indent="-228600" algn="l" rtl="0" eaLnBrk="0" fontAlgn="base" hangingPunct="0">
              <a:spcBef>
                <a:spcPct val="20000"/>
              </a:spcBef>
              <a:spcAft>
                <a:spcPct val="0"/>
              </a:spcAft>
              <a:buClr>
                <a:schemeClr val="folHlink"/>
              </a:buClr>
              <a:buSzPct val="70000"/>
              <a:buFont typeface="Wingdings" panose="05000000000000000000" pitchFamily="2" charset="2"/>
              <a:buChar char="ü"/>
              <a:defRPr kumimoji="1" sz="2000" b="0" baseline="0">
                <a:solidFill>
                  <a:schemeClr val="tx1"/>
                </a:solidFill>
                <a:latin typeface="+mn-lt"/>
                <a:ea typeface="微软雅黑" panose="020B0503020204020204" pitchFamily="34" charset="-122"/>
              </a:defRPr>
            </a:lvl4pPr>
            <a:lvl5pPr marL="2057400" indent="-228600" algn="l" rtl="0" eaLnBrk="0" fontAlgn="base" hangingPunct="0">
              <a:spcBef>
                <a:spcPct val="20000"/>
              </a:spcBef>
              <a:spcAft>
                <a:spcPct val="0"/>
              </a:spcAft>
              <a:buClr>
                <a:schemeClr val="hlink"/>
              </a:buClr>
              <a:buSzPct val="70000"/>
              <a:buFont typeface="Wingdings" panose="05000000000000000000" pitchFamily="2" charset="2"/>
              <a:buChar char="n"/>
              <a:defRPr kumimoji="1" sz="2000" b="0" baseline="0">
                <a:solidFill>
                  <a:schemeClr val="tx1"/>
                </a:solidFill>
                <a:latin typeface="+mn-lt"/>
                <a:ea typeface="微软雅黑" panose="020B0503020204020204" pitchFamily="34" charset="-122"/>
              </a:defRPr>
            </a:lvl5pPr>
            <a:lvl6pPr marL="2514600" indent="-228600" algn="l" rtl="0" fontAlgn="base">
              <a:spcBef>
                <a:spcPct val="20000"/>
              </a:spcBef>
              <a:spcAft>
                <a:spcPct val="0"/>
              </a:spcAft>
              <a:buClr>
                <a:schemeClr val="hlink"/>
              </a:buClr>
              <a:buSzPct val="70000"/>
              <a:buFont typeface="Wingdings" panose="05000000000000000000" pitchFamily="2" charset="2"/>
              <a:buChar char="n"/>
              <a:defRPr kumimoji="1" sz="2400" b="1">
                <a:solidFill>
                  <a:schemeClr val="tx1"/>
                </a:solidFill>
                <a:latin typeface="+mn-lt"/>
                <a:ea typeface="+mn-ea"/>
              </a:defRPr>
            </a:lvl6pPr>
            <a:lvl7pPr marL="2971800" indent="-228600" algn="l" rtl="0" fontAlgn="base">
              <a:spcBef>
                <a:spcPct val="20000"/>
              </a:spcBef>
              <a:spcAft>
                <a:spcPct val="0"/>
              </a:spcAft>
              <a:buClr>
                <a:schemeClr val="hlink"/>
              </a:buClr>
              <a:buSzPct val="70000"/>
              <a:buFont typeface="Wingdings" panose="05000000000000000000" pitchFamily="2" charset="2"/>
              <a:buChar char="n"/>
              <a:defRPr kumimoji="1" sz="2400" b="1">
                <a:solidFill>
                  <a:schemeClr val="tx1"/>
                </a:solidFill>
                <a:latin typeface="+mn-lt"/>
                <a:ea typeface="+mn-ea"/>
              </a:defRPr>
            </a:lvl7pPr>
            <a:lvl8pPr marL="3429000" indent="-228600" algn="l" rtl="0" fontAlgn="base">
              <a:spcBef>
                <a:spcPct val="20000"/>
              </a:spcBef>
              <a:spcAft>
                <a:spcPct val="0"/>
              </a:spcAft>
              <a:buClr>
                <a:schemeClr val="hlink"/>
              </a:buClr>
              <a:buSzPct val="70000"/>
              <a:buFont typeface="Wingdings" panose="05000000000000000000" pitchFamily="2" charset="2"/>
              <a:buChar char="n"/>
              <a:defRPr kumimoji="1" sz="2400" b="1">
                <a:solidFill>
                  <a:schemeClr val="tx1"/>
                </a:solidFill>
                <a:latin typeface="+mn-lt"/>
                <a:ea typeface="+mn-ea"/>
              </a:defRPr>
            </a:lvl8pPr>
            <a:lvl9pPr marL="3886200" indent="-228600" algn="l" rtl="0" fontAlgn="base">
              <a:spcBef>
                <a:spcPct val="20000"/>
              </a:spcBef>
              <a:spcAft>
                <a:spcPct val="0"/>
              </a:spcAft>
              <a:buClr>
                <a:schemeClr val="hlink"/>
              </a:buClr>
              <a:buSzPct val="70000"/>
              <a:buFont typeface="Wingdings" panose="05000000000000000000" pitchFamily="2" charset="2"/>
              <a:buChar char="n"/>
              <a:defRPr kumimoji="1" sz="2400" b="1">
                <a:solidFill>
                  <a:schemeClr val="tx1"/>
                </a:solidFill>
                <a:latin typeface="+mn-lt"/>
                <a:ea typeface="+mn-ea"/>
              </a:defRPr>
            </a:lvl9pPr>
          </a:lstStyle>
          <a:p>
            <a:pPr eaLnBrk="1" hangingPunct="1"/>
            <a:r>
              <a:rPr lang="zh-CN" altLang="en-US" kern="0"/>
              <a:t>聚合</a:t>
            </a:r>
            <a:r>
              <a:rPr lang="en-US" altLang="zh-CN" kern="0"/>
              <a:t>(Aggregation)</a:t>
            </a:r>
            <a:r>
              <a:rPr lang="zh-CN" altLang="en-US" kern="0"/>
              <a:t>关系和组合</a:t>
            </a:r>
            <a:r>
              <a:rPr lang="en-US" altLang="zh-CN" kern="0"/>
              <a:t>(Composition)</a:t>
            </a:r>
            <a:r>
              <a:rPr lang="zh-CN" altLang="en-US" kern="0"/>
              <a:t>关系是一种特殊的关联关系</a:t>
            </a:r>
          </a:p>
          <a:p>
            <a:pPr lvl="1" eaLnBrk="1" hangingPunct="1"/>
            <a:r>
              <a:rPr lang="zh-CN" altLang="en-US" kern="0"/>
              <a:t>由关联关系精化而来</a:t>
            </a:r>
          </a:p>
          <a:p>
            <a:pPr lvl="1" eaLnBrk="1" hangingPunct="1"/>
            <a:r>
              <a:rPr lang="zh-CN" altLang="en-US" kern="0"/>
              <a:t>表示整体和部分的含义，整体拥有部分</a:t>
            </a:r>
          </a:p>
          <a:p>
            <a:pPr eaLnBrk="1" hangingPunct="1"/>
            <a:r>
              <a:rPr lang="zh-CN" altLang="en-US" kern="0"/>
              <a:t>组合是聚合的一种形式，具有很强的归属关系和一致的生 存期</a:t>
            </a:r>
          </a:p>
          <a:p>
            <a:pPr lvl="1" eaLnBrk="1" hangingPunct="1"/>
            <a:r>
              <a:rPr lang="zh-CN" altLang="en-US" kern="0"/>
              <a:t>部分不能脱离整体而存在</a:t>
            </a:r>
            <a:endParaRPr lang="zh-CN" altLang="en-US" kern="0" dirty="0"/>
          </a:p>
        </p:txBody>
      </p:sp>
    </p:spTree>
  </p:cSld>
  <p:clrMapOvr>
    <a:masterClrMapping/>
  </p:clrMapOvr>
  <p:transition spd="slow">
    <p:comb/>
  </p:transition>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灯片编号占位符 5"/>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b="1">
                <a:solidFill>
                  <a:schemeClr val="tx1"/>
                </a:solidFill>
                <a:latin typeface="Tahoma" panose="020B0604030504040204" pitchFamily="34" charset="0"/>
                <a:ea typeface="宋体" panose="02010600030101010101" pitchFamily="2" charset="-122"/>
              </a:defRPr>
            </a:lvl1pPr>
            <a:lvl2pPr marL="742950" indent="-285750" eaLnBrk="0" hangingPunct="0">
              <a:defRPr kumimoji="1" sz="2400" b="1">
                <a:solidFill>
                  <a:schemeClr val="tx1"/>
                </a:solidFill>
                <a:latin typeface="Tahoma" panose="020B0604030504040204" pitchFamily="34" charset="0"/>
                <a:ea typeface="宋体" panose="02010600030101010101" pitchFamily="2" charset="-122"/>
              </a:defRPr>
            </a:lvl2pPr>
            <a:lvl3pPr marL="1143000" indent="-228600" eaLnBrk="0" hangingPunct="0">
              <a:defRPr kumimoji="1" sz="2400" b="1">
                <a:solidFill>
                  <a:schemeClr val="tx1"/>
                </a:solidFill>
                <a:latin typeface="Tahoma" panose="020B0604030504040204" pitchFamily="34" charset="0"/>
                <a:ea typeface="宋体" panose="02010600030101010101" pitchFamily="2" charset="-122"/>
              </a:defRPr>
            </a:lvl3pPr>
            <a:lvl4pPr marL="1600200" indent="-228600" eaLnBrk="0" hangingPunct="0">
              <a:defRPr kumimoji="1" sz="2400" b="1">
                <a:solidFill>
                  <a:schemeClr val="tx1"/>
                </a:solidFill>
                <a:latin typeface="Tahoma" panose="020B0604030504040204" pitchFamily="34" charset="0"/>
                <a:ea typeface="宋体" panose="02010600030101010101" pitchFamily="2" charset="-122"/>
              </a:defRPr>
            </a:lvl4pPr>
            <a:lvl5pPr marL="2057400" indent="-228600" eaLnBrk="0" hangingPunct="0">
              <a:defRPr kumimoji="1" sz="2400" b="1">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9pPr>
          </a:lstStyle>
          <a:p>
            <a:pPr eaLnBrk="1" hangingPunct="1"/>
            <a:r>
              <a:rPr lang="en-US" altLang="zh-CN" sz="1200" b="0">
                <a:solidFill>
                  <a:srgbClr val="4D4D4D"/>
                </a:solidFill>
                <a:latin typeface="Arial" panose="020B0604020202020204" pitchFamily="34" charset="0"/>
              </a:rPr>
              <a:t>-</a:t>
            </a:r>
            <a:fld id="{019A8046-0CA7-40E1-A5A3-0AC1BBCE31AE}" type="slidenum">
              <a:rPr lang="en-US" altLang="zh-CN" sz="1200" b="0">
                <a:solidFill>
                  <a:srgbClr val="4D4D4D"/>
                </a:solidFill>
                <a:latin typeface="Arial" panose="020B0604020202020204" pitchFamily="34" charset="0"/>
              </a:rPr>
              <a:t>23</a:t>
            </a:fld>
            <a:r>
              <a:rPr lang="en-US" altLang="zh-CN" sz="1200" b="0">
                <a:solidFill>
                  <a:srgbClr val="4D4D4D"/>
                </a:solidFill>
                <a:latin typeface="Arial" panose="020B0604020202020204" pitchFamily="34" charset="0"/>
              </a:rPr>
              <a:t>-</a:t>
            </a:r>
          </a:p>
        </p:txBody>
      </p:sp>
      <p:sp>
        <p:nvSpPr>
          <p:cNvPr id="24579" name="Rectangle 2"/>
          <p:cNvSpPr>
            <a:spLocks noGrp="1" noChangeArrowheads="1"/>
          </p:cNvSpPr>
          <p:nvPr>
            <p:ph type="title"/>
          </p:nvPr>
        </p:nvSpPr>
        <p:spPr/>
        <p:txBody>
          <a:bodyPr/>
          <a:lstStyle/>
          <a:p>
            <a:pPr eaLnBrk="1" hangingPunct="1"/>
            <a:r>
              <a:rPr lang="zh-CN" altLang="en-US" dirty="0"/>
              <a:t>关联的导航性与多重性</a:t>
            </a:r>
            <a:endParaRPr lang="en-US" altLang="zh-CN" dirty="0"/>
          </a:p>
        </p:txBody>
      </p:sp>
      <p:sp>
        <p:nvSpPr>
          <p:cNvPr id="2" name="文本框 1"/>
          <p:cNvSpPr txBox="1"/>
          <p:nvPr/>
        </p:nvSpPr>
        <p:spPr>
          <a:xfrm>
            <a:off x="407368" y="1268760"/>
            <a:ext cx="5472608" cy="4770537"/>
          </a:xfrm>
          <a:prstGeom prst="rect">
            <a:avLst/>
          </a:prstGeom>
          <a:noFill/>
        </p:spPr>
        <p:txBody>
          <a:bodyPr wrap="square" rtlCol="0">
            <a:spAutoFit/>
          </a:bodyPr>
          <a:lstStyle/>
          <a:p>
            <a:pPr marL="457200" indent="-457200" eaLnBrk="1" hangingPunct="1">
              <a:buFont typeface="Arial" panose="020B0604020202020204" pitchFamily="34" charset="0"/>
              <a:buChar char="•"/>
            </a:pPr>
            <a:r>
              <a:rPr lang="zh-CN" altLang="en-US" sz="2800" dirty="0"/>
              <a:t>关联的方向性</a:t>
            </a:r>
            <a:r>
              <a:rPr lang="en-US" altLang="zh-CN" sz="2800" dirty="0"/>
              <a:t>(</a:t>
            </a:r>
            <a:r>
              <a:rPr lang="zh-CN" altLang="en-US" sz="2800" dirty="0"/>
              <a:t>导航</a:t>
            </a:r>
            <a:r>
              <a:rPr lang="en-US" altLang="zh-CN" sz="2800" dirty="0"/>
              <a:t>)</a:t>
            </a:r>
            <a:r>
              <a:rPr lang="zh-CN" altLang="en-US" sz="2800" dirty="0"/>
              <a:t>是指对象间链接的方向</a:t>
            </a:r>
            <a:r>
              <a:rPr lang="en-US" altLang="zh-CN" sz="2800" dirty="0"/>
              <a:t>(</a:t>
            </a:r>
            <a:r>
              <a:rPr lang="zh-CN" altLang="en-US" sz="2800" dirty="0"/>
              <a:t>也可理解为消息发送的方向</a:t>
            </a:r>
            <a:r>
              <a:rPr lang="en-US" altLang="zh-CN" sz="2800" dirty="0"/>
              <a:t>)</a:t>
            </a:r>
          </a:p>
          <a:p>
            <a:pPr marL="800100" lvl="1" indent="-342900" eaLnBrk="1" hangingPunct="1">
              <a:buFont typeface="Wingdings" panose="05000000000000000000" pitchFamily="2" charset="2"/>
              <a:buChar char="u"/>
            </a:pPr>
            <a:r>
              <a:rPr lang="zh-CN" altLang="en-US" dirty="0"/>
              <a:t>分析阶段，没有考虑方向性；则此时默认为双方向的关联</a:t>
            </a:r>
            <a:r>
              <a:rPr lang="en-US" altLang="zh-CN" dirty="0"/>
              <a:t>(</a:t>
            </a:r>
            <a:r>
              <a:rPr lang="zh-CN" altLang="en-US" dirty="0"/>
              <a:t>互相知道对方对象，可以互相发送消息</a:t>
            </a:r>
            <a:r>
              <a:rPr lang="en-US" altLang="zh-CN" dirty="0"/>
              <a:t>)</a:t>
            </a:r>
          </a:p>
          <a:p>
            <a:pPr marL="800100" lvl="1" indent="-342900" eaLnBrk="1" hangingPunct="1">
              <a:buFont typeface="Wingdings" panose="05000000000000000000" pitchFamily="2" charset="2"/>
              <a:buChar char="u"/>
            </a:pPr>
            <a:r>
              <a:rPr lang="zh-CN" altLang="en-US" dirty="0"/>
              <a:t>设计阶段，在有可能的情况下将关联关系改为单方向的关联</a:t>
            </a:r>
          </a:p>
          <a:p>
            <a:pPr marL="1257300" lvl="2" indent="-342900" eaLnBrk="1" hangingPunct="1">
              <a:buFont typeface="Wingdings" panose="05000000000000000000" pitchFamily="2" charset="2"/>
              <a:buChar char="Ø"/>
            </a:pPr>
            <a:r>
              <a:rPr lang="zh-CN" altLang="en-US" sz="2000" dirty="0"/>
              <a:t>好的设计目标是最小化类间耦合，在没有导航性的方向上就没有类间的耦合</a:t>
            </a:r>
            <a:endParaRPr lang="en-US" altLang="zh-CN" sz="2000" dirty="0"/>
          </a:p>
          <a:p>
            <a:pPr marL="1257300" lvl="2" indent="-342900" eaLnBrk="1" hangingPunct="1">
              <a:buFont typeface="Wingdings" panose="05000000000000000000" pitchFamily="2" charset="2"/>
              <a:buChar char="Ø"/>
            </a:pPr>
            <a:r>
              <a:rPr lang="zh-CN" altLang="en-US" sz="2000" dirty="0"/>
              <a:t>双方向关联难以实现，需要消耗成本、内存等</a:t>
            </a:r>
          </a:p>
        </p:txBody>
      </p:sp>
      <p:cxnSp>
        <p:nvCxnSpPr>
          <p:cNvPr id="4" name="直接连接符 3"/>
          <p:cNvCxnSpPr/>
          <p:nvPr/>
        </p:nvCxnSpPr>
        <p:spPr bwMode="auto">
          <a:xfrm>
            <a:off x="6096000" y="1268760"/>
            <a:ext cx="0" cy="4680520"/>
          </a:xfrm>
          <a:prstGeom prst="line">
            <a:avLst/>
          </a:prstGeom>
          <a:solidFill>
            <a:schemeClr val="accent1"/>
          </a:solidFill>
          <a:ln w="9525" cap="flat" cmpd="sng" algn="ctr">
            <a:solidFill>
              <a:schemeClr val="tx1"/>
            </a:solidFill>
            <a:prstDash val="solid"/>
            <a:miter lim="800000"/>
            <a:headEnd type="none" w="med" len="med"/>
            <a:tailEnd type="none" w="med" len="med"/>
          </a:ln>
        </p:spPr>
      </p:cxnSp>
      <p:sp>
        <p:nvSpPr>
          <p:cNvPr id="6" name="文本框 5"/>
          <p:cNvSpPr txBox="1"/>
          <p:nvPr/>
        </p:nvSpPr>
        <p:spPr>
          <a:xfrm>
            <a:off x="6304682" y="1268760"/>
            <a:ext cx="5270376" cy="5115246"/>
          </a:xfrm>
          <a:prstGeom prst="rect">
            <a:avLst/>
          </a:prstGeom>
          <a:noFill/>
        </p:spPr>
        <p:txBody>
          <a:bodyPr wrap="square" rtlCol="0">
            <a:spAutoFit/>
          </a:bodyPr>
          <a:lstStyle/>
          <a:p>
            <a:pPr marL="342900" indent="-342900" eaLnBrk="1" hangingPunct="1">
              <a:lnSpc>
                <a:spcPct val="90000"/>
              </a:lnSpc>
              <a:buFont typeface="Arial" panose="020B0604020202020204" pitchFamily="34" charset="0"/>
              <a:buChar char="•"/>
            </a:pPr>
            <a:r>
              <a:rPr lang="zh-CN" altLang="en-US" dirty="0"/>
              <a:t>分析阶段，只设定了具体的重数</a:t>
            </a:r>
          </a:p>
          <a:p>
            <a:pPr marL="342900" indent="-342900" eaLnBrk="1" hangingPunct="1">
              <a:lnSpc>
                <a:spcPct val="90000"/>
              </a:lnSpc>
              <a:buFont typeface="Arial" panose="020B0604020202020204" pitchFamily="34" charset="0"/>
              <a:buChar char="•"/>
            </a:pPr>
            <a:r>
              <a:rPr lang="zh-CN" altLang="en-US" dirty="0"/>
              <a:t>设计阶段，要考虑重数对实现的影响</a:t>
            </a:r>
          </a:p>
          <a:p>
            <a:pPr marL="800100" lvl="1" indent="-342900" eaLnBrk="1" hangingPunct="1">
              <a:lnSpc>
                <a:spcPct val="90000"/>
              </a:lnSpc>
              <a:buFont typeface="Wingdings" panose="05000000000000000000" pitchFamily="2" charset="2"/>
              <a:buChar char="u"/>
            </a:pPr>
            <a:r>
              <a:rPr lang="zh-CN" altLang="en-US" dirty="0"/>
              <a:t>多重性</a:t>
            </a:r>
            <a:r>
              <a:rPr lang="zh-CN" altLang="zh-CN" dirty="0"/>
              <a:t>“1”</a:t>
            </a:r>
          </a:p>
          <a:p>
            <a:pPr marL="1257300" lvl="2" indent="-342900" eaLnBrk="1" hangingPunct="1">
              <a:lnSpc>
                <a:spcPct val="90000"/>
              </a:lnSpc>
              <a:buFont typeface="Wingdings" panose="05000000000000000000" pitchFamily="2" charset="2"/>
              <a:buChar char="Ø"/>
            </a:pPr>
            <a:r>
              <a:rPr lang="zh-CN" altLang="zh-CN" dirty="0"/>
              <a:t>所链接的对象一定存在</a:t>
            </a:r>
          </a:p>
          <a:p>
            <a:pPr marL="800100" lvl="1" indent="-342900" eaLnBrk="1" hangingPunct="1">
              <a:lnSpc>
                <a:spcPct val="90000"/>
              </a:lnSpc>
              <a:buFont typeface="Wingdings" panose="05000000000000000000" pitchFamily="2" charset="2"/>
              <a:buChar char="u"/>
            </a:pPr>
            <a:r>
              <a:rPr lang="zh-CN" altLang="en-US" dirty="0"/>
              <a:t>多重性</a:t>
            </a:r>
            <a:r>
              <a:rPr lang="zh-CN" altLang="zh-CN" dirty="0"/>
              <a:t>“0..1”</a:t>
            </a:r>
          </a:p>
          <a:p>
            <a:pPr marL="1257300" lvl="2" indent="-342900" eaLnBrk="1" hangingPunct="1">
              <a:lnSpc>
                <a:spcPct val="90000"/>
              </a:lnSpc>
              <a:buFont typeface="Wingdings" panose="05000000000000000000" pitchFamily="2" charset="2"/>
              <a:buChar char="Ø"/>
            </a:pPr>
            <a:r>
              <a:rPr lang="zh-CN" altLang="zh-CN" dirty="0"/>
              <a:t>所链接的对象也有不存在的情况</a:t>
            </a:r>
          </a:p>
          <a:p>
            <a:pPr marL="1257300" lvl="2" indent="-342900" eaLnBrk="1" hangingPunct="1">
              <a:lnSpc>
                <a:spcPct val="90000"/>
              </a:lnSpc>
              <a:buFont typeface="Wingdings" panose="05000000000000000000" pitchFamily="2" charset="2"/>
              <a:buChar char="Ø"/>
            </a:pPr>
            <a:r>
              <a:rPr lang="zh-CN" altLang="zh-CN" dirty="0"/>
              <a:t>需要添加判断链接的对象是否存在的操作</a:t>
            </a:r>
          </a:p>
          <a:p>
            <a:pPr marL="800100" lvl="1" indent="-342900" eaLnBrk="1" hangingPunct="1">
              <a:lnSpc>
                <a:spcPct val="90000"/>
              </a:lnSpc>
              <a:buFont typeface="Wingdings" panose="05000000000000000000" pitchFamily="2" charset="2"/>
              <a:buChar char="u"/>
            </a:pPr>
            <a:r>
              <a:rPr lang="zh-CN" altLang="en-US" dirty="0"/>
              <a:t>多重性</a:t>
            </a:r>
            <a:r>
              <a:rPr lang="zh-CN" altLang="zh-CN" dirty="0"/>
              <a:t>“*”</a:t>
            </a:r>
          </a:p>
          <a:p>
            <a:pPr marL="1257300" lvl="2" indent="-342900" eaLnBrk="1" hangingPunct="1">
              <a:lnSpc>
                <a:spcPct val="90000"/>
              </a:lnSpc>
              <a:buFont typeface="Wingdings" panose="05000000000000000000" pitchFamily="2" charset="2"/>
              <a:buChar char="Ø"/>
            </a:pPr>
            <a:r>
              <a:rPr lang="zh-CN" altLang="zh-CN" dirty="0"/>
              <a:t>实现时准备容器类</a:t>
            </a:r>
          </a:p>
          <a:p>
            <a:pPr marL="1257300" lvl="2" indent="-342900" eaLnBrk="1" hangingPunct="1">
              <a:lnSpc>
                <a:spcPct val="90000"/>
              </a:lnSpc>
              <a:buFont typeface="Wingdings" panose="05000000000000000000" pitchFamily="2" charset="2"/>
              <a:buChar char="Ø"/>
            </a:pPr>
            <a:r>
              <a:rPr lang="zh-CN" altLang="zh-CN" dirty="0"/>
              <a:t>如，在java中使用</a:t>
            </a:r>
            <a:r>
              <a:rPr lang="en-US" altLang="zh-CN" dirty="0"/>
              <a:t>Array</a:t>
            </a:r>
            <a:r>
              <a:rPr lang="zh-CN" altLang="zh-CN" dirty="0"/>
              <a:t>类和List类等</a:t>
            </a:r>
            <a:endParaRPr lang="en-US" altLang="zh-CN" dirty="0"/>
          </a:p>
          <a:p>
            <a:endParaRPr lang="zh-CN" altLang="en-US" dirty="0"/>
          </a:p>
        </p:txBody>
      </p:sp>
    </p:spTree>
  </p:cSld>
  <p:clrMapOvr>
    <a:masterClrMapping/>
  </p:clrMapOvr>
  <p:transition spd="slow">
    <p:comb/>
  </p:transition>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灯片编号占位符 5"/>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b="1">
                <a:solidFill>
                  <a:schemeClr val="tx1"/>
                </a:solidFill>
                <a:latin typeface="Tahoma" panose="020B0604030504040204" pitchFamily="34" charset="0"/>
                <a:ea typeface="宋体" panose="02010600030101010101" pitchFamily="2" charset="-122"/>
              </a:defRPr>
            </a:lvl1pPr>
            <a:lvl2pPr marL="742950" indent="-285750" eaLnBrk="0" hangingPunct="0">
              <a:defRPr kumimoji="1" sz="2400" b="1">
                <a:solidFill>
                  <a:schemeClr val="tx1"/>
                </a:solidFill>
                <a:latin typeface="Tahoma" panose="020B0604030504040204" pitchFamily="34" charset="0"/>
                <a:ea typeface="宋体" panose="02010600030101010101" pitchFamily="2" charset="-122"/>
              </a:defRPr>
            </a:lvl2pPr>
            <a:lvl3pPr marL="1143000" indent="-228600" eaLnBrk="0" hangingPunct="0">
              <a:defRPr kumimoji="1" sz="2400" b="1">
                <a:solidFill>
                  <a:schemeClr val="tx1"/>
                </a:solidFill>
                <a:latin typeface="Tahoma" panose="020B0604030504040204" pitchFamily="34" charset="0"/>
                <a:ea typeface="宋体" panose="02010600030101010101" pitchFamily="2" charset="-122"/>
              </a:defRPr>
            </a:lvl3pPr>
            <a:lvl4pPr marL="1600200" indent="-228600" eaLnBrk="0" hangingPunct="0">
              <a:defRPr kumimoji="1" sz="2400" b="1">
                <a:solidFill>
                  <a:schemeClr val="tx1"/>
                </a:solidFill>
                <a:latin typeface="Tahoma" panose="020B0604030504040204" pitchFamily="34" charset="0"/>
                <a:ea typeface="宋体" panose="02010600030101010101" pitchFamily="2" charset="-122"/>
              </a:defRPr>
            </a:lvl4pPr>
            <a:lvl5pPr marL="2057400" indent="-228600" eaLnBrk="0" hangingPunct="0">
              <a:defRPr kumimoji="1" sz="2400" b="1">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9pPr>
          </a:lstStyle>
          <a:p>
            <a:pPr eaLnBrk="1" hangingPunct="1"/>
            <a:r>
              <a:rPr lang="en-US" altLang="zh-CN" sz="1200" b="0">
                <a:solidFill>
                  <a:srgbClr val="4D4D4D"/>
                </a:solidFill>
                <a:latin typeface="Arial" panose="020B0604020202020204" pitchFamily="34" charset="0"/>
              </a:rPr>
              <a:t>-</a:t>
            </a:r>
            <a:fld id="{048E1B0A-669A-4EA5-B7CC-917843561354}" type="slidenum">
              <a:rPr lang="en-US" altLang="zh-CN" sz="1200" b="0">
                <a:solidFill>
                  <a:srgbClr val="4D4D4D"/>
                </a:solidFill>
                <a:latin typeface="Arial" panose="020B0604020202020204" pitchFamily="34" charset="0"/>
              </a:rPr>
              <a:t>24</a:t>
            </a:fld>
            <a:r>
              <a:rPr lang="en-US" altLang="zh-CN" sz="1200" b="0">
                <a:solidFill>
                  <a:srgbClr val="4D4D4D"/>
                </a:solidFill>
                <a:latin typeface="Arial" panose="020B0604020202020204" pitchFamily="34" charset="0"/>
              </a:rPr>
              <a:t>-</a:t>
            </a:r>
          </a:p>
        </p:txBody>
      </p:sp>
      <p:sp>
        <p:nvSpPr>
          <p:cNvPr id="19459" name="Rectangle 2"/>
          <p:cNvSpPr>
            <a:spLocks noGrp="1" noChangeArrowheads="1"/>
          </p:cNvSpPr>
          <p:nvPr>
            <p:ph type="title"/>
          </p:nvPr>
        </p:nvSpPr>
        <p:spPr>
          <a:xfrm>
            <a:off x="911424" y="2420888"/>
            <a:ext cx="10063501" cy="647700"/>
          </a:xfrm>
        </p:spPr>
        <p:txBody>
          <a:bodyPr/>
          <a:lstStyle/>
          <a:p>
            <a:pPr eaLnBrk="1" hangingPunct="1"/>
            <a:r>
              <a:rPr lang="zh-CN" altLang="en-US" dirty="0"/>
              <a:t>问题</a:t>
            </a:r>
            <a:r>
              <a:rPr lang="en-US" altLang="zh-CN" dirty="0"/>
              <a:t>3</a:t>
            </a:r>
            <a:r>
              <a:rPr lang="zh-CN" altLang="en-US" dirty="0"/>
              <a:t>（选择题）：聚合和组合的核心区别是什么？</a:t>
            </a:r>
            <a:endParaRPr lang="en-US" altLang="zh-CN" dirty="0"/>
          </a:p>
        </p:txBody>
      </p:sp>
      <p:sp>
        <p:nvSpPr>
          <p:cNvPr id="2" name="内容占位符 1"/>
          <p:cNvSpPr>
            <a:spLocks noGrp="1"/>
          </p:cNvSpPr>
          <p:nvPr>
            <p:ph idx="1"/>
          </p:nvPr>
        </p:nvSpPr>
        <p:spPr>
          <a:xfrm>
            <a:off x="1127448" y="3248768"/>
            <a:ext cx="10872184" cy="3960863"/>
          </a:xfrm>
        </p:spPr>
        <p:txBody>
          <a:bodyPr/>
          <a:lstStyle/>
          <a:p>
            <a:pPr marL="0" indent="0">
              <a:buNone/>
            </a:pPr>
            <a:r>
              <a:rPr lang="en-US" altLang="zh-CN" dirty="0"/>
              <a:t>A. </a:t>
            </a:r>
            <a:r>
              <a:rPr lang="zh-CN" altLang="en-US" dirty="0"/>
              <a:t>组合是聚合的一种特殊形式</a:t>
            </a:r>
            <a:br>
              <a:rPr lang="zh-CN" altLang="en-US" dirty="0"/>
            </a:br>
            <a:r>
              <a:rPr lang="en-US" altLang="zh-CN" dirty="0"/>
              <a:t>B. </a:t>
            </a:r>
            <a:r>
              <a:rPr lang="zh-CN" altLang="en-US" dirty="0"/>
              <a:t>组合要求部分与整体同生共死，部分不能脱离整体</a:t>
            </a:r>
            <a:br>
              <a:rPr lang="zh-CN" altLang="en-US" dirty="0"/>
            </a:br>
            <a:r>
              <a:rPr lang="en-US" altLang="zh-CN" dirty="0"/>
              <a:t>C. </a:t>
            </a:r>
            <a:r>
              <a:rPr lang="zh-CN" altLang="en-US" dirty="0"/>
              <a:t>聚合用空心菱形，组合用实心菱形</a:t>
            </a:r>
            <a:br>
              <a:rPr lang="zh-CN" altLang="en-US" dirty="0"/>
            </a:br>
            <a:r>
              <a:rPr lang="en-US" altLang="zh-CN" dirty="0"/>
              <a:t>D. </a:t>
            </a:r>
            <a:r>
              <a:rPr lang="zh-CN" altLang="en-US" dirty="0"/>
              <a:t>以上全部正确</a:t>
            </a:r>
          </a:p>
        </p:txBody>
      </p:sp>
    </p:spTree>
  </p:cSld>
  <p:clrMapOvr>
    <a:masterClrMapping/>
  </p:clrMapOvr>
  <p:transition spd="slow">
    <p:comb/>
  </p:transition>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灯片编号占位符 5"/>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b="1">
                <a:solidFill>
                  <a:schemeClr val="tx1"/>
                </a:solidFill>
                <a:latin typeface="Tahoma" panose="020B0604030504040204" pitchFamily="34" charset="0"/>
                <a:ea typeface="宋体" panose="02010600030101010101" pitchFamily="2" charset="-122"/>
              </a:defRPr>
            </a:lvl1pPr>
            <a:lvl2pPr marL="742950" indent="-285750" eaLnBrk="0" hangingPunct="0">
              <a:defRPr kumimoji="1" sz="2400" b="1">
                <a:solidFill>
                  <a:schemeClr val="tx1"/>
                </a:solidFill>
                <a:latin typeface="Tahoma" panose="020B0604030504040204" pitchFamily="34" charset="0"/>
                <a:ea typeface="宋体" panose="02010600030101010101" pitchFamily="2" charset="-122"/>
              </a:defRPr>
            </a:lvl2pPr>
            <a:lvl3pPr marL="1143000" indent="-228600" eaLnBrk="0" hangingPunct="0">
              <a:defRPr kumimoji="1" sz="2400" b="1">
                <a:solidFill>
                  <a:schemeClr val="tx1"/>
                </a:solidFill>
                <a:latin typeface="Tahoma" panose="020B0604030504040204" pitchFamily="34" charset="0"/>
                <a:ea typeface="宋体" panose="02010600030101010101" pitchFamily="2" charset="-122"/>
              </a:defRPr>
            </a:lvl3pPr>
            <a:lvl4pPr marL="1600200" indent="-228600" eaLnBrk="0" hangingPunct="0">
              <a:defRPr kumimoji="1" sz="2400" b="1">
                <a:solidFill>
                  <a:schemeClr val="tx1"/>
                </a:solidFill>
                <a:latin typeface="Tahoma" panose="020B0604030504040204" pitchFamily="34" charset="0"/>
                <a:ea typeface="宋体" panose="02010600030101010101" pitchFamily="2" charset="-122"/>
              </a:defRPr>
            </a:lvl4pPr>
            <a:lvl5pPr marL="2057400" indent="-228600" eaLnBrk="0" hangingPunct="0">
              <a:defRPr kumimoji="1" sz="2400" b="1">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9pPr>
          </a:lstStyle>
          <a:p>
            <a:pPr eaLnBrk="1" hangingPunct="1"/>
            <a:r>
              <a:rPr lang="en-US" altLang="zh-CN" sz="1200" b="0">
                <a:solidFill>
                  <a:srgbClr val="4D4D4D"/>
                </a:solidFill>
                <a:latin typeface="Arial" panose="020B0604020202020204" pitchFamily="34" charset="0"/>
              </a:rPr>
              <a:t>-</a:t>
            </a:r>
            <a:fld id="{048E1B0A-669A-4EA5-B7CC-917843561354}" type="slidenum">
              <a:rPr lang="en-US" altLang="zh-CN" sz="1200" b="0">
                <a:solidFill>
                  <a:srgbClr val="4D4D4D"/>
                </a:solidFill>
                <a:latin typeface="Arial" panose="020B0604020202020204" pitchFamily="34" charset="0"/>
              </a:rPr>
              <a:t>25</a:t>
            </a:fld>
            <a:r>
              <a:rPr lang="en-US" altLang="zh-CN" sz="1200" b="0">
                <a:solidFill>
                  <a:srgbClr val="4D4D4D"/>
                </a:solidFill>
                <a:latin typeface="Arial" panose="020B0604020202020204" pitchFamily="34" charset="0"/>
              </a:rPr>
              <a:t>-</a:t>
            </a:r>
          </a:p>
        </p:txBody>
      </p:sp>
      <p:sp>
        <p:nvSpPr>
          <p:cNvPr id="19459" name="Rectangle 2"/>
          <p:cNvSpPr>
            <a:spLocks noGrp="1" noChangeArrowheads="1"/>
          </p:cNvSpPr>
          <p:nvPr>
            <p:ph type="title"/>
          </p:nvPr>
        </p:nvSpPr>
        <p:spPr>
          <a:xfrm>
            <a:off x="911424" y="2420888"/>
            <a:ext cx="10063501" cy="647700"/>
          </a:xfrm>
        </p:spPr>
        <p:txBody>
          <a:bodyPr/>
          <a:lstStyle/>
          <a:p>
            <a:pPr eaLnBrk="1" hangingPunct="1"/>
            <a:r>
              <a:rPr lang="zh-CN" altLang="en-US" dirty="0"/>
              <a:t>问题</a:t>
            </a:r>
            <a:r>
              <a:rPr lang="en-US" altLang="zh-CN" dirty="0"/>
              <a:t>3</a:t>
            </a:r>
            <a:r>
              <a:rPr lang="zh-CN" altLang="en-US" dirty="0"/>
              <a:t>（选择题）：聚合和组合的核心区别是什么？</a:t>
            </a:r>
            <a:endParaRPr lang="en-US" altLang="zh-CN" dirty="0"/>
          </a:p>
        </p:txBody>
      </p:sp>
      <p:sp>
        <p:nvSpPr>
          <p:cNvPr id="2" name="内容占位符 1"/>
          <p:cNvSpPr>
            <a:spLocks noGrp="1"/>
          </p:cNvSpPr>
          <p:nvPr>
            <p:ph idx="1"/>
          </p:nvPr>
        </p:nvSpPr>
        <p:spPr>
          <a:xfrm>
            <a:off x="1127448" y="3248768"/>
            <a:ext cx="10872184" cy="3960863"/>
          </a:xfrm>
        </p:spPr>
        <p:txBody>
          <a:bodyPr/>
          <a:lstStyle/>
          <a:p>
            <a:pPr marL="0" indent="0">
              <a:buNone/>
            </a:pPr>
            <a:r>
              <a:rPr lang="en-US" altLang="zh-CN" dirty="0"/>
              <a:t>A. </a:t>
            </a:r>
            <a:r>
              <a:rPr lang="zh-CN" altLang="en-US" dirty="0"/>
              <a:t>组合是聚合的一种特殊形式</a:t>
            </a:r>
            <a:br>
              <a:rPr lang="zh-CN" altLang="en-US" dirty="0"/>
            </a:br>
            <a:r>
              <a:rPr lang="en-US" altLang="zh-CN" dirty="0"/>
              <a:t>B. </a:t>
            </a:r>
            <a:r>
              <a:rPr lang="zh-CN" altLang="en-US" dirty="0"/>
              <a:t>组合要求部分与整体同生共死，部分不能脱离整体</a:t>
            </a:r>
            <a:br>
              <a:rPr lang="zh-CN" altLang="en-US" dirty="0"/>
            </a:br>
            <a:r>
              <a:rPr lang="en-US" altLang="zh-CN" dirty="0"/>
              <a:t>C. </a:t>
            </a:r>
            <a:r>
              <a:rPr lang="zh-CN" altLang="en-US" dirty="0"/>
              <a:t>聚合用空心菱形，组合用实心菱形</a:t>
            </a:r>
            <a:br>
              <a:rPr lang="zh-CN" altLang="en-US" dirty="0"/>
            </a:br>
            <a:r>
              <a:rPr lang="en-US" altLang="zh-CN" dirty="0">
                <a:solidFill>
                  <a:srgbClr val="FF0000"/>
                </a:solidFill>
              </a:rPr>
              <a:t>D. </a:t>
            </a:r>
            <a:r>
              <a:rPr lang="zh-CN" altLang="en-US" dirty="0">
                <a:solidFill>
                  <a:srgbClr val="FF0000"/>
                </a:solidFill>
              </a:rPr>
              <a:t>以上全部正确</a:t>
            </a:r>
          </a:p>
        </p:txBody>
      </p:sp>
    </p:spTree>
  </p:cSld>
  <p:clrMapOvr>
    <a:masterClrMapping/>
  </p:clrMapOvr>
  <p:transition spd="slow">
    <p:comb/>
  </p:transition>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1778" name="Rectangle 2"/>
          <p:cNvSpPr>
            <a:spLocks noGrp="1" noChangeArrowheads="1"/>
          </p:cNvSpPr>
          <p:nvPr>
            <p:ph type="ctrTitle"/>
          </p:nvPr>
        </p:nvSpPr>
        <p:spPr/>
        <p:txBody>
          <a:bodyPr/>
          <a:lstStyle/>
          <a:p>
            <a:pPr eaLnBrk="1" hangingPunct="1">
              <a:defRPr/>
            </a:pPr>
            <a:r>
              <a:rPr lang="zh-CN" altLang="en-US" dirty="0">
                <a:latin typeface="华文楷体" panose="02010600040101010101" pitchFamily="2" charset="-122"/>
                <a:ea typeface="华文楷体" panose="02010600040101010101" pitchFamily="2" charset="-122"/>
              </a:rPr>
              <a:t>第</a:t>
            </a:r>
            <a:r>
              <a:rPr lang="en-US" altLang="zh-CN" dirty="0">
                <a:latin typeface="华文楷体" panose="02010600040101010101" pitchFamily="2" charset="-122"/>
                <a:ea typeface="华文楷体" panose="02010600040101010101" pitchFamily="2" charset="-122"/>
              </a:rPr>
              <a:t>04</a:t>
            </a:r>
            <a:r>
              <a:rPr lang="zh-CN" altLang="en-US" dirty="0">
                <a:latin typeface="华文楷体" panose="02010600040101010101" pitchFamily="2" charset="-122"/>
                <a:ea typeface="华文楷体" panose="02010600040101010101" pitchFamily="2" charset="-122"/>
              </a:rPr>
              <a:t>章状态图</a:t>
            </a:r>
            <a:r>
              <a:rPr lang="en-US" altLang="zh-CN" dirty="0">
                <a:latin typeface="华文楷体" panose="02010600040101010101" pitchFamily="2" charset="-122"/>
                <a:ea typeface="华文楷体" panose="02010600040101010101" pitchFamily="2" charset="-122"/>
              </a:rPr>
              <a:t>——</a:t>
            </a:r>
            <a:r>
              <a:rPr lang="zh-CN" altLang="en-US" dirty="0">
                <a:latin typeface="华文楷体" panose="02010600040101010101" pitchFamily="2" charset="-122"/>
                <a:ea typeface="华文楷体" panose="02010600040101010101" pitchFamily="2" charset="-122"/>
              </a:rPr>
              <a:t>对象行为建模</a:t>
            </a:r>
          </a:p>
        </p:txBody>
      </p:sp>
      <p:sp>
        <p:nvSpPr>
          <p:cNvPr id="9219" name="Rectangle 3"/>
          <p:cNvSpPr>
            <a:spLocks noGrp="1" noChangeArrowheads="1"/>
          </p:cNvSpPr>
          <p:nvPr>
            <p:ph type="subTitle" idx="1"/>
          </p:nvPr>
        </p:nvSpPr>
        <p:spPr>
          <a:xfrm>
            <a:off x="1524000" y="3860800"/>
            <a:ext cx="9144000" cy="1752600"/>
          </a:xfrm>
        </p:spPr>
        <p:txBody>
          <a:bodyPr/>
          <a:lstStyle/>
          <a:p>
            <a:pPr eaLnBrk="1" hangingPunct="1"/>
            <a:r>
              <a:rPr lang="en-US" altLang="zh-CN" i="1" dirty="0">
                <a:solidFill>
                  <a:srgbClr val="003399"/>
                </a:solidFill>
              </a:rPr>
              <a:t>State Machine Diagram - Object Behavior Modeling</a:t>
            </a:r>
            <a:endParaRPr lang="zh-CN" altLang="en-US" i="1" dirty="0">
              <a:solidFill>
                <a:srgbClr val="003399"/>
              </a:solidFill>
            </a:endParaRPr>
          </a:p>
        </p:txBody>
      </p:sp>
    </p:spTree>
  </p:cSld>
  <p:clrMapOvr>
    <a:masterClrMapping/>
  </p:clrMapOvr>
  <p:transition spd="slow">
    <p:comb/>
  </p:transition>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5234" name="灯片编号占位符 5"/>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b="1">
                <a:solidFill>
                  <a:schemeClr val="tx1"/>
                </a:solidFill>
                <a:latin typeface="Tahoma" panose="020B0604030504040204" pitchFamily="34" charset="0"/>
                <a:ea typeface="宋体" panose="02010600030101010101" pitchFamily="2" charset="-122"/>
              </a:defRPr>
            </a:lvl1pPr>
            <a:lvl2pPr marL="742950" indent="-285750" eaLnBrk="0" hangingPunct="0">
              <a:defRPr kumimoji="1" sz="2400" b="1">
                <a:solidFill>
                  <a:schemeClr val="tx1"/>
                </a:solidFill>
                <a:latin typeface="Tahoma" panose="020B0604030504040204" pitchFamily="34" charset="0"/>
                <a:ea typeface="宋体" panose="02010600030101010101" pitchFamily="2" charset="-122"/>
              </a:defRPr>
            </a:lvl2pPr>
            <a:lvl3pPr marL="1143000" indent="-228600" eaLnBrk="0" hangingPunct="0">
              <a:defRPr kumimoji="1" sz="2400" b="1">
                <a:solidFill>
                  <a:schemeClr val="tx1"/>
                </a:solidFill>
                <a:latin typeface="Tahoma" panose="020B0604030504040204" pitchFamily="34" charset="0"/>
                <a:ea typeface="宋体" panose="02010600030101010101" pitchFamily="2" charset="-122"/>
              </a:defRPr>
            </a:lvl3pPr>
            <a:lvl4pPr marL="1600200" indent="-228600" eaLnBrk="0" hangingPunct="0">
              <a:defRPr kumimoji="1" sz="2400" b="1">
                <a:solidFill>
                  <a:schemeClr val="tx1"/>
                </a:solidFill>
                <a:latin typeface="Tahoma" panose="020B0604030504040204" pitchFamily="34" charset="0"/>
                <a:ea typeface="宋体" panose="02010600030101010101" pitchFamily="2" charset="-122"/>
              </a:defRPr>
            </a:lvl4pPr>
            <a:lvl5pPr marL="2057400" indent="-228600" eaLnBrk="0" hangingPunct="0">
              <a:defRPr kumimoji="1" sz="2400" b="1">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9pPr>
          </a:lstStyle>
          <a:p>
            <a:pPr eaLnBrk="1" hangingPunct="1"/>
            <a:r>
              <a:rPr lang="en-US" altLang="zh-CN" sz="1200" b="0">
                <a:solidFill>
                  <a:srgbClr val="4D4D4D"/>
                </a:solidFill>
                <a:latin typeface="Arial" panose="020B0604020202020204" pitchFamily="34" charset="0"/>
              </a:rPr>
              <a:t>-</a:t>
            </a:r>
            <a:fld id="{B09709C7-09BE-47C3-84DA-FD0C7846CB96}" type="slidenum">
              <a:rPr lang="en-US" altLang="zh-CN" sz="1200" b="0">
                <a:solidFill>
                  <a:srgbClr val="4D4D4D"/>
                </a:solidFill>
                <a:latin typeface="Arial" panose="020B0604020202020204" pitchFamily="34" charset="0"/>
              </a:rPr>
              <a:t>27</a:t>
            </a:fld>
            <a:r>
              <a:rPr lang="en-US" altLang="zh-CN" sz="1200" b="0">
                <a:solidFill>
                  <a:srgbClr val="4D4D4D"/>
                </a:solidFill>
                <a:latin typeface="Arial" panose="020B0604020202020204" pitchFamily="34" charset="0"/>
              </a:rPr>
              <a:t>-</a:t>
            </a:r>
          </a:p>
        </p:txBody>
      </p:sp>
      <p:sp>
        <p:nvSpPr>
          <p:cNvPr id="95235" name="Rectangle 2"/>
          <p:cNvSpPr>
            <a:spLocks noGrp="1" noChangeArrowheads="1"/>
          </p:cNvSpPr>
          <p:nvPr>
            <p:ph type="title"/>
          </p:nvPr>
        </p:nvSpPr>
        <p:spPr/>
        <p:txBody>
          <a:bodyPr/>
          <a:lstStyle/>
          <a:p>
            <a:pPr eaLnBrk="1" hangingPunct="1"/>
            <a:r>
              <a:rPr lang="zh-CN" altLang="en-US" dirty="0"/>
              <a:t>状态图的核心概念</a:t>
            </a:r>
          </a:p>
        </p:txBody>
      </p:sp>
      <p:sp>
        <p:nvSpPr>
          <p:cNvPr id="95236" name="Rectangle 3"/>
          <p:cNvSpPr>
            <a:spLocks noGrp="1" noChangeArrowheads="1"/>
          </p:cNvSpPr>
          <p:nvPr>
            <p:ph type="body" idx="1"/>
          </p:nvPr>
        </p:nvSpPr>
        <p:spPr/>
        <p:txBody>
          <a:bodyPr/>
          <a:lstStyle/>
          <a:p>
            <a:pPr eaLnBrk="1" hangingPunct="1">
              <a:lnSpc>
                <a:spcPct val="80000"/>
              </a:lnSpc>
              <a:defRPr/>
            </a:pPr>
            <a:r>
              <a:rPr lang="zh-CN" altLang="en-US" sz="2800" dirty="0"/>
              <a:t>状态机图</a:t>
            </a:r>
            <a:r>
              <a:rPr lang="en-US" altLang="zh-CN" sz="2800" dirty="0"/>
              <a:t>(State Machine Diagram)</a:t>
            </a:r>
            <a:r>
              <a:rPr lang="zh-CN" altLang="en-US" sz="2800" dirty="0"/>
              <a:t>是描述一个特定对象在整个生命周期内，在外部事件的作用下，响应事件所经历的状态变化序列的模型图。</a:t>
            </a:r>
            <a:endParaRPr lang="en-US" altLang="zh-CN" sz="2800" dirty="0"/>
          </a:p>
          <a:p>
            <a:pPr lvl="1" eaLnBrk="1" hangingPunct="1">
              <a:lnSpc>
                <a:spcPct val="80000"/>
              </a:lnSpc>
              <a:defRPr/>
            </a:pPr>
            <a:r>
              <a:rPr lang="zh-CN" altLang="en-US" dirty="0">
                <a:cs typeface="+mn-cs"/>
              </a:rPr>
              <a:t>在</a:t>
            </a:r>
            <a:r>
              <a:rPr lang="en-US" altLang="zh-CN" dirty="0">
                <a:cs typeface="+mn-cs"/>
              </a:rPr>
              <a:t>UML1.x</a:t>
            </a:r>
            <a:r>
              <a:rPr lang="zh-CN" altLang="en-US" dirty="0">
                <a:cs typeface="+mn-cs"/>
              </a:rPr>
              <a:t>里称为状态图</a:t>
            </a:r>
            <a:r>
              <a:rPr lang="en-US" altLang="zh-CN" dirty="0">
                <a:cs typeface="+mn-cs"/>
              </a:rPr>
              <a:t>(</a:t>
            </a:r>
            <a:r>
              <a:rPr lang="en-US" altLang="zh-CN" dirty="0" err="1">
                <a:cs typeface="+mn-cs"/>
              </a:rPr>
              <a:t>Statechart</a:t>
            </a:r>
            <a:r>
              <a:rPr lang="en-US" altLang="zh-CN" dirty="0">
                <a:cs typeface="+mn-cs"/>
              </a:rPr>
              <a:t> Diagram)</a:t>
            </a:r>
            <a:endParaRPr lang="zh-CN" altLang="en-US" dirty="0">
              <a:cs typeface="+mn-cs"/>
            </a:endParaRPr>
          </a:p>
          <a:p>
            <a:pPr lvl="1" eaLnBrk="1" hangingPunct="1">
              <a:lnSpc>
                <a:spcPct val="80000"/>
              </a:lnSpc>
              <a:defRPr/>
            </a:pPr>
            <a:r>
              <a:rPr lang="zh-CN" altLang="en-US" dirty="0">
                <a:cs typeface="+mn-cs"/>
              </a:rPr>
              <a:t>利用状态和事件描述对象本身的行为</a:t>
            </a:r>
          </a:p>
          <a:p>
            <a:pPr eaLnBrk="1" hangingPunct="1">
              <a:lnSpc>
                <a:spcPct val="80000"/>
              </a:lnSpc>
              <a:defRPr/>
            </a:pPr>
            <a:r>
              <a:rPr lang="zh-CN" altLang="en-US" sz="2800" dirty="0"/>
              <a:t>主要概念</a:t>
            </a:r>
          </a:p>
          <a:p>
            <a:pPr lvl="1" eaLnBrk="1" hangingPunct="1">
              <a:lnSpc>
                <a:spcPct val="80000"/>
              </a:lnSpc>
              <a:defRPr/>
            </a:pPr>
            <a:r>
              <a:rPr lang="zh-CN" altLang="en-US" dirty="0">
                <a:cs typeface="+mn-cs"/>
              </a:rPr>
              <a:t>状态、初态、终态、复合状态</a:t>
            </a:r>
          </a:p>
          <a:p>
            <a:pPr lvl="1" eaLnBrk="1" hangingPunct="1">
              <a:lnSpc>
                <a:spcPct val="80000"/>
              </a:lnSpc>
              <a:defRPr/>
            </a:pPr>
            <a:r>
              <a:rPr lang="zh-CN" altLang="en-US" dirty="0">
                <a:cs typeface="+mn-cs"/>
              </a:rPr>
              <a:t>事件、转移、动作</a:t>
            </a:r>
          </a:p>
          <a:p>
            <a:pPr lvl="1" eaLnBrk="1" hangingPunct="1">
              <a:lnSpc>
                <a:spcPct val="80000"/>
              </a:lnSpc>
              <a:defRPr/>
            </a:pPr>
            <a:r>
              <a:rPr lang="zh-CN" altLang="en-US" dirty="0">
                <a:cs typeface="+mn-cs"/>
              </a:rPr>
              <a:t>并发 </a:t>
            </a:r>
          </a:p>
          <a:p>
            <a:pPr eaLnBrk="1" hangingPunct="1">
              <a:lnSpc>
                <a:spcPct val="80000"/>
              </a:lnSpc>
              <a:defRPr/>
            </a:pPr>
            <a:r>
              <a:rPr lang="zh-CN" altLang="en-US" sz="2800" dirty="0"/>
              <a:t>推荐使用场合</a:t>
            </a:r>
          </a:p>
          <a:p>
            <a:pPr lvl="1" eaLnBrk="1" hangingPunct="1">
              <a:lnSpc>
                <a:spcPct val="80000"/>
              </a:lnSpc>
              <a:defRPr/>
            </a:pPr>
            <a:r>
              <a:rPr lang="zh-CN" altLang="en-US" dirty="0">
                <a:cs typeface="+mn-cs"/>
              </a:rPr>
              <a:t>类设计</a:t>
            </a:r>
            <a:endParaRPr lang="en-US" altLang="zh-CN" dirty="0">
              <a:cs typeface="+mn-cs"/>
            </a:endParaRPr>
          </a:p>
        </p:txBody>
      </p:sp>
    </p:spTree>
  </p:cSld>
  <p:clrMapOvr>
    <a:masterClrMapping/>
  </p:clrMapOvr>
  <p:transition spd="slow">
    <p:comb/>
  </p:transition>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状态的核心概念</a:t>
            </a:r>
          </a:p>
        </p:txBody>
      </p:sp>
      <p:sp>
        <p:nvSpPr>
          <p:cNvPr id="3" name="内容占位符 2"/>
          <p:cNvSpPr>
            <a:spLocks noGrp="1"/>
          </p:cNvSpPr>
          <p:nvPr>
            <p:ph idx="1"/>
          </p:nvPr>
        </p:nvSpPr>
        <p:spPr>
          <a:xfrm>
            <a:off x="0" y="981076"/>
            <a:ext cx="12192000" cy="5876924"/>
          </a:xfrm>
        </p:spPr>
        <p:txBody>
          <a:bodyPr/>
          <a:lstStyle/>
          <a:p>
            <a:pPr eaLnBrk="1" hangingPunct="1">
              <a:lnSpc>
                <a:spcPct val="80000"/>
              </a:lnSpc>
              <a:defRPr/>
            </a:pPr>
            <a:r>
              <a:rPr lang="zh-CN" altLang="zh-CN" sz="2800" dirty="0"/>
              <a:t>状态（</a:t>
            </a:r>
            <a:r>
              <a:rPr lang="en-US" altLang="zh-CN" sz="2800" dirty="0"/>
              <a:t>state</a:t>
            </a:r>
            <a:r>
              <a:rPr lang="zh-CN" altLang="zh-CN" sz="2800" dirty="0"/>
              <a:t>）</a:t>
            </a:r>
            <a:r>
              <a:rPr lang="zh-CN" altLang="en-US" sz="2800" dirty="0"/>
              <a:t>是指在对象的生命周期中满足某些条件、执行某些活动或等待某些事件时的一个状况。</a:t>
            </a:r>
            <a:endParaRPr lang="en-US" altLang="zh-CN" sz="2400" dirty="0"/>
          </a:p>
          <a:p>
            <a:pPr eaLnBrk="1" hangingPunct="1">
              <a:lnSpc>
                <a:spcPct val="80000"/>
              </a:lnSpc>
              <a:defRPr/>
            </a:pPr>
            <a:r>
              <a:rPr lang="zh-CN" altLang="zh-CN" sz="2800" dirty="0"/>
              <a:t>复杂状态</a:t>
            </a:r>
            <a:r>
              <a:rPr lang="zh-CN" altLang="en-US" sz="2800" dirty="0"/>
              <a:t>的</a:t>
            </a:r>
            <a:r>
              <a:rPr lang="zh-CN" altLang="zh-CN" sz="2800" dirty="0"/>
              <a:t>内部结构</a:t>
            </a:r>
            <a:endParaRPr lang="en-US" altLang="zh-CN" sz="2800" dirty="0"/>
          </a:p>
          <a:p>
            <a:pPr lvl="1" eaLnBrk="1" hangingPunct="1">
              <a:lnSpc>
                <a:spcPct val="80000"/>
              </a:lnSpc>
              <a:defRPr/>
            </a:pPr>
            <a:r>
              <a:rPr lang="zh-CN" altLang="en-US" sz="2400" dirty="0">
                <a:cs typeface="+mn-cs"/>
              </a:rPr>
              <a:t>入口动作、出口动作</a:t>
            </a:r>
            <a:endParaRPr lang="en-US" altLang="zh-CN" sz="2400" dirty="0">
              <a:cs typeface="+mn-cs"/>
            </a:endParaRPr>
          </a:p>
          <a:p>
            <a:pPr lvl="1" eaLnBrk="1" hangingPunct="1">
              <a:lnSpc>
                <a:spcPct val="80000"/>
              </a:lnSpc>
              <a:defRPr/>
            </a:pPr>
            <a:r>
              <a:rPr lang="zh-CN" altLang="en-US" sz="2400" dirty="0">
                <a:cs typeface="+mn-cs"/>
              </a:rPr>
              <a:t>状态活动、内部转移</a:t>
            </a:r>
            <a:endParaRPr lang="en-US" altLang="zh-CN" sz="2400" dirty="0">
              <a:cs typeface="+mn-cs"/>
            </a:endParaRPr>
          </a:p>
          <a:p>
            <a:pPr lvl="1" eaLnBrk="1" hangingPunct="1">
              <a:lnSpc>
                <a:spcPct val="80000"/>
              </a:lnSpc>
              <a:defRPr/>
            </a:pPr>
            <a:r>
              <a:rPr lang="zh-CN" altLang="en-US" sz="2400" dirty="0">
                <a:cs typeface="+mn-cs"/>
              </a:rPr>
              <a:t>延迟事件</a:t>
            </a:r>
            <a:endParaRPr lang="en-US" altLang="zh-CN" sz="2400" dirty="0">
              <a:cs typeface="+mn-cs"/>
            </a:endParaRPr>
          </a:p>
          <a:p>
            <a:pPr lvl="1" eaLnBrk="1" hangingPunct="1">
              <a:lnSpc>
                <a:spcPct val="80000"/>
              </a:lnSpc>
              <a:defRPr/>
            </a:pPr>
            <a:r>
              <a:rPr lang="zh-CN" altLang="en-US" sz="2400" dirty="0">
                <a:cs typeface="+mn-cs"/>
              </a:rPr>
              <a:t>子状态机</a:t>
            </a:r>
            <a:endParaRPr lang="en-US" altLang="zh-CN" sz="2400" dirty="0">
              <a:cs typeface="+mn-cs"/>
            </a:endParaRPr>
          </a:p>
          <a:p>
            <a:pPr eaLnBrk="1" hangingPunct="1"/>
            <a:r>
              <a:rPr lang="zh-CN" altLang="en-US" sz="2800" dirty="0"/>
              <a:t>转移（</a:t>
            </a:r>
            <a:r>
              <a:rPr lang="en-US" altLang="zh-CN" sz="2800" dirty="0"/>
              <a:t>transition</a:t>
            </a:r>
            <a:r>
              <a:rPr lang="zh-CN" altLang="en-US" sz="2800" dirty="0"/>
              <a:t>）是从一个源状态到一个目标状态之间的一个有向关系，包括三个要素</a:t>
            </a:r>
            <a:endParaRPr lang="en-US" altLang="zh-CN" sz="2800" dirty="0"/>
          </a:p>
          <a:p>
            <a:pPr lvl="1" eaLnBrk="1" hangingPunct="1"/>
            <a:r>
              <a:rPr lang="zh-CN" altLang="en-US" sz="2400" dirty="0"/>
              <a:t>事件</a:t>
            </a:r>
            <a:r>
              <a:rPr lang="en-US" altLang="zh-CN" sz="2400" dirty="0"/>
              <a:t>(event)</a:t>
            </a:r>
            <a:r>
              <a:rPr lang="zh-CN" altLang="en-US" sz="2400" dirty="0"/>
              <a:t>：事件发生时转移才有可能发生</a:t>
            </a:r>
            <a:endParaRPr lang="en-US" altLang="zh-CN" sz="2400" dirty="0"/>
          </a:p>
          <a:p>
            <a:pPr lvl="1" eaLnBrk="1" hangingPunct="1"/>
            <a:r>
              <a:rPr lang="zh-CN" altLang="en-US" sz="2400" dirty="0"/>
              <a:t>守卫条件</a:t>
            </a:r>
            <a:r>
              <a:rPr lang="en-US" altLang="zh-CN" sz="2400" dirty="0"/>
              <a:t>(guard condition)</a:t>
            </a:r>
            <a:r>
              <a:rPr lang="zh-CN" altLang="en-US" sz="2400" dirty="0"/>
              <a:t>：当事件发生时，守卫条件为真，则发生转移；否则忽略该事件</a:t>
            </a:r>
            <a:endParaRPr lang="en-US" altLang="zh-CN" sz="2400" dirty="0"/>
          </a:p>
          <a:p>
            <a:pPr lvl="1" eaLnBrk="1" hangingPunct="1"/>
            <a:r>
              <a:rPr lang="zh-CN" altLang="en-US" sz="2400" dirty="0"/>
              <a:t>动作</a:t>
            </a:r>
            <a:r>
              <a:rPr lang="en-US" altLang="zh-CN" sz="2400" dirty="0"/>
              <a:t>(action)</a:t>
            </a:r>
            <a:r>
              <a:rPr lang="zh-CN" altLang="en-US" sz="2400" dirty="0"/>
              <a:t>：当转移发生时所执行的动作，该动作应当是原子操作。</a:t>
            </a:r>
          </a:p>
          <a:p>
            <a:pPr lvl="1" eaLnBrk="1" hangingPunct="1">
              <a:lnSpc>
                <a:spcPct val="80000"/>
              </a:lnSpc>
              <a:defRPr/>
            </a:pPr>
            <a:endParaRPr lang="en-US" altLang="zh-CN" dirty="0">
              <a:cs typeface="+mn-cs"/>
            </a:endParaRPr>
          </a:p>
          <a:p>
            <a:pPr lvl="1"/>
            <a:endParaRPr lang="zh-CN" altLang="en-US" dirty="0"/>
          </a:p>
        </p:txBody>
      </p:sp>
      <p:sp>
        <p:nvSpPr>
          <p:cNvPr id="4" name="灯片编号占位符 3"/>
          <p:cNvSpPr>
            <a:spLocks noGrp="1"/>
          </p:cNvSpPr>
          <p:nvPr>
            <p:ph type="sldNum" sz="quarter" idx="12"/>
          </p:nvPr>
        </p:nvSpPr>
        <p:spPr/>
        <p:txBody>
          <a:bodyPr/>
          <a:lstStyle/>
          <a:p>
            <a:pPr>
              <a:defRPr/>
            </a:pPr>
            <a:r>
              <a:rPr lang="en-US" altLang="zh-CN"/>
              <a:t>-</a:t>
            </a:r>
            <a:fld id="{53C4D235-B6A1-4189-901C-910D98ABD89C}" type="slidenum">
              <a:rPr lang="en-US" altLang="zh-CN" smtClean="0"/>
              <a:t>28</a:t>
            </a:fld>
            <a:r>
              <a:rPr lang="en-US" altLang="zh-CN"/>
              <a:t>-</a:t>
            </a:r>
          </a:p>
        </p:txBody>
      </p:sp>
    </p:spTree>
  </p:cSld>
  <p:clrMapOvr>
    <a:masterClrMapping/>
  </p:clrMapOvr>
  <p:transition spd="slow">
    <p:comb/>
  </p:transition>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42" name="灯片编号占位符 5"/>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b="1">
                <a:solidFill>
                  <a:schemeClr val="tx1"/>
                </a:solidFill>
                <a:latin typeface="Tahoma" panose="020B0604030504040204" pitchFamily="34" charset="0"/>
                <a:ea typeface="宋体" panose="02010600030101010101" pitchFamily="2" charset="-122"/>
              </a:defRPr>
            </a:lvl1pPr>
            <a:lvl2pPr marL="742950" indent="-285750" eaLnBrk="0" hangingPunct="0">
              <a:defRPr kumimoji="1" sz="2400" b="1">
                <a:solidFill>
                  <a:schemeClr val="tx1"/>
                </a:solidFill>
                <a:latin typeface="Tahoma" panose="020B0604030504040204" pitchFamily="34" charset="0"/>
                <a:ea typeface="宋体" panose="02010600030101010101" pitchFamily="2" charset="-122"/>
              </a:defRPr>
            </a:lvl2pPr>
            <a:lvl3pPr marL="1143000" indent="-228600" eaLnBrk="0" hangingPunct="0">
              <a:defRPr kumimoji="1" sz="2400" b="1">
                <a:solidFill>
                  <a:schemeClr val="tx1"/>
                </a:solidFill>
                <a:latin typeface="Tahoma" panose="020B0604030504040204" pitchFamily="34" charset="0"/>
                <a:ea typeface="宋体" panose="02010600030101010101" pitchFamily="2" charset="-122"/>
              </a:defRPr>
            </a:lvl3pPr>
            <a:lvl4pPr marL="1600200" indent="-228600" eaLnBrk="0" hangingPunct="0">
              <a:defRPr kumimoji="1" sz="2400" b="1">
                <a:solidFill>
                  <a:schemeClr val="tx1"/>
                </a:solidFill>
                <a:latin typeface="Tahoma" panose="020B0604030504040204" pitchFamily="34" charset="0"/>
                <a:ea typeface="宋体" panose="02010600030101010101" pitchFamily="2" charset="-122"/>
              </a:defRPr>
            </a:lvl4pPr>
            <a:lvl5pPr marL="2057400" indent="-228600" eaLnBrk="0" hangingPunct="0">
              <a:defRPr kumimoji="1" sz="2400" b="1">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9pPr>
          </a:lstStyle>
          <a:p>
            <a:pPr eaLnBrk="1" hangingPunct="1"/>
            <a:r>
              <a:rPr lang="en-US" altLang="zh-CN" sz="1200" b="0">
                <a:solidFill>
                  <a:srgbClr val="4D4D4D"/>
                </a:solidFill>
                <a:latin typeface="Arial" panose="020B0604020202020204" pitchFamily="34" charset="0"/>
              </a:rPr>
              <a:t>-</a:t>
            </a:r>
            <a:fld id="{F7E090A2-B0BC-4FDA-8A27-EF7246CCAD00}" type="slidenum">
              <a:rPr lang="en-US" altLang="zh-CN" sz="1200" b="0">
                <a:solidFill>
                  <a:srgbClr val="4D4D4D"/>
                </a:solidFill>
                <a:latin typeface="Arial" panose="020B0604020202020204" pitchFamily="34" charset="0"/>
              </a:rPr>
              <a:t>29</a:t>
            </a:fld>
            <a:r>
              <a:rPr lang="en-US" altLang="zh-CN" sz="1200" b="0">
                <a:solidFill>
                  <a:srgbClr val="4D4D4D"/>
                </a:solidFill>
                <a:latin typeface="Arial" panose="020B0604020202020204" pitchFamily="34" charset="0"/>
              </a:rPr>
              <a:t>-</a:t>
            </a:r>
          </a:p>
        </p:txBody>
      </p:sp>
      <p:sp>
        <p:nvSpPr>
          <p:cNvPr id="112643" name="Rectangle 2"/>
          <p:cNvSpPr>
            <a:spLocks noGrp="1" noChangeArrowheads="1"/>
          </p:cNvSpPr>
          <p:nvPr>
            <p:ph type="title"/>
          </p:nvPr>
        </p:nvSpPr>
        <p:spPr/>
        <p:txBody>
          <a:bodyPr/>
          <a:lstStyle/>
          <a:p>
            <a:pPr eaLnBrk="1" hangingPunct="1"/>
            <a:r>
              <a:rPr lang="zh-CN" altLang="en-US" dirty="0"/>
              <a:t>状态图元语详解</a:t>
            </a:r>
          </a:p>
        </p:txBody>
      </p:sp>
      <p:pic>
        <p:nvPicPr>
          <p:cNvPr id="112645" name="Picture 1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443164" y="1766889"/>
            <a:ext cx="7304087" cy="3324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spd="slow">
    <p:comb/>
  </p:transition>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灯片编号占位符 5"/>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b="1">
                <a:solidFill>
                  <a:schemeClr val="tx1"/>
                </a:solidFill>
                <a:latin typeface="Tahoma" panose="020B0604030504040204" pitchFamily="34" charset="0"/>
                <a:ea typeface="宋体" panose="02010600030101010101" pitchFamily="2" charset="-122"/>
              </a:defRPr>
            </a:lvl1pPr>
            <a:lvl2pPr marL="742950" indent="-285750" eaLnBrk="0" hangingPunct="0">
              <a:defRPr kumimoji="1" sz="2400" b="1">
                <a:solidFill>
                  <a:schemeClr val="tx1"/>
                </a:solidFill>
                <a:latin typeface="Tahoma" panose="020B0604030504040204" pitchFamily="34" charset="0"/>
                <a:ea typeface="宋体" panose="02010600030101010101" pitchFamily="2" charset="-122"/>
              </a:defRPr>
            </a:lvl2pPr>
            <a:lvl3pPr marL="1143000" indent="-228600" eaLnBrk="0" hangingPunct="0">
              <a:defRPr kumimoji="1" sz="2400" b="1">
                <a:solidFill>
                  <a:schemeClr val="tx1"/>
                </a:solidFill>
                <a:latin typeface="Tahoma" panose="020B0604030504040204" pitchFamily="34" charset="0"/>
                <a:ea typeface="宋体" panose="02010600030101010101" pitchFamily="2" charset="-122"/>
              </a:defRPr>
            </a:lvl3pPr>
            <a:lvl4pPr marL="1600200" indent="-228600" eaLnBrk="0" hangingPunct="0">
              <a:defRPr kumimoji="1" sz="2400" b="1">
                <a:solidFill>
                  <a:schemeClr val="tx1"/>
                </a:solidFill>
                <a:latin typeface="Tahoma" panose="020B0604030504040204" pitchFamily="34" charset="0"/>
                <a:ea typeface="宋体" panose="02010600030101010101" pitchFamily="2" charset="-122"/>
              </a:defRPr>
            </a:lvl4pPr>
            <a:lvl5pPr marL="2057400" indent="-228600" eaLnBrk="0" hangingPunct="0">
              <a:defRPr kumimoji="1" sz="2400" b="1">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9pPr>
          </a:lstStyle>
          <a:p>
            <a:pPr eaLnBrk="1" hangingPunct="1"/>
            <a:r>
              <a:rPr lang="en-US" altLang="zh-CN" sz="1200" b="0">
                <a:solidFill>
                  <a:srgbClr val="4D4D4D"/>
                </a:solidFill>
                <a:latin typeface="Arial" panose="020B0604020202020204" pitchFamily="34" charset="0"/>
              </a:rPr>
              <a:t>-</a:t>
            </a:r>
            <a:fld id="{048E1B0A-669A-4EA5-B7CC-917843561354}" type="slidenum">
              <a:rPr lang="en-US" altLang="zh-CN" sz="1200" b="0">
                <a:solidFill>
                  <a:srgbClr val="4D4D4D"/>
                </a:solidFill>
                <a:latin typeface="Arial" panose="020B0604020202020204" pitchFamily="34" charset="0"/>
              </a:rPr>
              <a:t>30</a:t>
            </a:fld>
            <a:r>
              <a:rPr lang="en-US" altLang="zh-CN" sz="1200" b="0">
                <a:solidFill>
                  <a:srgbClr val="4D4D4D"/>
                </a:solidFill>
                <a:latin typeface="Arial" panose="020B0604020202020204" pitchFamily="34" charset="0"/>
              </a:rPr>
              <a:t>-</a:t>
            </a:r>
          </a:p>
        </p:txBody>
      </p:sp>
      <p:sp>
        <p:nvSpPr>
          <p:cNvPr id="19459" name="Rectangle 2"/>
          <p:cNvSpPr>
            <a:spLocks noGrp="1" noChangeArrowheads="1"/>
          </p:cNvSpPr>
          <p:nvPr>
            <p:ph type="title"/>
          </p:nvPr>
        </p:nvSpPr>
        <p:spPr>
          <a:xfrm>
            <a:off x="911424" y="1628800"/>
            <a:ext cx="10063501" cy="647700"/>
          </a:xfrm>
        </p:spPr>
        <p:txBody>
          <a:bodyPr/>
          <a:lstStyle/>
          <a:p>
            <a:pPr eaLnBrk="1" hangingPunct="1"/>
            <a:r>
              <a:rPr lang="zh-CN" altLang="en-US" dirty="0"/>
              <a:t>问题</a:t>
            </a:r>
            <a:r>
              <a:rPr lang="en-US" altLang="zh-CN" dirty="0"/>
              <a:t>4</a:t>
            </a:r>
            <a:r>
              <a:rPr lang="zh-CN" altLang="en-US" dirty="0"/>
              <a:t>：以下哪种情况不需要对对象进行状态建模？</a:t>
            </a:r>
            <a:endParaRPr lang="en-US" altLang="zh-CN" dirty="0"/>
          </a:p>
        </p:txBody>
      </p:sp>
      <p:sp>
        <p:nvSpPr>
          <p:cNvPr id="2" name="内容占位符 1"/>
          <p:cNvSpPr>
            <a:spLocks noGrp="1"/>
          </p:cNvSpPr>
          <p:nvPr>
            <p:ph idx="1"/>
          </p:nvPr>
        </p:nvSpPr>
        <p:spPr>
          <a:xfrm>
            <a:off x="1127448" y="2601069"/>
            <a:ext cx="10872184" cy="3960863"/>
          </a:xfrm>
        </p:spPr>
        <p:txBody>
          <a:bodyPr/>
          <a:lstStyle/>
          <a:p>
            <a:pPr marL="0" indent="0">
              <a:buNone/>
            </a:pPr>
            <a:r>
              <a:rPr lang="en-US" altLang="zh-CN" dirty="0"/>
              <a:t>A. </a:t>
            </a:r>
            <a:r>
              <a:rPr lang="zh-CN" altLang="en-US" dirty="0"/>
              <a:t>对象的行为取决于其状态，且状态会改变</a:t>
            </a:r>
            <a:br>
              <a:rPr lang="zh-CN" altLang="en-US" dirty="0"/>
            </a:br>
            <a:r>
              <a:rPr lang="en-US" altLang="zh-CN" dirty="0"/>
              <a:t>B. </a:t>
            </a:r>
            <a:r>
              <a:rPr lang="zh-CN" altLang="en-US" dirty="0"/>
              <a:t>操作中含有大量多分支条件语句，依赖对象状态</a:t>
            </a:r>
            <a:br>
              <a:rPr lang="zh-CN" altLang="en-US" dirty="0"/>
            </a:br>
            <a:r>
              <a:rPr lang="en-US" altLang="zh-CN" dirty="0"/>
              <a:t>C. </a:t>
            </a:r>
            <a:r>
              <a:rPr lang="zh-CN" altLang="en-US" dirty="0"/>
              <a:t>对象只有一个状态，或状态不影响行为</a:t>
            </a:r>
            <a:br>
              <a:rPr lang="zh-CN" altLang="en-US" dirty="0"/>
            </a:br>
            <a:r>
              <a:rPr lang="en-US" altLang="zh-CN" dirty="0"/>
              <a:t>D. </a:t>
            </a:r>
            <a:r>
              <a:rPr lang="zh-CN" altLang="en-US" dirty="0"/>
              <a:t>用例流程复杂，涉及多个状态转换</a:t>
            </a:r>
          </a:p>
        </p:txBody>
      </p:sp>
    </p:spTree>
  </p:cSld>
  <p:clrMapOvr>
    <a:masterClrMapping/>
  </p:clrMapOvr>
  <p:transition spd="slow">
    <p:comb/>
  </p:transition>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灯片编号占位符 5"/>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b="1">
                <a:solidFill>
                  <a:schemeClr val="tx1"/>
                </a:solidFill>
                <a:latin typeface="Tahoma" panose="020B0604030504040204" pitchFamily="34" charset="0"/>
                <a:ea typeface="宋体" panose="02010600030101010101" pitchFamily="2" charset="-122"/>
              </a:defRPr>
            </a:lvl1pPr>
            <a:lvl2pPr marL="742950" indent="-285750" eaLnBrk="0" hangingPunct="0">
              <a:defRPr kumimoji="1" sz="2400" b="1">
                <a:solidFill>
                  <a:schemeClr val="tx1"/>
                </a:solidFill>
                <a:latin typeface="Tahoma" panose="020B0604030504040204" pitchFamily="34" charset="0"/>
                <a:ea typeface="宋体" panose="02010600030101010101" pitchFamily="2" charset="-122"/>
              </a:defRPr>
            </a:lvl2pPr>
            <a:lvl3pPr marL="1143000" indent="-228600" eaLnBrk="0" hangingPunct="0">
              <a:defRPr kumimoji="1" sz="2400" b="1">
                <a:solidFill>
                  <a:schemeClr val="tx1"/>
                </a:solidFill>
                <a:latin typeface="Tahoma" panose="020B0604030504040204" pitchFamily="34" charset="0"/>
                <a:ea typeface="宋体" panose="02010600030101010101" pitchFamily="2" charset="-122"/>
              </a:defRPr>
            </a:lvl3pPr>
            <a:lvl4pPr marL="1600200" indent="-228600" eaLnBrk="0" hangingPunct="0">
              <a:defRPr kumimoji="1" sz="2400" b="1">
                <a:solidFill>
                  <a:schemeClr val="tx1"/>
                </a:solidFill>
                <a:latin typeface="Tahoma" panose="020B0604030504040204" pitchFamily="34" charset="0"/>
                <a:ea typeface="宋体" panose="02010600030101010101" pitchFamily="2" charset="-122"/>
              </a:defRPr>
            </a:lvl4pPr>
            <a:lvl5pPr marL="2057400" indent="-228600" eaLnBrk="0" hangingPunct="0">
              <a:defRPr kumimoji="1" sz="2400" b="1">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9pPr>
          </a:lstStyle>
          <a:p>
            <a:pPr eaLnBrk="1" hangingPunct="1"/>
            <a:r>
              <a:rPr lang="en-US" altLang="zh-CN" sz="1200" b="0">
                <a:solidFill>
                  <a:srgbClr val="4D4D4D"/>
                </a:solidFill>
                <a:latin typeface="Arial" panose="020B0604020202020204" pitchFamily="34" charset="0"/>
              </a:rPr>
              <a:t>-</a:t>
            </a:r>
            <a:fld id="{048E1B0A-669A-4EA5-B7CC-917843561354}" type="slidenum">
              <a:rPr lang="en-US" altLang="zh-CN" sz="1200" b="0">
                <a:solidFill>
                  <a:srgbClr val="4D4D4D"/>
                </a:solidFill>
                <a:latin typeface="Arial" panose="020B0604020202020204" pitchFamily="34" charset="0"/>
              </a:rPr>
              <a:t>31</a:t>
            </a:fld>
            <a:r>
              <a:rPr lang="en-US" altLang="zh-CN" sz="1200" b="0">
                <a:solidFill>
                  <a:srgbClr val="4D4D4D"/>
                </a:solidFill>
                <a:latin typeface="Arial" panose="020B0604020202020204" pitchFamily="34" charset="0"/>
              </a:rPr>
              <a:t>-</a:t>
            </a:r>
          </a:p>
        </p:txBody>
      </p:sp>
      <p:sp>
        <p:nvSpPr>
          <p:cNvPr id="19459" name="Rectangle 2"/>
          <p:cNvSpPr>
            <a:spLocks noGrp="1" noChangeArrowheads="1"/>
          </p:cNvSpPr>
          <p:nvPr>
            <p:ph type="title"/>
          </p:nvPr>
        </p:nvSpPr>
        <p:spPr>
          <a:xfrm>
            <a:off x="911424" y="1628800"/>
            <a:ext cx="10063501" cy="647700"/>
          </a:xfrm>
        </p:spPr>
        <p:txBody>
          <a:bodyPr/>
          <a:lstStyle/>
          <a:p>
            <a:pPr eaLnBrk="1" hangingPunct="1"/>
            <a:r>
              <a:rPr lang="zh-CN" altLang="en-US" dirty="0"/>
              <a:t>问题</a:t>
            </a:r>
            <a:r>
              <a:rPr lang="en-US" altLang="zh-CN" dirty="0"/>
              <a:t>4</a:t>
            </a:r>
            <a:r>
              <a:rPr lang="zh-CN" altLang="en-US" dirty="0"/>
              <a:t>：以下哪种情况不需要对对象进行状态建模？</a:t>
            </a:r>
            <a:endParaRPr lang="en-US" altLang="zh-CN" dirty="0"/>
          </a:p>
        </p:txBody>
      </p:sp>
      <p:sp>
        <p:nvSpPr>
          <p:cNvPr id="2" name="内容占位符 1"/>
          <p:cNvSpPr>
            <a:spLocks noGrp="1"/>
          </p:cNvSpPr>
          <p:nvPr>
            <p:ph idx="1"/>
          </p:nvPr>
        </p:nvSpPr>
        <p:spPr>
          <a:xfrm>
            <a:off x="1127448" y="2601069"/>
            <a:ext cx="10872184" cy="3960863"/>
          </a:xfrm>
        </p:spPr>
        <p:txBody>
          <a:bodyPr/>
          <a:lstStyle/>
          <a:p>
            <a:pPr marL="0" indent="0">
              <a:buNone/>
            </a:pPr>
            <a:r>
              <a:rPr lang="en-US" altLang="zh-CN" dirty="0"/>
              <a:t>A. </a:t>
            </a:r>
            <a:r>
              <a:rPr lang="zh-CN" altLang="en-US" dirty="0"/>
              <a:t>对象的行为取决于其状态，且状态会改变</a:t>
            </a:r>
            <a:br>
              <a:rPr lang="zh-CN" altLang="en-US" dirty="0"/>
            </a:br>
            <a:r>
              <a:rPr lang="en-US" altLang="zh-CN" dirty="0"/>
              <a:t>B. </a:t>
            </a:r>
            <a:r>
              <a:rPr lang="zh-CN" altLang="en-US" dirty="0"/>
              <a:t>操作中含有大量多分支条件语句，依赖对象状态</a:t>
            </a:r>
            <a:br>
              <a:rPr lang="zh-CN" altLang="en-US" dirty="0"/>
            </a:br>
            <a:r>
              <a:rPr lang="en-US" altLang="zh-CN" dirty="0">
                <a:solidFill>
                  <a:srgbClr val="FF0000"/>
                </a:solidFill>
              </a:rPr>
              <a:t>C. </a:t>
            </a:r>
            <a:r>
              <a:rPr lang="zh-CN" altLang="en-US" dirty="0">
                <a:solidFill>
                  <a:srgbClr val="FF0000"/>
                </a:solidFill>
              </a:rPr>
              <a:t>对象只有一个状态，或状态不影响行为</a:t>
            </a:r>
            <a:br>
              <a:rPr lang="zh-CN" altLang="en-US" dirty="0"/>
            </a:br>
            <a:r>
              <a:rPr lang="en-US" altLang="zh-CN" dirty="0"/>
              <a:t>D. </a:t>
            </a:r>
            <a:r>
              <a:rPr lang="zh-CN" altLang="en-US" dirty="0"/>
              <a:t>用例流程复杂，涉及多个状态转换</a:t>
            </a:r>
          </a:p>
        </p:txBody>
      </p:sp>
    </p:spTree>
  </p:cSld>
  <p:clrMapOvr>
    <a:masterClrMapping/>
  </p:clrMapOvr>
  <p:transition spd="slow">
    <p:comb/>
  </p:transition>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6258" name="灯片编号占位符 5"/>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b="1">
                <a:solidFill>
                  <a:schemeClr val="tx1"/>
                </a:solidFill>
                <a:latin typeface="Tahoma" panose="020B0604030504040204" pitchFamily="34" charset="0"/>
                <a:ea typeface="宋体" panose="02010600030101010101" pitchFamily="2" charset="-122"/>
              </a:defRPr>
            </a:lvl1pPr>
            <a:lvl2pPr marL="742950" indent="-285750" eaLnBrk="0" hangingPunct="0">
              <a:defRPr kumimoji="1" sz="2400" b="1">
                <a:solidFill>
                  <a:schemeClr val="tx1"/>
                </a:solidFill>
                <a:latin typeface="Tahoma" panose="020B0604030504040204" pitchFamily="34" charset="0"/>
                <a:ea typeface="宋体" panose="02010600030101010101" pitchFamily="2" charset="-122"/>
              </a:defRPr>
            </a:lvl2pPr>
            <a:lvl3pPr marL="1143000" indent="-228600" eaLnBrk="0" hangingPunct="0">
              <a:defRPr kumimoji="1" sz="2400" b="1">
                <a:solidFill>
                  <a:schemeClr val="tx1"/>
                </a:solidFill>
                <a:latin typeface="Tahoma" panose="020B0604030504040204" pitchFamily="34" charset="0"/>
                <a:ea typeface="宋体" panose="02010600030101010101" pitchFamily="2" charset="-122"/>
              </a:defRPr>
            </a:lvl3pPr>
            <a:lvl4pPr marL="1600200" indent="-228600" eaLnBrk="0" hangingPunct="0">
              <a:defRPr kumimoji="1" sz="2400" b="1">
                <a:solidFill>
                  <a:schemeClr val="tx1"/>
                </a:solidFill>
                <a:latin typeface="Tahoma" panose="020B0604030504040204" pitchFamily="34" charset="0"/>
                <a:ea typeface="宋体" panose="02010600030101010101" pitchFamily="2" charset="-122"/>
              </a:defRPr>
            </a:lvl4pPr>
            <a:lvl5pPr marL="2057400" indent="-228600" eaLnBrk="0" hangingPunct="0">
              <a:defRPr kumimoji="1" sz="2400" b="1">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9pPr>
          </a:lstStyle>
          <a:p>
            <a:pPr eaLnBrk="1" hangingPunct="1"/>
            <a:r>
              <a:rPr lang="en-US" altLang="zh-CN" sz="1200" b="0">
                <a:solidFill>
                  <a:srgbClr val="4D4D4D"/>
                </a:solidFill>
                <a:latin typeface="Arial" panose="020B0604020202020204" pitchFamily="34" charset="0"/>
              </a:rPr>
              <a:t>-</a:t>
            </a:r>
            <a:fld id="{A13ABDA5-C900-46E5-BFC9-D6D342854759}" type="slidenum">
              <a:rPr lang="en-US" altLang="zh-CN" sz="1200" b="0">
                <a:solidFill>
                  <a:srgbClr val="4D4D4D"/>
                </a:solidFill>
                <a:latin typeface="Arial" panose="020B0604020202020204" pitchFamily="34" charset="0"/>
              </a:rPr>
              <a:t>32</a:t>
            </a:fld>
            <a:r>
              <a:rPr lang="en-US" altLang="zh-CN" sz="1200" b="0">
                <a:solidFill>
                  <a:srgbClr val="4D4D4D"/>
                </a:solidFill>
                <a:latin typeface="Arial" panose="020B0604020202020204" pitchFamily="34" charset="0"/>
              </a:rPr>
              <a:t>-</a:t>
            </a:r>
          </a:p>
        </p:txBody>
      </p:sp>
      <p:sp>
        <p:nvSpPr>
          <p:cNvPr id="96259" name="Rectangle 2"/>
          <p:cNvSpPr>
            <a:spLocks noGrp="1" noChangeArrowheads="1"/>
          </p:cNvSpPr>
          <p:nvPr>
            <p:ph type="title"/>
          </p:nvPr>
        </p:nvSpPr>
        <p:spPr/>
        <p:txBody>
          <a:bodyPr/>
          <a:lstStyle/>
          <a:p>
            <a:pPr eaLnBrk="1" hangingPunct="1"/>
            <a:r>
              <a:rPr lang="zh-CN" altLang="en-US" dirty="0"/>
              <a:t>实例：</a:t>
            </a:r>
            <a:r>
              <a:rPr lang="en-US" altLang="zh-CN" dirty="0"/>
              <a:t>"</a:t>
            </a:r>
            <a:r>
              <a:rPr lang="zh-CN" altLang="en-US" dirty="0"/>
              <a:t>图书</a:t>
            </a:r>
            <a:r>
              <a:rPr lang="en-US" altLang="zh-CN" dirty="0"/>
              <a:t>"</a:t>
            </a:r>
            <a:r>
              <a:rPr lang="zh-CN" altLang="en-US" dirty="0"/>
              <a:t>类的状态机图</a:t>
            </a:r>
          </a:p>
        </p:txBody>
      </p:sp>
      <p:pic>
        <p:nvPicPr>
          <p:cNvPr id="96260"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495550" y="1412876"/>
            <a:ext cx="6408738" cy="41640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spd="slow">
    <p:comb/>
  </p:transition>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高级状态机：复合状态</a:t>
            </a:r>
          </a:p>
        </p:txBody>
      </p:sp>
      <p:sp>
        <p:nvSpPr>
          <p:cNvPr id="3" name="内容占位符 2"/>
          <p:cNvSpPr>
            <a:spLocks noGrp="1"/>
          </p:cNvSpPr>
          <p:nvPr>
            <p:ph idx="1"/>
          </p:nvPr>
        </p:nvSpPr>
        <p:spPr/>
        <p:txBody>
          <a:bodyPr/>
          <a:lstStyle/>
          <a:p>
            <a:r>
              <a:rPr lang="zh-CN" altLang="zh-CN" dirty="0"/>
              <a:t>复合状态是含有一组子状态的状态</a:t>
            </a:r>
            <a:endParaRPr lang="en-US" altLang="zh-CN" dirty="0"/>
          </a:p>
          <a:p>
            <a:pPr lvl="1"/>
            <a:r>
              <a:rPr lang="zh-CN" altLang="zh-CN" dirty="0"/>
              <a:t>复合状态可以是单个区间，也可以包含多个区间，每个区间包含一组状态和相关的转移</a:t>
            </a:r>
            <a:endParaRPr lang="zh-CN" altLang="en-US" dirty="0"/>
          </a:p>
        </p:txBody>
      </p:sp>
      <p:sp>
        <p:nvSpPr>
          <p:cNvPr id="4" name="灯片编号占位符 3"/>
          <p:cNvSpPr>
            <a:spLocks noGrp="1"/>
          </p:cNvSpPr>
          <p:nvPr>
            <p:ph type="sldNum" sz="quarter" idx="12"/>
          </p:nvPr>
        </p:nvSpPr>
        <p:spPr/>
        <p:txBody>
          <a:bodyPr/>
          <a:lstStyle/>
          <a:p>
            <a:pPr>
              <a:defRPr/>
            </a:pPr>
            <a:r>
              <a:rPr lang="en-US" altLang="zh-CN"/>
              <a:t>-</a:t>
            </a:r>
            <a:fld id="{53C4D235-B6A1-4189-901C-910D98ABD89C}" type="slidenum">
              <a:rPr lang="en-US" altLang="zh-CN" smtClean="0"/>
              <a:t>33</a:t>
            </a:fld>
            <a:r>
              <a:rPr lang="en-US" altLang="zh-CN"/>
              <a:t>-</a:t>
            </a:r>
          </a:p>
        </p:txBody>
      </p:sp>
      <p:pic>
        <p:nvPicPr>
          <p:cNvPr id="307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015880" y="2708920"/>
            <a:ext cx="4824536" cy="395887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spd="slow">
    <p:comb/>
  </p:transition>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高级状态机：伪状态</a:t>
            </a:r>
          </a:p>
        </p:txBody>
      </p:sp>
      <p:sp>
        <p:nvSpPr>
          <p:cNvPr id="3" name="内容占位符 2"/>
          <p:cNvSpPr>
            <a:spLocks noGrp="1"/>
          </p:cNvSpPr>
          <p:nvPr>
            <p:ph idx="1"/>
          </p:nvPr>
        </p:nvSpPr>
        <p:spPr/>
        <p:txBody>
          <a:bodyPr/>
          <a:lstStyle/>
          <a:p>
            <a:r>
              <a:rPr lang="zh-CN" altLang="zh-CN" dirty="0"/>
              <a:t>伪状态（</a:t>
            </a:r>
            <a:r>
              <a:rPr lang="en-US" altLang="zh-CN" dirty="0"/>
              <a:t>pseudo state</a:t>
            </a:r>
            <a:r>
              <a:rPr lang="zh-CN" altLang="zh-CN" dirty="0"/>
              <a:t>）是状态机图中的一类特殊顶点，每种伪状态都提供一种抽象操作</a:t>
            </a:r>
            <a:endParaRPr lang="en-US" altLang="zh-CN" dirty="0"/>
          </a:p>
          <a:p>
            <a:pPr lvl="1"/>
            <a:r>
              <a:rPr lang="zh-CN" altLang="zh-CN" dirty="0"/>
              <a:t>初态</a:t>
            </a:r>
            <a:r>
              <a:rPr lang="zh-CN" altLang="en-US" dirty="0"/>
              <a:t>和</a:t>
            </a:r>
            <a:r>
              <a:rPr lang="zh-CN" altLang="zh-CN" dirty="0"/>
              <a:t>终态</a:t>
            </a:r>
            <a:endParaRPr lang="en-US" altLang="zh-CN" dirty="0"/>
          </a:p>
          <a:p>
            <a:pPr lvl="1"/>
            <a:r>
              <a:rPr lang="zh-CN" altLang="zh-CN" dirty="0"/>
              <a:t>分叉和合并</a:t>
            </a:r>
            <a:endParaRPr lang="en-US" altLang="zh-CN" dirty="0"/>
          </a:p>
          <a:p>
            <a:pPr lvl="1"/>
            <a:r>
              <a:rPr lang="zh-CN" altLang="zh-CN" dirty="0"/>
              <a:t>选择、接合</a:t>
            </a:r>
            <a:endParaRPr lang="en-US" altLang="zh-CN" dirty="0"/>
          </a:p>
          <a:p>
            <a:pPr lvl="1"/>
            <a:r>
              <a:rPr lang="zh-CN" altLang="zh-CN" dirty="0"/>
              <a:t>历史状态</a:t>
            </a:r>
            <a:endParaRPr lang="en-US" altLang="zh-CN" dirty="0"/>
          </a:p>
          <a:p>
            <a:pPr lvl="1"/>
            <a:r>
              <a:rPr lang="zh-CN" altLang="zh-CN" dirty="0"/>
              <a:t>入口点和出口点</a:t>
            </a:r>
            <a:endParaRPr lang="en-US" altLang="zh-CN" dirty="0"/>
          </a:p>
          <a:p>
            <a:pPr lvl="1"/>
            <a:r>
              <a:rPr lang="zh-CN" altLang="zh-CN" dirty="0"/>
              <a:t>终结</a:t>
            </a:r>
            <a:endParaRPr lang="zh-CN" altLang="en-US" dirty="0"/>
          </a:p>
        </p:txBody>
      </p:sp>
      <p:sp>
        <p:nvSpPr>
          <p:cNvPr id="4" name="灯片编号占位符 3"/>
          <p:cNvSpPr>
            <a:spLocks noGrp="1"/>
          </p:cNvSpPr>
          <p:nvPr>
            <p:ph type="sldNum" sz="quarter" idx="12"/>
          </p:nvPr>
        </p:nvSpPr>
        <p:spPr/>
        <p:txBody>
          <a:bodyPr/>
          <a:lstStyle/>
          <a:p>
            <a:pPr>
              <a:defRPr/>
            </a:pPr>
            <a:r>
              <a:rPr lang="en-US" altLang="zh-CN"/>
              <a:t>-</a:t>
            </a:r>
            <a:fld id="{53C4D235-B6A1-4189-901C-910D98ABD89C}" type="slidenum">
              <a:rPr lang="en-US" altLang="zh-CN" smtClean="0"/>
              <a:t>34</a:t>
            </a:fld>
            <a:r>
              <a:rPr lang="en-US" altLang="zh-CN"/>
              <a:t>-</a:t>
            </a:r>
          </a:p>
        </p:txBody>
      </p:sp>
      <p:pic>
        <p:nvPicPr>
          <p:cNvPr id="4098"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325180" y="2996952"/>
            <a:ext cx="3885620" cy="2592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spd="slow">
    <p:comb/>
  </p:transition>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1778" name="Rectangle 2"/>
          <p:cNvSpPr>
            <a:spLocks noGrp="1" noChangeArrowheads="1"/>
          </p:cNvSpPr>
          <p:nvPr>
            <p:ph type="ctrTitle"/>
          </p:nvPr>
        </p:nvSpPr>
        <p:spPr/>
        <p:txBody>
          <a:bodyPr/>
          <a:lstStyle/>
          <a:p>
            <a:pPr eaLnBrk="1" hangingPunct="1">
              <a:defRPr/>
            </a:pPr>
            <a:r>
              <a:rPr lang="zh-CN" altLang="en-US" dirty="0">
                <a:latin typeface="华文楷体" panose="02010600040101010101" pitchFamily="2" charset="-122"/>
                <a:ea typeface="华文楷体" panose="02010600040101010101" pitchFamily="2" charset="-122"/>
              </a:rPr>
              <a:t>第</a:t>
            </a:r>
            <a:r>
              <a:rPr lang="en-US" altLang="zh-CN" dirty="0">
                <a:latin typeface="华文楷体" panose="02010600040101010101" pitchFamily="2" charset="-122"/>
                <a:ea typeface="华文楷体" panose="02010600040101010101" pitchFamily="2" charset="-122"/>
              </a:rPr>
              <a:t>05</a:t>
            </a:r>
            <a:r>
              <a:rPr lang="zh-CN" altLang="en-US" dirty="0">
                <a:latin typeface="华文楷体" panose="02010600040101010101" pitchFamily="2" charset="-122"/>
                <a:ea typeface="华文楷体" panose="02010600040101010101" pitchFamily="2" charset="-122"/>
              </a:rPr>
              <a:t>章顺序图与协作图</a:t>
            </a:r>
            <a:r>
              <a:rPr lang="en-US" altLang="zh-CN" dirty="0">
                <a:latin typeface="华文楷体" panose="02010600040101010101" pitchFamily="2" charset="-122"/>
                <a:ea typeface="华文楷体" panose="02010600040101010101" pitchFamily="2" charset="-122"/>
              </a:rPr>
              <a:t>——</a:t>
            </a:r>
            <a:r>
              <a:rPr lang="zh-CN" altLang="en-US" dirty="0">
                <a:latin typeface="华文楷体" panose="02010600040101010101" pitchFamily="2" charset="-122"/>
                <a:ea typeface="华文楷体" panose="02010600040101010101" pitchFamily="2" charset="-122"/>
              </a:rPr>
              <a:t>交互建模</a:t>
            </a:r>
          </a:p>
        </p:txBody>
      </p:sp>
      <p:sp>
        <p:nvSpPr>
          <p:cNvPr id="9219" name="Rectangle 3"/>
          <p:cNvSpPr>
            <a:spLocks noGrp="1" noChangeArrowheads="1"/>
          </p:cNvSpPr>
          <p:nvPr>
            <p:ph type="subTitle" idx="1"/>
          </p:nvPr>
        </p:nvSpPr>
        <p:spPr>
          <a:xfrm>
            <a:off x="1524000" y="3860800"/>
            <a:ext cx="9144000" cy="1752600"/>
          </a:xfrm>
        </p:spPr>
        <p:txBody>
          <a:bodyPr/>
          <a:lstStyle/>
          <a:p>
            <a:pPr eaLnBrk="1" hangingPunct="1"/>
            <a:r>
              <a:rPr lang="en-US" altLang="zh-CN" i="1" dirty="0">
                <a:solidFill>
                  <a:srgbClr val="003399"/>
                </a:solidFill>
              </a:rPr>
              <a:t>Sequence Diagram and Collaboration Diagram - Interaction Modeling</a:t>
            </a:r>
            <a:endParaRPr lang="zh-CN" altLang="en-US" i="1" dirty="0">
              <a:solidFill>
                <a:srgbClr val="003399"/>
              </a:solidFill>
            </a:endParaRPr>
          </a:p>
        </p:txBody>
      </p:sp>
    </p:spTree>
  </p:cSld>
  <p:clrMapOvr>
    <a:masterClrMapping/>
  </p:clrMapOvr>
  <p:transition spd="slow">
    <p:comb/>
  </p:transition>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994" name="灯片编号占位符 5"/>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b="1">
                <a:solidFill>
                  <a:schemeClr val="tx1"/>
                </a:solidFill>
                <a:latin typeface="Tahoma" panose="020B0604030504040204" pitchFamily="34" charset="0"/>
                <a:ea typeface="宋体" panose="02010600030101010101" pitchFamily="2" charset="-122"/>
              </a:defRPr>
            </a:lvl1pPr>
            <a:lvl2pPr marL="742950" indent="-285750" eaLnBrk="0" hangingPunct="0">
              <a:defRPr kumimoji="1" sz="2400" b="1">
                <a:solidFill>
                  <a:schemeClr val="tx1"/>
                </a:solidFill>
                <a:latin typeface="Tahoma" panose="020B0604030504040204" pitchFamily="34" charset="0"/>
                <a:ea typeface="宋体" panose="02010600030101010101" pitchFamily="2" charset="-122"/>
              </a:defRPr>
            </a:lvl2pPr>
            <a:lvl3pPr marL="1143000" indent="-228600" eaLnBrk="0" hangingPunct="0">
              <a:defRPr kumimoji="1" sz="2400" b="1">
                <a:solidFill>
                  <a:schemeClr val="tx1"/>
                </a:solidFill>
                <a:latin typeface="Tahoma" panose="020B0604030504040204" pitchFamily="34" charset="0"/>
                <a:ea typeface="宋体" panose="02010600030101010101" pitchFamily="2" charset="-122"/>
              </a:defRPr>
            </a:lvl3pPr>
            <a:lvl4pPr marL="1600200" indent="-228600" eaLnBrk="0" hangingPunct="0">
              <a:defRPr kumimoji="1" sz="2400" b="1">
                <a:solidFill>
                  <a:schemeClr val="tx1"/>
                </a:solidFill>
                <a:latin typeface="Tahoma" panose="020B0604030504040204" pitchFamily="34" charset="0"/>
                <a:ea typeface="宋体" panose="02010600030101010101" pitchFamily="2" charset="-122"/>
              </a:defRPr>
            </a:lvl4pPr>
            <a:lvl5pPr marL="2057400" indent="-228600" eaLnBrk="0" hangingPunct="0">
              <a:defRPr kumimoji="1" sz="2400" b="1">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9pPr>
          </a:lstStyle>
          <a:p>
            <a:pPr eaLnBrk="1" hangingPunct="1"/>
            <a:r>
              <a:rPr lang="en-US" altLang="zh-CN" sz="1200" b="0">
                <a:solidFill>
                  <a:srgbClr val="4D4D4D"/>
                </a:solidFill>
                <a:latin typeface="Arial" panose="020B0604020202020204" pitchFamily="34" charset="0"/>
              </a:rPr>
              <a:t>-</a:t>
            </a:r>
            <a:fld id="{64747F63-186F-4471-88B1-D66B57703D68}" type="slidenum">
              <a:rPr lang="en-US" altLang="zh-CN" sz="1200" b="0">
                <a:solidFill>
                  <a:srgbClr val="4D4D4D"/>
                </a:solidFill>
                <a:latin typeface="Arial" panose="020B0604020202020204" pitchFamily="34" charset="0"/>
              </a:rPr>
              <a:t>36</a:t>
            </a:fld>
            <a:r>
              <a:rPr lang="en-US" altLang="zh-CN" sz="1200" b="0">
                <a:solidFill>
                  <a:srgbClr val="4D4D4D"/>
                </a:solidFill>
                <a:latin typeface="Arial" panose="020B0604020202020204" pitchFamily="34" charset="0"/>
              </a:rPr>
              <a:t>-</a:t>
            </a:r>
          </a:p>
        </p:txBody>
      </p:sp>
      <p:sp>
        <p:nvSpPr>
          <p:cNvPr id="84995" name="Rectangle 2"/>
          <p:cNvSpPr>
            <a:spLocks noGrp="1" noChangeArrowheads="1"/>
          </p:cNvSpPr>
          <p:nvPr>
            <p:ph type="title"/>
          </p:nvPr>
        </p:nvSpPr>
        <p:spPr/>
        <p:txBody>
          <a:bodyPr/>
          <a:lstStyle/>
          <a:p>
            <a:pPr eaLnBrk="1" hangingPunct="1"/>
            <a:r>
              <a:rPr lang="zh-CN" altLang="en-US" dirty="0"/>
              <a:t>顺序图的核心概念</a:t>
            </a:r>
          </a:p>
        </p:txBody>
      </p:sp>
      <p:sp>
        <p:nvSpPr>
          <p:cNvPr id="84996" name="Rectangle 3"/>
          <p:cNvSpPr>
            <a:spLocks noGrp="1" noChangeArrowheads="1"/>
          </p:cNvSpPr>
          <p:nvPr>
            <p:ph type="body" idx="1"/>
          </p:nvPr>
        </p:nvSpPr>
        <p:spPr/>
        <p:txBody>
          <a:bodyPr/>
          <a:lstStyle/>
          <a:p>
            <a:pPr eaLnBrk="1" hangingPunct="1"/>
            <a:r>
              <a:rPr lang="zh-CN" altLang="en-US" dirty="0"/>
              <a:t>顺序图（</a:t>
            </a:r>
            <a:r>
              <a:rPr lang="en-US" altLang="zh-CN" dirty="0"/>
              <a:t>Sequence Diagram</a:t>
            </a:r>
            <a:r>
              <a:rPr lang="zh-CN" altLang="en-US" dirty="0"/>
              <a:t>）是按时间顺序显示对象交互的图。</a:t>
            </a:r>
          </a:p>
          <a:p>
            <a:pPr lvl="1" eaLnBrk="1" hangingPunct="1"/>
            <a:r>
              <a:rPr lang="zh-CN" altLang="en-US" dirty="0"/>
              <a:t>用于显示对象间的交互活动</a:t>
            </a:r>
          </a:p>
          <a:p>
            <a:pPr lvl="1" eaLnBrk="1" hangingPunct="1"/>
            <a:r>
              <a:rPr lang="zh-CN" altLang="en-US" dirty="0"/>
              <a:t>关注对象之间消息传送的时间顺序 </a:t>
            </a:r>
          </a:p>
          <a:p>
            <a:pPr eaLnBrk="1" hangingPunct="1"/>
            <a:r>
              <a:rPr lang="zh-CN" altLang="en-US" dirty="0"/>
              <a:t>核心概念</a:t>
            </a:r>
          </a:p>
          <a:p>
            <a:pPr lvl="1" eaLnBrk="1" hangingPunct="1"/>
            <a:r>
              <a:rPr lang="zh-CN" altLang="en-US" dirty="0"/>
              <a:t>对象、生命线、执行发生、交互、消息</a:t>
            </a:r>
          </a:p>
          <a:p>
            <a:pPr lvl="1" eaLnBrk="1" hangingPunct="1"/>
            <a:r>
              <a:rPr lang="zh-CN" altLang="en-US" dirty="0">
                <a:solidFill>
                  <a:schemeClr val="folHlink"/>
                </a:solidFill>
              </a:rPr>
              <a:t>交互帧</a:t>
            </a:r>
            <a:r>
              <a:rPr lang="en-US" altLang="zh-CN" dirty="0">
                <a:solidFill>
                  <a:schemeClr val="folHlink"/>
                </a:solidFill>
              </a:rPr>
              <a:t>(Interaction Frame)</a:t>
            </a:r>
          </a:p>
          <a:p>
            <a:pPr eaLnBrk="1" hangingPunct="1"/>
            <a:r>
              <a:rPr lang="zh-CN" altLang="en-US" dirty="0"/>
              <a:t>推荐使用场合</a:t>
            </a:r>
          </a:p>
          <a:p>
            <a:pPr lvl="1" eaLnBrk="1" hangingPunct="1"/>
            <a:r>
              <a:rPr lang="zh-CN" altLang="en-US" dirty="0"/>
              <a:t>用例分析、用例设计</a:t>
            </a:r>
            <a:endParaRPr lang="en-US" altLang="zh-CN" dirty="0"/>
          </a:p>
        </p:txBody>
      </p:sp>
    </p:spTree>
  </p:cSld>
  <p:clrMapOvr>
    <a:masterClrMapping/>
  </p:clrMapOvr>
  <p:transition spd="slow">
    <p:comb/>
  </p:transition>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8546" name="灯片编号占位符 5"/>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b="1">
                <a:solidFill>
                  <a:schemeClr val="tx1"/>
                </a:solidFill>
                <a:latin typeface="Tahoma" panose="020B0604030504040204" pitchFamily="34" charset="0"/>
                <a:ea typeface="宋体" panose="02010600030101010101" pitchFamily="2" charset="-122"/>
              </a:defRPr>
            </a:lvl1pPr>
            <a:lvl2pPr marL="742950" indent="-285750" eaLnBrk="0" hangingPunct="0">
              <a:defRPr kumimoji="1" sz="2400" b="1">
                <a:solidFill>
                  <a:schemeClr val="tx1"/>
                </a:solidFill>
                <a:latin typeface="Tahoma" panose="020B0604030504040204" pitchFamily="34" charset="0"/>
                <a:ea typeface="宋体" panose="02010600030101010101" pitchFamily="2" charset="-122"/>
              </a:defRPr>
            </a:lvl2pPr>
            <a:lvl3pPr marL="1143000" indent="-228600" eaLnBrk="0" hangingPunct="0">
              <a:defRPr kumimoji="1" sz="2400" b="1">
                <a:solidFill>
                  <a:schemeClr val="tx1"/>
                </a:solidFill>
                <a:latin typeface="Tahoma" panose="020B0604030504040204" pitchFamily="34" charset="0"/>
                <a:ea typeface="宋体" panose="02010600030101010101" pitchFamily="2" charset="-122"/>
              </a:defRPr>
            </a:lvl3pPr>
            <a:lvl4pPr marL="1600200" indent="-228600" eaLnBrk="0" hangingPunct="0">
              <a:defRPr kumimoji="1" sz="2400" b="1">
                <a:solidFill>
                  <a:schemeClr val="tx1"/>
                </a:solidFill>
                <a:latin typeface="Tahoma" panose="020B0604030504040204" pitchFamily="34" charset="0"/>
                <a:ea typeface="宋体" panose="02010600030101010101" pitchFamily="2" charset="-122"/>
              </a:defRPr>
            </a:lvl4pPr>
            <a:lvl5pPr marL="2057400" indent="-228600" eaLnBrk="0" hangingPunct="0">
              <a:defRPr kumimoji="1" sz="2400" b="1">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9pPr>
          </a:lstStyle>
          <a:p>
            <a:pPr eaLnBrk="1" hangingPunct="1"/>
            <a:r>
              <a:rPr lang="en-US" altLang="zh-CN" sz="1200" b="0">
                <a:solidFill>
                  <a:srgbClr val="4D4D4D"/>
                </a:solidFill>
                <a:latin typeface="Arial" panose="020B0604020202020204" pitchFamily="34" charset="0"/>
              </a:rPr>
              <a:t>-</a:t>
            </a:r>
            <a:fld id="{2A5E4B00-6124-41F5-A513-670443AFFB65}" type="slidenum">
              <a:rPr lang="en-US" altLang="zh-CN" sz="1200" b="0">
                <a:solidFill>
                  <a:srgbClr val="4D4D4D"/>
                </a:solidFill>
                <a:latin typeface="Arial" panose="020B0604020202020204" pitchFamily="34" charset="0"/>
              </a:rPr>
              <a:t>37</a:t>
            </a:fld>
            <a:r>
              <a:rPr lang="en-US" altLang="zh-CN" sz="1200" b="0">
                <a:solidFill>
                  <a:srgbClr val="4D4D4D"/>
                </a:solidFill>
                <a:latin typeface="Arial" panose="020B0604020202020204" pitchFamily="34" charset="0"/>
              </a:rPr>
              <a:t>-</a:t>
            </a:r>
          </a:p>
        </p:txBody>
      </p:sp>
      <p:sp>
        <p:nvSpPr>
          <p:cNvPr id="108547" name="Rectangle 2"/>
          <p:cNvSpPr>
            <a:spLocks noGrp="1" noChangeArrowheads="1"/>
          </p:cNvSpPr>
          <p:nvPr>
            <p:ph type="title"/>
          </p:nvPr>
        </p:nvSpPr>
        <p:spPr/>
        <p:txBody>
          <a:bodyPr/>
          <a:lstStyle/>
          <a:p>
            <a:pPr eaLnBrk="1" hangingPunct="1"/>
            <a:r>
              <a:rPr lang="zh-CN" altLang="en-US" dirty="0"/>
              <a:t>顺序图元语详解</a:t>
            </a:r>
            <a:endParaRPr lang="en-US" altLang="zh-CN" dirty="0"/>
          </a:p>
        </p:txBody>
      </p:sp>
      <p:pic>
        <p:nvPicPr>
          <p:cNvPr id="2" name="图片 1"/>
          <p:cNvPicPr>
            <a:picLocks noChangeAspect="1"/>
          </p:cNvPicPr>
          <p:nvPr/>
        </p:nvPicPr>
        <p:blipFill>
          <a:blip r:embed="rId3"/>
          <a:stretch>
            <a:fillRect/>
          </a:stretch>
        </p:blipFill>
        <p:spPr>
          <a:xfrm>
            <a:off x="2567608" y="1196753"/>
            <a:ext cx="6768752" cy="4790067"/>
          </a:xfrm>
          <a:prstGeom prst="rect">
            <a:avLst/>
          </a:prstGeom>
        </p:spPr>
      </p:pic>
    </p:spTree>
  </p:cSld>
  <p:clrMapOvr>
    <a:masterClrMapping/>
  </p:clrMapOvr>
  <p:transition spd="slow">
    <p:comb/>
  </p:transition>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018" name="灯片编号占位符 5"/>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b="1">
                <a:solidFill>
                  <a:schemeClr val="tx1"/>
                </a:solidFill>
                <a:latin typeface="Tahoma" panose="020B0604030504040204" pitchFamily="34" charset="0"/>
                <a:ea typeface="宋体" panose="02010600030101010101" pitchFamily="2" charset="-122"/>
              </a:defRPr>
            </a:lvl1pPr>
            <a:lvl2pPr marL="742950" indent="-285750" eaLnBrk="0" hangingPunct="0">
              <a:defRPr kumimoji="1" sz="2400" b="1">
                <a:solidFill>
                  <a:schemeClr val="tx1"/>
                </a:solidFill>
                <a:latin typeface="Tahoma" panose="020B0604030504040204" pitchFamily="34" charset="0"/>
                <a:ea typeface="宋体" panose="02010600030101010101" pitchFamily="2" charset="-122"/>
              </a:defRPr>
            </a:lvl2pPr>
            <a:lvl3pPr marL="1143000" indent="-228600" eaLnBrk="0" hangingPunct="0">
              <a:defRPr kumimoji="1" sz="2400" b="1">
                <a:solidFill>
                  <a:schemeClr val="tx1"/>
                </a:solidFill>
                <a:latin typeface="Tahoma" panose="020B0604030504040204" pitchFamily="34" charset="0"/>
                <a:ea typeface="宋体" panose="02010600030101010101" pitchFamily="2" charset="-122"/>
              </a:defRPr>
            </a:lvl3pPr>
            <a:lvl4pPr marL="1600200" indent="-228600" eaLnBrk="0" hangingPunct="0">
              <a:defRPr kumimoji="1" sz="2400" b="1">
                <a:solidFill>
                  <a:schemeClr val="tx1"/>
                </a:solidFill>
                <a:latin typeface="Tahoma" panose="020B0604030504040204" pitchFamily="34" charset="0"/>
                <a:ea typeface="宋体" panose="02010600030101010101" pitchFamily="2" charset="-122"/>
              </a:defRPr>
            </a:lvl4pPr>
            <a:lvl5pPr marL="2057400" indent="-228600" eaLnBrk="0" hangingPunct="0">
              <a:defRPr kumimoji="1" sz="2400" b="1">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9pPr>
          </a:lstStyle>
          <a:p>
            <a:pPr eaLnBrk="1" hangingPunct="1"/>
            <a:r>
              <a:rPr lang="en-US" altLang="zh-CN" sz="1200" b="0">
                <a:solidFill>
                  <a:srgbClr val="4D4D4D"/>
                </a:solidFill>
                <a:latin typeface="Arial" panose="020B0604020202020204" pitchFamily="34" charset="0"/>
              </a:rPr>
              <a:t>-</a:t>
            </a:r>
            <a:fld id="{53C5F762-10BE-4718-AAC5-649A06C1305F}" type="slidenum">
              <a:rPr lang="en-US" altLang="zh-CN" sz="1200" b="0">
                <a:solidFill>
                  <a:srgbClr val="4D4D4D"/>
                </a:solidFill>
                <a:latin typeface="Arial" panose="020B0604020202020204" pitchFamily="34" charset="0"/>
              </a:rPr>
              <a:t>38</a:t>
            </a:fld>
            <a:r>
              <a:rPr lang="en-US" altLang="zh-CN" sz="1200" b="0">
                <a:solidFill>
                  <a:srgbClr val="4D4D4D"/>
                </a:solidFill>
                <a:latin typeface="Arial" panose="020B0604020202020204" pitchFamily="34" charset="0"/>
              </a:rPr>
              <a:t>-</a:t>
            </a:r>
          </a:p>
        </p:txBody>
      </p:sp>
      <p:sp>
        <p:nvSpPr>
          <p:cNvPr id="86019" name="Rectangle 2"/>
          <p:cNvSpPr>
            <a:spLocks noGrp="1" noChangeArrowheads="1"/>
          </p:cNvSpPr>
          <p:nvPr>
            <p:ph type="title"/>
          </p:nvPr>
        </p:nvSpPr>
        <p:spPr/>
        <p:txBody>
          <a:bodyPr/>
          <a:lstStyle/>
          <a:p>
            <a:pPr eaLnBrk="1" hangingPunct="1"/>
            <a:r>
              <a:rPr lang="zh-CN" altLang="en-US"/>
              <a:t>“借书”用例实现的顺序图</a:t>
            </a:r>
          </a:p>
        </p:txBody>
      </p:sp>
      <p:pic>
        <p:nvPicPr>
          <p:cNvPr id="86020"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135188" y="1011238"/>
            <a:ext cx="7777162" cy="55864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92900" name="Oval 4"/>
          <p:cNvSpPr>
            <a:spLocks noChangeArrowheads="1"/>
          </p:cNvSpPr>
          <p:nvPr/>
        </p:nvSpPr>
        <p:spPr bwMode="auto">
          <a:xfrm>
            <a:off x="2135189" y="3068639"/>
            <a:ext cx="2016125" cy="503237"/>
          </a:xfrm>
          <a:prstGeom prst="ellipse">
            <a:avLst/>
          </a:prstGeom>
          <a:noFill/>
          <a:ln w="25400">
            <a:solidFill>
              <a:srgbClr val="FF0000"/>
            </a:solidFill>
            <a:miter lim="800000"/>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592901" name="Oval 5"/>
          <p:cNvSpPr>
            <a:spLocks noChangeArrowheads="1"/>
          </p:cNvSpPr>
          <p:nvPr/>
        </p:nvSpPr>
        <p:spPr bwMode="auto">
          <a:xfrm>
            <a:off x="6240463" y="3284538"/>
            <a:ext cx="2305050" cy="431800"/>
          </a:xfrm>
          <a:prstGeom prst="ellipse">
            <a:avLst/>
          </a:prstGeom>
          <a:noFill/>
          <a:ln w="25400">
            <a:solidFill>
              <a:srgbClr val="FF0000"/>
            </a:solidFill>
            <a:miter lim="800000"/>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Tree>
  </p:cSld>
  <p:clrMapOvr>
    <a:masterClrMapping/>
  </p:clrMapOvr>
  <p:transition spd="slow">
    <p:comb/>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592900"/>
                                        </p:tgtEl>
                                        <p:attrNameLst>
                                          <p:attrName>style.visibility</p:attrName>
                                        </p:attrNameLst>
                                      </p:cBhvr>
                                      <p:to>
                                        <p:strVal val="visible"/>
                                      </p:to>
                                    </p:set>
                                    <p:animEffect transition="in" filter="dissolve">
                                      <p:cBhvr>
                                        <p:cTn id="7" dur="500"/>
                                        <p:tgtEl>
                                          <p:spTgt spid="592900"/>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grpId="0" nodeType="clickEffect">
                                  <p:stCondLst>
                                    <p:cond delay="0"/>
                                  </p:stCondLst>
                                  <p:childTnLst>
                                    <p:set>
                                      <p:cBhvr>
                                        <p:cTn id="11" dur="1" fill="hold">
                                          <p:stCondLst>
                                            <p:cond delay="0"/>
                                          </p:stCondLst>
                                        </p:cTn>
                                        <p:tgtEl>
                                          <p:spTgt spid="592901"/>
                                        </p:tgtEl>
                                        <p:attrNameLst>
                                          <p:attrName>style.visibility</p:attrName>
                                        </p:attrNameLst>
                                      </p:cBhvr>
                                      <p:to>
                                        <p:strVal val="visible"/>
                                      </p:to>
                                    </p:set>
                                    <p:animEffect transition="in" filter="dissolve">
                                      <p:cBhvr>
                                        <p:cTn id="12" dur="500"/>
                                        <p:tgtEl>
                                          <p:spTgt spid="59290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92900" grpId="0" bldLvl="0" animBg="1"/>
      <p:bldP spid="592901" grpId="0" bldLvl="0" animBg="1"/>
    </p:bld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114" name="灯片编号占位符 5"/>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b="1">
                <a:solidFill>
                  <a:schemeClr val="tx1"/>
                </a:solidFill>
                <a:latin typeface="Tahoma" panose="020B0604030504040204" pitchFamily="34" charset="0"/>
                <a:ea typeface="宋体" panose="02010600030101010101" pitchFamily="2" charset="-122"/>
              </a:defRPr>
            </a:lvl1pPr>
            <a:lvl2pPr marL="742950" indent="-285750" eaLnBrk="0" hangingPunct="0">
              <a:defRPr kumimoji="1" sz="2400" b="1">
                <a:solidFill>
                  <a:schemeClr val="tx1"/>
                </a:solidFill>
                <a:latin typeface="Tahoma" panose="020B0604030504040204" pitchFamily="34" charset="0"/>
                <a:ea typeface="宋体" panose="02010600030101010101" pitchFamily="2" charset="-122"/>
              </a:defRPr>
            </a:lvl2pPr>
            <a:lvl3pPr marL="1143000" indent="-228600" eaLnBrk="0" hangingPunct="0">
              <a:defRPr kumimoji="1" sz="2400" b="1">
                <a:solidFill>
                  <a:schemeClr val="tx1"/>
                </a:solidFill>
                <a:latin typeface="Tahoma" panose="020B0604030504040204" pitchFamily="34" charset="0"/>
                <a:ea typeface="宋体" panose="02010600030101010101" pitchFamily="2" charset="-122"/>
              </a:defRPr>
            </a:lvl3pPr>
            <a:lvl4pPr marL="1600200" indent="-228600" eaLnBrk="0" hangingPunct="0">
              <a:defRPr kumimoji="1" sz="2400" b="1">
                <a:solidFill>
                  <a:schemeClr val="tx1"/>
                </a:solidFill>
                <a:latin typeface="Tahoma" panose="020B0604030504040204" pitchFamily="34" charset="0"/>
                <a:ea typeface="宋体" panose="02010600030101010101" pitchFamily="2" charset="-122"/>
              </a:defRPr>
            </a:lvl4pPr>
            <a:lvl5pPr marL="2057400" indent="-228600" eaLnBrk="0" hangingPunct="0">
              <a:defRPr kumimoji="1" sz="2400" b="1">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9pPr>
          </a:lstStyle>
          <a:p>
            <a:pPr eaLnBrk="1" hangingPunct="1"/>
            <a:r>
              <a:rPr lang="en-US" altLang="zh-CN" sz="1200" b="0">
                <a:solidFill>
                  <a:srgbClr val="4D4D4D"/>
                </a:solidFill>
                <a:latin typeface="Arial" panose="020B0604020202020204" pitchFamily="34" charset="0"/>
              </a:rPr>
              <a:t>-</a:t>
            </a:r>
            <a:fld id="{B215DF27-4A2A-4234-BAAE-522F26EDB1F3}" type="slidenum">
              <a:rPr lang="en-US" altLang="zh-CN" sz="1200" b="0">
                <a:solidFill>
                  <a:srgbClr val="4D4D4D"/>
                </a:solidFill>
                <a:latin typeface="Arial" panose="020B0604020202020204" pitchFamily="34" charset="0"/>
              </a:rPr>
              <a:t>39</a:t>
            </a:fld>
            <a:r>
              <a:rPr lang="en-US" altLang="zh-CN" sz="1200" b="0">
                <a:solidFill>
                  <a:srgbClr val="4D4D4D"/>
                </a:solidFill>
                <a:latin typeface="Arial" panose="020B0604020202020204" pitchFamily="34" charset="0"/>
              </a:rPr>
              <a:t>-</a:t>
            </a:r>
          </a:p>
        </p:txBody>
      </p:sp>
      <p:sp>
        <p:nvSpPr>
          <p:cNvPr id="90115" name="Rectangle 2"/>
          <p:cNvSpPr>
            <a:spLocks noGrp="1" noChangeArrowheads="1"/>
          </p:cNvSpPr>
          <p:nvPr>
            <p:ph type="title"/>
          </p:nvPr>
        </p:nvSpPr>
        <p:spPr/>
        <p:txBody>
          <a:bodyPr/>
          <a:lstStyle/>
          <a:p>
            <a:pPr eaLnBrk="1" hangingPunct="1"/>
            <a:r>
              <a:rPr lang="zh-CN" altLang="en-US" dirty="0"/>
              <a:t>通信图的核心概念</a:t>
            </a:r>
          </a:p>
        </p:txBody>
      </p:sp>
      <p:sp>
        <p:nvSpPr>
          <p:cNvPr id="90116" name="Rectangle 3"/>
          <p:cNvSpPr>
            <a:spLocks noGrp="1" noChangeArrowheads="1"/>
          </p:cNvSpPr>
          <p:nvPr>
            <p:ph type="body" idx="1"/>
          </p:nvPr>
        </p:nvSpPr>
        <p:spPr/>
        <p:txBody>
          <a:bodyPr/>
          <a:lstStyle/>
          <a:p>
            <a:pPr eaLnBrk="1" hangingPunct="1">
              <a:lnSpc>
                <a:spcPct val="90000"/>
              </a:lnSpc>
            </a:pPr>
            <a:r>
              <a:rPr lang="zh-CN" altLang="en-US" dirty="0"/>
              <a:t>通信图</a:t>
            </a:r>
            <a:r>
              <a:rPr lang="en-US" altLang="zh-CN" dirty="0"/>
              <a:t>(Communication Diagram)</a:t>
            </a:r>
            <a:r>
              <a:rPr lang="zh-CN" altLang="en-US" dirty="0"/>
              <a:t>是用于描述一组对象在协作过程中如何互相通信的模型图*（交互图基本功能），强调对象在交互中承担的角色，侧重于展示对象之间的关系。</a:t>
            </a:r>
          </a:p>
          <a:p>
            <a:pPr lvl="1" eaLnBrk="1" hangingPunct="1">
              <a:lnSpc>
                <a:spcPct val="90000"/>
              </a:lnSpc>
            </a:pPr>
            <a:r>
              <a:rPr lang="en-US" altLang="zh-CN" dirty="0"/>
              <a:t>UML 1.x</a:t>
            </a:r>
            <a:r>
              <a:rPr lang="zh-CN" altLang="en-US" dirty="0"/>
              <a:t>中称为协作图</a:t>
            </a:r>
            <a:r>
              <a:rPr lang="en-US" altLang="zh-CN" dirty="0"/>
              <a:t>(Collaboration Diagram)</a:t>
            </a:r>
          </a:p>
          <a:p>
            <a:pPr lvl="1" eaLnBrk="1" hangingPunct="1">
              <a:lnSpc>
                <a:spcPct val="90000"/>
              </a:lnSpc>
            </a:pPr>
            <a:r>
              <a:rPr lang="zh-CN" altLang="en-US" dirty="0"/>
              <a:t>表示一组对象间关系以及交互活动</a:t>
            </a:r>
          </a:p>
          <a:p>
            <a:pPr eaLnBrk="1" hangingPunct="1">
              <a:lnSpc>
                <a:spcPct val="90000"/>
              </a:lnSpc>
            </a:pPr>
            <a:r>
              <a:rPr kumimoji="0" lang="zh-CN" altLang="en-US" dirty="0"/>
              <a:t>核心概</a:t>
            </a:r>
            <a:r>
              <a:rPr lang="zh-CN" altLang="en-US" dirty="0"/>
              <a:t>念</a:t>
            </a:r>
          </a:p>
          <a:p>
            <a:pPr lvl="1" eaLnBrk="1" hangingPunct="1">
              <a:lnSpc>
                <a:spcPct val="90000"/>
              </a:lnSpc>
            </a:pPr>
            <a:r>
              <a:rPr lang="zh-CN" altLang="en-US" dirty="0"/>
              <a:t>对象、协作角色</a:t>
            </a:r>
          </a:p>
          <a:p>
            <a:pPr lvl="1" eaLnBrk="1" hangingPunct="1">
              <a:lnSpc>
                <a:spcPct val="90000"/>
              </a:lnSpc>
            </a:pPr>
            <a:r>
              <a:rPr lang="zh-CN" altLang="en-US" dirty="0"/>
              <a:t>协作、交互、消息 </a:t>
            </a:r>
          </a:p>
          <a:p>
            <a:pPr eaLnBrk="1" hangingPunct="1">
              <a:lnSpc>
                <a:spcPct val="90000"/>
              </a:lnSpc>
            </a:pPr>
            <a:r>
              <a:rPr lang="zh-CN" altLang="en-US" dirty="0"/>
              <a:t>推荐使用场合</a:t>
            </a:r>
          </a:p>
          <a:p>
            <a:pPr lvl="1" eaLnBrk="1" hangingPunct="1">
              <a:lnSpc>
                <a:spcPct val="90000"/>
              </a:lnSpc>
            </a:pPr>
            <a:r>
              <a:rPr lang="zh-CN" altLang="en-US" dirty="0"/>
              <a:t>用例分析、用例设计</a:t>
            </a:r>
            <a:endParaRPr lang="en-US" altLang="zh-CN" dirty="0"/>
          </a:p>
        </p:txBody>
      </p:sp>
    </p:spTree>
  </p:cSld>
  <p:clrMapOvr>
    <a:masterClrMapping/>
  </p:clrMapOvr>
  <p:transition spd="slow">
    <p:comb/>
  </p:transition>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9570" name="灯片编号占位符 5"/>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b="1">
                <a:solidFill>
                  <a:schemeClr val="tx1"/>
                </a:solidFill>
                <a:latin typeface="Tahoma" panose="020B0604030504040204" pitchFamily="34" charset="0"/>
                <a:ea typeface="宋体" panose="02010600030101010101" pitchFamily="2" charset="-122"/>
              </a:defRPr>
            </a:lvl1pPr>
            <a:lvl2pPr marL="742950" indent="-285750" eaLnBrk="0" hangingPunct="0">
              <a:defRPr kumimoji="1" sz="2400" b="1">
                <a:solidFill>
                  <a:schemeClr val="tx1"/>
                </a:solidFill>
                <a:latin typeface="Tahoma" panose="020B0604030504040204" pitchFamily="34" charset="0"/>
                <a:ea typeface="宋体" panose="02010600030101010101" pitchFamily="2" charset="-122"/>
              </a:defRPr>
            </a:lvl2pPr>
            <a:lvl3pPr marL="1143000" indent="-228600" eaLnBrk="0" hangingPunct="0">
              <a:defRPr kumimoji="1" sz="2400" b="1">
                <a:solidFill>
                  <a:schemeClr val="tx1"/>
                </a:solidFill>
                <a:latin typeface="Tahoma" panose="020B0604030504040204" pitchFamily="34" charset="0"/>
                <a:ea typeface="宋体" panose="02010600030101010101" pitchFamily="2" charset="-122"/>
              </a:defRPr>
            </a:lvl3pPr>
            <a:lvl4pPr marL="1600200" indent="-228600" eaLnBrk="0" hangingPunct="0">
              <a:defRPr kumimoji="1" sz="2400" b="1">
                <a:solidFill>
                  <a:schemeClr val="tx1"/>
                </a:solidFill>
                <a:latin typeface="Tahoma" panose="020B0604030504040204" pitchFamily="34" charset="0"/>
                <a:ea typeface="宋体" panose="02010600030101010101" pitchFamily="2" charset="-122"/>
              </a:defRPr>
            </a:lvl4pPr>
            <a:lvl5pPr marL="2057400" indent="-228600" eaLnBrk="0" hangingPunct="0">
              <a:defRPr kumimoji="1" sz="2400" b="1">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9pPr>
          </a:lstStyle>
          <a:p>
            <a:pPr eaLnBrk="1" hangingPunct="1"/>
            <a:r>
              <a:rPr lang="en-US" altLang="zh-CN" sz="1200" b="0">
                <a:solidFill>
                  <a:srgbClr val="4D4D4D"/>
                </a:solidFill>
                <a:latin typeface="Arial" panose="020B0604020202020204" pitchFamily="34" charset="0"/>
              </a:rPr>
              <a:t>-</a:t>
            </a:r>
            <a:fld id="{8F2BD776-A74B-4817-BAC0-2EA769B53F5D}" type="slidenum">
              <a:rPr lang="en-US" altLang="zh-CN" sz="1200" b="0">
                <a:solidFill>
                  <a:srgbClr val="4D4D4D"/>
                </a:solidFill>
                <a:latin typeface="Arial" panose="020B0604020202020204" pitchFamily="34" charset="0"/>
              </a:rPr>
              <a:t>40</a:t>
            </a:fld>
            <a:r>
              <a:rPr lang="en-US" altLang="zh-CN" sz="1200" b="0">
                <a:solidFill>
                  <a:srgbClr val="4D4D4D"/>
                </a:solidFill>
                <a:latin typeface="Arial" panose="020B0604020202020204" pitchFamily="34" charset="0"/>
              </a:rPr>
              <a:t>-</a:t>
            </a:r>
          </a:p>
        </p:txBody>
      </p:sp>
      <p:sp>
        <p:nvSpPr>
          <p:cNvPr id="109571" name="Rectangle 2"/>
          <p:cNvSpPr>
            <a:spLocks noGrp="1" noChangeArrowheads="1"/>
          </p:cNvSpPr>
          <p:nvPr>
            <p:ph type="title"/>
          </p:nvPr>
        </p:nvSpPr>
        <p:spPr/>
        <p:txBody>
          <a:bodyPr/>
          <a:lstStyle/>
          <a:p>
            <a:pPr eaLnBrk="1" hangingPunct="1"/>
            <a:r>
              <a:rPr lang="zh-CN" altLang="en-US" dirty="0"/>
              <a:t>通信图元语详解</a:t>
            </a:r>
          </a:p>
        </p:txBody>
      </p:sp>
      <p:pic>
        <p:nvPicPr>
          <p:cNvPr id="109573" name="Picture 5"/>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309813" y="1781176"/>
            <a:ext cx="7313612" cy="3076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spd="slow">
    <p:comb/>
  </p:transition>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1138" name="灯片编号占位符 5"/>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b="1">
                <a:solidFill>
                  <a:schemeClr val="tx1"/>
                </a:solidFill>
                <a:latin typeface="Tahoma" panose="020B0604030504040204" pitchFamily="34" charset="0"/>
                <a:ea typeface="宋体" panose="02010600030101010101" pitchFamily="2" charset="-122"/>
              </a:defRPr>
            </a:lvl1pPr>
            <a:lvl2pPr marL="742950" indent="-285750" eaLnBrk="0" hangingPunct="0">
              <a:defRPr kumimoji="1" sz="2400" b="1">
                <a:solidFill>
                  <a:schemeClr val="tx1"/>
                </a:solidFill>
                <a:latin typeface="Tahoma" panose="020B0604030504040204" pitchFamily="34" charset="0"/>
                <a:ea typeface="宋体" panose="02010600030101010101" pitchFamily="2" charset="-122"/>
              </a:defRPr>
            </a:lvl2pPr>
            <a:lvl3pPr marL="1143000" indent="-228600" eaLnBrk="0" hangingPunct="0">
              <a:defRPr kumimoji="1" sz="2400" b="1">
                <a:solidFill>
                  <a:schemeClr val="tx1"/>
                </a:solidFill>
                <a:latin typeface="Tahoma" panose="020B0604030504040204" pitchFamily="34" charset="0"/>
                <a:ea typeface="宋体" panose="02010600030101010101" pitchFamily="2" charset="-122"/>
              </a:defRPr>
            </a:lvl3pPr>
            <a:lvl4pPr marL="1600200" indent="-228600" eaLnBrk="0" hangingPunct="0">
              <a:defRPr kumimoji="1" sz="2400" b="1">
                <a:solidFill>
                  <a:schemeClr val="tx1"/>
                </a:solidFill>
                <a:latin typeface="Tahoma" panose="020B0604030504040204" pitchFamily="34" charset="0"/>
                <a:ea typeface="宋体" panose="02010600030101010101" pitchFamily="2" charset="-122"/>
              </a:defRPr>
            </a:lvl4pPr>
            <a:lvl5pPr marL="2057400" indent="-228600" eaLnBrk="0" hangingPunct="0">
              <a:defRPr kumimoji="1" sz="2400" b="1">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9pPr>
          </a:lstStyle>
          <a:p>
            <a:pPr eaLnBrk="1" hangingPunct="1"/>
            <a:r>
              <a:rPr lang="en-US" altLang="zh-CN" sz="1200" b="0">
                <a:solidFill>
                  <a:srgbClr val="4D4D4D"/>
                </a:solidFill>
                <a:latin typeface="Arial" panose="020B0604020202020204" pitchFamily="34" charset="0"/>
              </a:rPr>
              <a:t>-</a:t>
            </a:r>
            <a:fld id="{5FF2B989-13FE-41B5-A636-39B86FCA6404}" type="slidenum">
              <a:rPr lang="en-US" altLang="zh-CN" sz="1200" b="0">
                <a:solidFill>
                  <a:srgbClr val="4D4D4D"/>
                </a:solidFill>
                <a:latin typeface="Arial" panose="020B0604020202020204" pitchFamily="34" charset="0"/>
              </a:rPr>
              <a:t>41</a:t>
            </a:fld>
            <a:r>
              <a:rPr lang="en-US" altLang="zh-CN" sz="1200" b="0">
                <a:solidFill>
                  <a:srgbClr val="4D4D4D"/>
                </a:solidFill>
                <a:latin typeface="Arial" panose="020B0604020202020204" pitchFamily="34" charset="0"/>
              </a:rPr>
              <a:t>-</a:t>
            </a:r>
          </a:p>
        </p:txBody>
      </p:sp>
      <p:sp>
        <p:nvSpPr>
          <p:cNvPr id="91139" name="Rectangle 2"/>
          <p:cNvSpPr>
            <a:spLocks noGrp="1" noChangeArrowheads="1"/>
          </p:cNvSpPr>
          <p:nvPr>
            <p:ph type="title"/>
          </p:nvPr>
        </p:nvSpPr>
        <p:spPr/>
        <p:txBody>
          <a:bodyPr/>
          <a:lstStyle/>
          <a:p>
            <a:pPr eaLnBrk="1" hangingPunct="1"/>
            <a:r>
              <a:rPr lang="zh-CN" altLang="en-US"/>
              <a:t>“借书”用例实现的通信图</a:t>
            </a:r>
          </a:p>
        </p:txBody>
      </p:sp>
      <p:pic>
        <p:nvPicPr>
          <p:cNvPr id="91140"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668463" y="1554164"/>
            <a:ext cx="8820150" cy="3819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spd="slow">
    <p:comb/>
  </p:transition>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灯片编号占位符 5"/>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b="1">
                <a:solidFill>
                  <a:schemeClr val="tx1"/>
                </a:solidFill>
                <a:latin typeface="Tahoma" panose="020B0604030504040204" pitchFamily="34" charset="0"/>
                <a:ea typeface="宋体" panose="02010600030101010101" pitchFamily="2" charset="-122"/>
              </a:defRPr>
            </a:lvl1pPr>
            <a:lvl2pPr marL="742950" indent="-285750" eaLnBrk="0" hangingPunct="0">
              <a:defRPr kumimoji="1" sz="2400" b="1">
                <a:solidFill>
                  <a:schemeClr val="tx1"/>
                </a:solidFill>
                <a:latin typeface="Tahoma" panose="020B0604030504040204" pitchFamily="34" charset="0"/>
                <a:ea typeface="宋体" panose="02010600030101010101" pitchFamily="2" charset="-122"/>
              </a:defRPr>
            </a:lvl2pPr>
            <a:lvl3pPr marL="1143000" indent="-228600" eaLnBrk="0" hangingPunct="0">
              <a:defRPr kumimoji="1" sz="2400" b="1">
                <a:solidFill>
                  <a:schemeClr val="tx1"/>
                </a:solidFill>
                <a:latin typeface="Tahoma" panose="020B0604030504040204" pitchFamily="34" charset="0"/>
                <a:ea typeface="宋体" panose="02010600030101010101" pitchFamily="2" charset="-122"/>
              </a:defRPr>
            </a:lvl3pPr>
            <a:lvl4pPr marL="1600200" indent="-228600" eaLnBrk="0" hangingPunct="0">
              <a:defRPr kumimoji="1" sz="2400" b="1">
                <a:solidFill>
                  <a:schemeClr val="tx1"/>
                </a:solidFill>
                <a:latin typeface="Tahoma" panose="020B0604030504040204" pitchFamily="34" charset="0"/>
                <a:ea typeface="宋体" panose="02010600030101010101" pitchFamily="2" charset="-122"/>
              </a:defRPr>
            </a:lvl4pPr>
            <a:lvl5pPr marL="2057400" indent="-228600" eaLnBrk="0" hangingPunct="0">
              <a:defRPr kumimoji="1" sz="2400" b="1">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9pPr>
          </a:lstStyle>
          <a:p>
            <a:pPr eaLnBrk="1" hangingPunct="1"/>
            <a:r>
              <a:rPr lang="en-US" altLang="zh-CN" sz="1200" b="0">
                <a:solidFill>
                  <a:srgbClr val="4D4D4D"/>
                </a:solidFill>
                <a:latin typeface="Arial" panose="020B0604020202020204" pitchFamily="34" charset="0"/>
              </a:rPr>
              <a:t>-</a:t>
            </a:r>
            <a:fld id="{048E1B0A-669A-4EA5-B7CC-917843561354}" type="slidenum">
              <a:rPr lang="en-US" altLang="zh-CN" sz="1200" b="0">
                <a:solidFill>
                  <a:srgbClr val="4D4D4D"/>
                </a:solidFill>
                <a:latin typeface="Arial" panose="020B0604020202020204" pitchFamily="34" charset="0"/>
              </a:rPr>
              <a:t>42</a:t>
            </a:fld>
            <a:r>
              <a:rPr lang="en-US" altLang="zh-CN" sz="1200" b="0">
                <a:solidFill>
                  <a:srgbClr val="4D4D4D"/>
                </a:solidFill>
                <a:latin typeface="Arial" panose="020B0604020202020204" pitchFamily="34" charset="0"/>
              </a:rPr>
              <a:t>-</a:t>
            </a:r>
          </a:p>
        </p:txBody>
      </p:sp>
      <p:sp>
        <p:nvSpPr>
          <p:cNvPr id="19459" name="Rectangle 2"/>
          <p:cNvSpPr>
            <a:spLocks noGrp="1" noChangeArrowheads="1"/>
          </p:cNvSpPr>
          <p:nvPr>
            <p:ph type="title"/>
          </p:nvPr>
        </p:nvSpPr>
        <p:spPr>
          <a:xfrm>
            <a:off x="911424" y="1628800"/>
            <a:ext cx="10063501" cy="647700"/>
          </a:xfrm>
        </p:spPr>
        <p:txBody>
          <a:bodyPr/>
          <a:lstStyle/>
          <a:p>
            <a:pPr eaLnBrk="1" hangingPunct="1"/>
            <a:r>
              <a:rPr lang="zh-CN" altLang="en-US" dirty="0"/>
              <a:t>问题</a:t>
            </a:r>
            <a:r>
              <a:rPr lang="en-US" altLang="zh-CN" dirty="0"/>
              <a:t>5</a:t>
            </a:r>
            <a:r>
              <a:rPr lang="zh-CN" altLang="en-US" dirty="0"/>
              <a:t>：分析</a:t>
            </a:r>
            <a:r>
              <a:rPr lang="en-US" altLang="zh-CN" dirty="0"/>
              <a:t>"</a:t>
            </a:r>
            <a:r>
              <a:rPr lang="zh-CN" altLang="en-US" dirty="0"/>
              <a:t>借书</a:t>
            </a:r>
            <a:r>
              <a:rPr lang="en-US" altLang="zh-CN" dirty="0"/>
              <a:t>"</a:t>
            </a:r>
            <a:r>
              <a:rPr lang="zh-CN" altLang="en-US" dirty="0"/>
              <a:t>用例，以下哪种情况更适合用协作图？</a:t>
            </a:r>
            <a:endParaRPr lang="en-US" altLang="zh-CN" dirty="0"/>
          </a:p>
        </p:txBody>
      </p:sp>
      <p:sp>
        <p:nvSpPr>
          <p:cNvPr id="2" name="内容占位符 1"/>
          <p:cNvSpPr>
            <a:spLocks noGrp="1"/>
          </p:cNvSpPr>
          <p:nvPr>
            <p:ph idx="1"/>
          </p:nvPr>
        </p:nvSpPr>
        <p:spPr>
          <a:xfrm>
            <a:off x="1127448" y="2601069"/>
            <a:ext cx="10872184" cy="3960863"/>
          </a:xfrm>
        </p:spPr>
        <p:txBody>
          <a:bodyPr/>
          <a:lstStyle/>
          <a:p>
            <a:pPr marL="0" indent="0">
              <a:buNone/>
            </a:pPr>
            <a:r>
              <a:rPr lang="en-US" altLang="zh-CN" dirty="0"/>
              <a:t>A. </a:t>
            </a:r>
            <a:r>
              <a:rPr lang="zh-CN" altLang="en-US" dirty="0"/>
              <a:t>需要精确表达消息的时间顺序和实时约束</a:t>
            </a:r>
            <a:br>
              <a:rPr lang="zh-CN" altLang="en-US" dirty="0"/>
            </a:br>
            <a:r>
              <a:rPr lang="en-US" altLang="zh-CN" dirty="0"/>
              <a:t>B. </a:t>
            </a:r>
            <a:r>
              <a:rPr lang="zh-CN" altLang="en-US" dirty="0"/>
              <a:t>需要展示对象间的动态连接关系，进行架构讨论</a:t>
            </a:r>
            <a:br>
              <a:rPr lang="zh-CN" altLang="en-US" dirty="0"/>
            </a:br>
            <a:r>
              <a:rPr lang="en-US" altLang="zh-CN" dirty="0"/>
              <a:t>C. </a:t>
            </a:r>
            <a:r>
              <a:rPr lang="zh-CN" altLang="en-US" dirty="0"/>
              <a:t>需要描述复杂的多分支和循环控制流</a:t>
            </a:r>
            <a:br>
              <a:rPr lang="zh-CN" altLang="en-US" dirty="0"/>
            </a:br>
            <a:r>
              <a:rPr lang="en-US" altLang="zh-CN" dirty="0"/>
              <a:t>D. </a:t>
            </a:r>
            <a:r>
              <a:rPr lang="zh-CN" altLang="en-US" dirty="0"/>
              <a:t>需要向非技术人员演示系统操作流程</a:t>
            </a:r>
          </a:p>
        </p:txBody>
      </p:sp>
    </p:spTree>
  </p:cSld>
  <p:clrMapOvr>
    <a:masterClrMapping/>
  </p:clrMapOvr>
  <p:transition spd="slow">
    <p:comb/>
  </p:transition>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灯片编号占位符 5"/>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b="1">
                <a:solidFill>
                  <a:schemeClr val="tx1"/>
                </a:solidFill>
                <a:latin typeface="Tahoma" panose="020B0604030504040204" pitchFamily="34" charset="0"/>
                <a:ea typeface="宋体" panose="02010600030101010101" pitchFamily="2" charset="-122"/>
              </a:defRPr>
            </a:lvl1pPr>
            <a:lvl2pPr marL="742950" indent="-285750" eaLnBrk="0" hangingPunct="0">
              <a:defRPr kumimoji="1" sz="2400" b="1">
                <a:solidFill>
                  <a:schemeClr val="tx1"/>
                </a:solidFill>
                <a:latin typeface="Tahoma" panose="020B0604030504040204" pitchFamily="34" charset="0"/>
                <a:ea typeface="宋体" panose="02010600030101010101" pitchFamily="2" charset="-122"/>
              </a:defRPr>
            </a:lvl2pPr>
            <a:lvl3pPr marL="1143000" indent="-228600" eaLnBrk="0" hangingPunct="0">
              <a:defRPr kumimoji="1" sz="2400" b="1">
                <a:solidFill>
                  <a:schemeClr val="tx1"/>
                </a:solidFill>
                <a:latin typeface="Tahoma" panose="020B0604030504040204" pitchFamily="34" charset="0"/>
                <a:ea typeface="宋体" panose="02010600030101010101" pitchFamily="2" charset="-122"/>
              </a:defRPr>
            </a:lvl3pPr>
            <a:lvl4pPr marL="1600200" indent="-228600" eaLnBrk="0" hangingPunct="0">
              <a:defRPr kumimoji="1" sz="2400" b="1">
                <a:solidFill>
                  <a:schemeClr val="tx1"/>
                </a:solidFill>
                <a:latin typeface="Tahoma" panose="020B0604030504040204" pitchFamily="34" charset="0"/>
                <a:ea typeface="宋体" panose="02010600030101010101" pitchFamily="2" charset="-122"/>
              </a:defRPr>
            </a:lvl4pPr>
            <a:lvl5pPr marL="2057400" indent="-228600" eaLnBrk="0" hangingPunct="0">
              <a:defRPr kumimoji="1" sz="2400" b="1">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9pPr>
          </a:lstStyle>
          <a:p>
            <a:pPr eaLnBrk="1" hangingPunct="1"/>
            <a:r>
              <a:rPr lang="en-US" altLang="zh-CN" sz="1200" b="0">
                <a:solidFill>
                  <a:srgbClr val="4D4D4D"/>
                </a:solidFill>
                <a:latin typeface="Arial" panose="020B0604020202020204" pitchFamily="34" charset="0"/>
              </a:rPr>
              <a:t>-</a:t>
            </a:r>
            <a:fld id="{048E1B0A-669A-4EA5-B7CC-917843561354}" type="slidenum">
              <a:rPr lang="en-US" altLang="zh-CN" sz="1200" b="0">
                <a:solidFill>
                  <a:srgbClr val="4D4D4D"/>
                </a:solidFill>
                <a:latin typeface="Arial" panose="020B0604020202020204" pitchFamily="34" charset="0"/>
              </a:rPr>
              <a:t>43</a:t>
            </a:fld>
            <a:r>
              <a:rPr lang="en-US" altLang="zh-CN" sz="1200" b="0">
                <a:solidFill>
                  <a:srgbClr val="4D4D4D"/>
                </a:solidFill>
                <a:latin typeface="Arial" panose="020B0604020202020204" pitchFamily="34" charset="0"/>
              </a:rPr>
              <a:t>-</a:t>
            </a:r>
          </a:p>
        </p:txBody>
      </p:sp>
      <p:sp>
        <p:nvSpPr>
          <p:cNvPr id="19459" name="Rectangle 2"/>
          <p:cNvSpPr>
            <a:spLocks noGrp="1" noChangeArrowheads="1"/>
          </p:cNvSpPr>
          <p:nvPr>
            <p:ph type="title"/>
          </p:nvPr>
        </p:nvSpPr>
        <p:spPr>
          <a:xfrm>
            <a:off x="911424" y="1628800"/>
            <a:ext cx="10063501" cy="647700"/>
          </a:xfrm>
        </p:spPr>
        <p:txBody>
          <a:bodyPr/>
          <a:lstStyle/>
          <a:p>
            <a:pPr eaLnBrk="1" hangingPunct="1"/>
            <a:r>
              <a:rPr lang="zh-CN" altLang="en-US" dirty="0"/>
              <a:t>问题</a:t>
            </a:r>
            <a:r>
              <a:rPr lang="en-US" altLang="zh-CN" dirty="0"/>
              <a:t>5</a:t>
            </a:r>
            <a:r>
              <a:rPr lang="zh-CN" altLang="en-US" dirty="0"/>
              <a:t>：分析</a:t>
            </a:r>
            <a:r>
              <a:rPr lang="en-US" altLang="zh-CN" dirty="0"/>
              <a:t>"</a:t>
            </a:r>
            <a:r>
              <a:rPr lang="zh-CN" altLang="en-US" dirty="0"/>
              <a:t>借书</a:t>
            </a:r>
            <a:r>
              <a:rPr lang="en-US" altLang="zh-CN" dirty="0"/>
              <a:t>"</a:t>
            </a:r>
            <a:r>
              <a:rPr lang="zh-CN" altLang="en-US" dirty="0"/>
              <a:t>用例，以下哪种情况更适合用协作图？</a:t>
            </a:r>
            <a:endParaRPr lang="en-US" altLang="zh-CN" dirty="0"/>
          </a:p>
        </p:txBody>
      </p:sp>
      <p:sp>
        <p:nvSpPr>
          <p:cNvPr id="2" name="内容占位符 1"/>
          <p:cNvSpPr>
            <a:spLocks noGrp="1"/>
          </p:cNvSpPr>
          <p:nvPr>
            <p:ph idx="1"/>
          </p:nvPr>
        </p:nvSpPr>
        <p:spPr>
          <a:xfrm>
            <a:off x="1127448" y="2601069"/>
            <a:ext cx="10872184" cy="3960863"/>
          </a:xfrm>
        </p:spPr>
        <p:txBody>
          <a:bodyPr/>
          <a:lstStyle/>
          <a:p>
            <a:pPr marL="0" indent="0">
              <a:buNone/>
            </a:pPr>
            <a:r>
              <a:rPr lang="en-US" altLang="zh-CN" dirty="0"/>
              <a:t>A. </a:t>
            </a:r>
            <a:r>
              <a:rPr lang="zh-CN" altLang="en-US" dirty="0"/>
              <a:t>需要精确表达消息的时间顺序和实时约束</a:t>
            </a:r>
            <a:br>
              <a:rPr lang="zh-CN" altLang="en-US" dirty="0"/>
            </a:br>
            <a:r>
              <a:rPr lang="en-US" altLang="zh-CN" dirty="0">
                <a:solidFill>
                  <a:srgbClr val="FF0000"/>
                </a:solidFill>
              </a:rPr>
              <a:t>B. </a:t>
            </a:r>
            <a:r>
              <a:rPr lang="zh-CN" altLang="en-US" dirty="0">
                <a:solidFill>
                  <a:srgbClr val="FF0000"/>
                </a:solidFill>
              </a:rPr>
              <a:t>需要展示对象间的动态连接关系，进行架构讨论</a:t>
            </a:r>
            <a:br>
              <a:rPr lang="zh-CN" altLang="en-US" dirty="0"/>
            </a:br>
            <a:r>
              <a:rPr lang="en-US" altLang="zh-CN" dirty="0"/>
              <a:t>C. </a:t>
            </a:r>
            <a:r>
              <a:rPr lang="zh-CN" altLang="en-US" dirty="0"/>
              <a:t>需要描述复杂的多分支和循环控制流</a:t>
            </a:r>
            <a:br>
              <a:rPr lang="zh-CN" altLang="en-US" dirty="0"/>
            </a:br>
            <a:r>
              <a:rPr lang="en-US" altLang="zh-CN" dirty="0"/>
              <a:t>D. </a:t>
            </a:r>
            <a:r>
              <a:rPr lang="zh-CN" altLang="en-US" dirty="0"/>
              <a:t>需要向非技术人员演示系统操作流程</a:t>
            </a:r>
          </a:p>
        </p:txBody>
      </p:sp>
    </p:spTree>
  </p:cSld>
  <p:clrMapOvr>
    <a:masterClrMapping/>
  </p:clrMapOvr>
  <p:transition spd="slow">
    <p:comb/>
  </p:transition>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1778" name="Rectangle 2"/>
          <p:cNvSpPr>
            <a:spLocks noGrp="1" noChangeArrowheads="1"/>
          </p:cNvSpPr>
          <p:nvPr>
            <p:ph type="ctrTitle"/>
          </p:nvPr>
        </p:nvSpPr>
        <p:spPr/>
        <p:txBody>
          <a:bodyPr/>
          <a:lstStyle/>
          <a:p>
            <a:pPr eaLnBrk="1" hangingPunct="1">
              <a:defRPr/>
            </a:pPr>
            <a:r>
              <a:rPr lang="zh-CN" altLang="en-US" dirty="0">
                <a:latin typeface="华文楷体" panose="02010600040101010101" pitchFamily="2" charset="-122"/>
                <a:ea typeface="华文楷体" panose="02010600040101010101" pitchFamily="2" charset="-122"/>
              </a:rPr>
              <a:t>第</a:t>
            </a:r>
            <a:r>
              <a:rPr lang="en-US" altLang="zh-CN" dirty="0">
                <a:latin typeface="华文楷体" panose="02010600040101010101" pitchFamily="2" charset="-122"/>
                <a:ea typeface="华文楷体" panose="02010600040101010101" pitchFamily="2" charset="-122"/>
              </a:rPr>
              <a:t>06</a:t>
            </a:r>
            <a:r>
              <a:rPr lang="zh-CN" altLang="en-US" dirty="0">
                <a:latin typeface="华文楷体" panose="02010600040101010101" pitchFamily="2" charset="-122"/>
                <a:ea typeface="华文楷体" panose="02010600040101010101" pitchFamily="2" charset="-122"/>
              </a:rPr>
              <a:t>章部署图</a:t>
            </a:r>
            <a:r>
              <a:rPr lang="en-US" altLang="zh-CN" dirty="0">
                <a:latin typeface="华文楷体" panose="02010600040101010101" pitchFamily="2" charset="-122"/>
                <a:ea typeface="华文楷体" panose="02010600040101010101" pitchFamily="2" charset="-122"/>
              </a:rPr>
              <a:t>——</a:t>
            </a:r>
            <a:r>
              <a:rPr lang="zh-CN" altLang="en-US" dirty="0">
                <a:latin typeface="华文楷体" panose="02010600040101010101" pitchFamily="2" charset="-122"/>
                <a:ea typeface="华文楷体" panose="02010600040101010101" pitchFamily="2" charset="-122"/>
              </a:rPr>
              <a:t>物理架构建模</a:t>
            </a:r>
          </a:p>
        </p:txBody>
      </p:sp>
      <p:sp>
        <p:nvSpPr>
          <p:cNvPr id="9219" name="Rectangle 3"/>
          <p:cNvSpPr>
            <a:spLocks noGrp="1" noChangeArrowheads="1"/>
          </p:cNvSpPr>
          <p:nvPr>
            <p:ph type="subTitle" idx="1"/>
          </p:nvPr>
        </p:nvSpPr>
        <p:spPr>
          <a:xfrm>
            <a:off x="1524000" y="3860800"/>
            <a:ext cx="9144000" cy="1752600"/>
          </a:xfrm>
        </p:spPr>
        <p:txBody>
          <a:bodyPr/>
          <a:lstStyle/>
          <a:p>
            <a:pPr eaLnBrk="1" hangingPunct="1"/>
            <a:r>
              <a:rPr lang="en-US" altLang="zh-CN" i="1" dirty="0">
                <a:solidFill>
                  <a:srgbClr val="003399"/>
                </a:solidFill>
              </a:rPr>
              <a:t>Deployment Diagram - Physical Architecture Modeling</a:t>
            </a:r>
            <a:endParaRPr lang="zh-CN" altLang="en-US" i="1" dirty="0">
              <a:solidFill>
                <a:srgbClr val="003399"/>
              </a:solidFill>
            </a:endParaRPr>
          </a:p>
        </p:txBody>
      </p:sp>
    </p:spTree>
  </p:cSld>
  <p:clrMapOvr>
    <a:masterClrMapping/>
  </p:clrMapOvr>
  <p:transition spd="slow">
    <p:comb/>
  </p:transition>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354" name="灯片编号占位符 5"/>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b="1">
                <a:solidFill>
                  <a:schemeClr val="tx1"/>
                </a:solidFill>
                <a:latin typeface="Tahoma" panose="020B0604030504040204" pitchFamily="34" charset="0"/>
                <a:ea typeface="宋体" panose="02010600030101010101" pitchFamily="2" charset="-122"/>
              </a:defRPr>
            </a:lvl1pPr>
            <a:lvl2pPr marL="742950" indent="-285750" eaLnBrk="0" hangingPunct="0">
              <a:defRPr kumimoji="1" sz="2400" b="1">
                <a:solidFill>
                  <a:schemeClr val="tx1"/>
                </a:solidFill>
                <a:latin typeface="Tahoma" panose="020B0604030504040204" pitchFamily="34" charset="0"/>
                <a:ea typeface="宋体" panose="02010600030101010101" pitchFamily="2" charset="-122"/>
              </a:defRPr>
            </a:lvl2pPr>
            <a:lvl3pPr marL="1143000" indent="-228600" eaLnBrk="0" hangingPunct="0">
              <a:defRPr kumimoji="1" sz="2400" b="1">
                <a:solidFill>
                  <a:schemeClr val="tx1"/>
                </a:solidFill>
                <a:latin typeface="Tahoma" panose="020B0604030504040204" pitchFamily="34" charset="0"/>
                <a:ea typeface="宋体" panose="02010600030101010101" pitchFamily="2" charset="-122"/>
              </a:defRPr>
            </a:lvl3pPr>
            <a:lvl4pPr marL="1600200" indent="-228600" eaLnBrk="0" hangingPunct="0">
              <a:defRPr kumimoji="1" sz="2400" b="1">
                <a:solidFill>
                  <a:schemeClr val="tx1"/>
                </a:solidFill>
                <a:latin typeface="Tahoma" panose="020B0604030504040204" pitchFamily="34" charset="0"/>
                <a:ea typeface="宋体" panose="02010600030101010101" pitchFamily="2" charset="-122"/>
              </a:defRPr>
            </a:lvl4pPr>
            <a:lvl5pPr marL="2057400" indent="-228600" eaLnBrk="0" hangingPunct="0">
              <a:defRPr kumimoji="1" sz="2400" b="1">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9pPr>
          </a:lstStyle>
          <a:p>
            <a:pPr eaLnBrk="1" hangingPunct="1"/>
            <a:r>
              <a:rPr lang="en-US" altLang="zh-CN" sz="1200" b="0">
                <a:solidFill>
                  <a:srgbClr val="4D4D4D"/>
                </a:solidFill>
                <a:latin typeface="Arial" panose="020B0604020202020204" pitchFamily="34" charset="0"/>
              </a:rPr>
              <a:t>-</a:t>
            </a:r>
            <a:fld id="{04C6B491-89B5-4806-8561-3CDC8DB6B3FA}" type="slidenum">
              <a:rPr lang="en-US" altLang="zh-CN" sz="1200" b="0">
                <a:solidFill>
                  <a:srgbClr val="4D4D4D"/>
                </a:solidFill>
                <a:latin typeface="Arial" panose="020B0604020202020204" pitchFamily="34" charset="0"/>
              </a:rPr>
              <a:t>45</a:t>
            </a:fld>
            <a:r>
              <a:rPr lang="en-US" altLang="zh-CN" sz="1200" b="0">
                <a:solidFill>
                  <a:srgbClr val="4D4D4D"/>
                </a:solidFill>
                <a:latin typeface="Arial" panose="020B0604020202020204" pitchFamily="34" charset="0"/>
              </a:rPr>
              <a:t>-</a:t>
            </a:r>
          </a:p>
        </p:txBody>
      </p:sp>
      <p:sp>
        <p:nvSpPr>
          <p:cNvPr id="100355" name="Rectangle 2"/>
          <p:cNvSpPr>
            <a:spLocks noGrp="1" noChangeArrowheads="1"/>
          </p:cNvSpPr>
          <p:nvPr>
            <p:ph type="title"/>
          </p:nvPr>
        </p:nvSpPr>
        <p:spPr/>
        <p:txBody>
          <a:bodyPr/>
          <a:lstStyle/>
          <a:p>
            <a:pPr eaLnBrk="1" hangingPunct="1"/>
            <a:r>
              <a:rPr lang="zh-CN" altLang="en-US"/>
              <a:t>部署图</a:t>
            </a:r>
          </a:p>
        </p:txBody>
      </p:sp>
      <p:sp>
        <p:nvSpPr>
          <p:cNvPr id="100356" name="Rectangle 3"/>
          <p:cNvSpPr>
            <a:spLocks noGrp="1" noChangeArrowheads="1"/>
          </p:cNvSpPr>
          <p:nvPr>
            <p:ph type="body" idx="1"/>
          </p:nvPr>
        </p:nvSpPr>
        <p:spPr/>
        <p:txBody>
          <a:bodyPr/>
          <a:lstStyle/>
          <a:p>
            <a:pPr eaLnBrk="1" hangingPunct="1"/>
            <a:r>
              <a:rPr lang="zh-CN" altLang="en-US" dirty="0"/>
              <a:t>部署图（</a:t>
            </a:r>
            <a:r>
              <a:rPr lang="en-US" altLang="zh-CN" dirty="0"/>
              <a:t>Deployment Diagram</a:t>
            </a:r>
            <a:r>
              <a:rPr lang="zh-CN" altLang="en-US" dirty="0"/>
              <a:t>）是描述了一个系统运行时的硬件节点、在这些节点上运行的软件构件将在何处物理运行以及它们将如何彼此通信的静态视图。</a:t>
            </a:r>
          </a:p>
          <a:p>
            <a:pPr eaLnBrk="1" hangingPunct="1"/>
            <a:r>
              <a:rPr lang="zh-CN" altLang="en-US" dirty="0"/>
              <a:t>主要概念</a:t>
            </a:r>
          </a:p>
          <a:p>
            <a:pPr lvl="1" eaLnBrk="1" hangingPunct="1"/>
            <a:r>
              <a:rPr lang="zh-CN" altLang="en-US" dirty="0"/>
              <a:t>节点、构件、位置</a:t>
            </a:r>
          </a:p>
          <a:p>
            <a:pPr lvl="1" eaLnBrk="1" hangingPunct="1"/>
            <a:r>
              <a:rPr lang="zh-CN" altLang="en-US" dirty="0"/>
              <a:t>连接、依赖</a:t>
            </a:r>
          </a:p>
          <a:p>
            <a:pPr eaLnBrk="1" hangingPunct="1"/>
            <a:r>
              <a:rPr lang="zh-CN" altLang="en-US" dirty="0"/>
              <a:t>推荐使用场合</a:t>
            </a:r>
          </a:p>
          <a:p>
            <a:pPr lvl="1" eaLnBrk="1" hangingPunct="1"/>
            <a:r>
              <a:rPr kumimoji="0" lang="zh-CN" altLang="en-US" dirty="0"/>
              <a:t>系统设计、实施、部署</a:t>
            </a:r>
          </a:p>
        </p:txBody>
      </p:sp>
    </p:spTree>
  </p:cSld>
  <p:clrMapOvr>
    <a:masterClrMapping/>
  </p:clrMapOvr>
  <p:transition spd="slow">
    <p:comb/>
  </p:transition>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898" name="灯片编号占位符 5"/>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b="1">
                <a:solidFill>
                  <a:schemeClr val="tx1"/>
                </a:solidFill>
                <a:latin typeface="Tahoma" panose="020B0604030504040204" pitchFamily="34" charset="0"/>
                <a:ea typeface="宋体" panose="02010600030101010101" pitchFamily="2" charset="-122"/>
              </a:defRPr>
            </a:lvl1pPr>
            <a:lvl2pPr marL="742950" indent="-285750" eaLnBrk="0" hangingPunct="0">
              <a:defRPr kumimoji="1" sz="2400" b="1">
                <a:solidFill>
                  <a:schemeClr val="tx1"/>
                </a:solidFill>
                <a:latin typeface="Tahoma" panose="020B0604030504040204" pitchFamily="34" charset="0"/>
                <a:ea typeface="宋体" panose="02010600030101010101" pitchFamily="2" charset="-122"/>
              </a:defRPr>
            </a:lvl2pPr>
            <a:lvl3pPr marL="1143000" indent="-228600" eaLnBrk="0" hangingPunct="0">
              <a:defRPr kumimoji="1" sz="2400" b="1">
                <a:solidFill>
                  <a:schemeClr val="tx1"/>
                </a:solidFill>
                <a:latin typeface="Tahoma" panose="020B0604030504040204" pitchFamily="34" charset="0"/>
                <a:ea typeface="宋体" panose="02010600030101010101" pitchFamily="2" charset="-122"/>
              </a:defRPr>
            </a:lvl3pPr>
            <a:lvl4pPr marL="1600200" indent="-228600" eaLnBrk="0" hangingPunct="0">
              <a:defRPr kumimoji="1" sz="2400" b="1">
                <a:solidFill>
                  <a:schemeClr val="tx1"/>
                </a:solidFill>
                <a:latin typeface="Tahoma" panose="020B0604030504040204" pitchFamily="34" charset="0"/>
                <a:ea typeface="宋体" panose="02010600030101010101" pitchFamily="2" charset="-122"/>
              </a:defRPr>
            </a:lvl4pPr>
            <a:lvl5pPr marL="2057400" indent="-228600" eaLnBrk="0" hangingPunct="0">
              <a:defRPr kumimoji="1" sz="2400" b="1">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9pPr>
          </a:lstStyle>
          <a:p>
            <a:pPr eaLnBrk="1" hangingPunct="1"/>
            <a:r>
              <a:rPr lang="en-US" altLang="zh-CN" sz="1200" b="0">
                <a:solidFill>
                  <a:srgbClr val="4D4D4D"/>
                </a:solidFill>
                <a:latin typeface="Arial" panose="020B0604020202020204" pitchFamily="34" charset="0"/>
              </a:rPr>
              <a:t>-</a:t>
            </a:r>
            <a:fld id="{D44592EA-7E70-4CB1-A775-857BC61DE503}" type="slidenum">
              <a:rPr lang="en-US" altLang="zh-CN" sz="1200" b="0">
                <a:solidFill>
                  <a:srgbClr val="4D4D4D"/>
                </a:solidFill>
                <a:latin typeface="Arial" panose="020B0604020202020204" pitchFamily="34" charset="0"/>
              </a:rPr>
              <a:t>46</a:t>
            </a:fld>
            <a:r>
              <a:rPr lang="en-US" altLang="zh-CN" sz="1200" b="0">
                <a:solidFill>
                  <a:srgbClr val="4D4D4D"/>
                </a:solidFill>
                <a:latin typeface="Arial" panose="020B0604020202020204" pitchFamily="34" charset="0"/>
              </a:rPr>
              <a:t>-</a:t>
            </a:r>
          </a:p>
        </p:txBody>
      </p:sp>
      <p:sp>
        <p:nvSpPr>
          <p:cNvPr id="80899" name="Rectangle 2"/>
          <p:cNvSpPr>
            <a:spLocks noGrp="1" noChangeArrowheads="1"/>
          </p:cNvSpPr>
          <p:nvPr>
            <p:ph type="title"/>
          </p:nvPr>
        </p:nvSpPr>
        <p:spPr/>
        <p:txBody>
          <a:bodyPr/>
          <a:lstStyle/>
          <a:p>
            <a:pPr eaLnBrk="1" hangingPunct="1"/>
            <a:r>
              <a:rPr lang="zh-CN" altLang="en-US" dirty="0"/>
              <a:t>系统部署</a:t>
            </a:r>
          </a:p>
        </p:txBody>
      </p:sp>
      <p:sp>
        <p:nvSpPr>
          <p:cNvPr id="80900" name="Rectangle 3"/>
          <p:cNvSpPr>
            <a:spLocks noGrp="1" noChangeArrowheads="1"/>
          </p:cNvSpPr>
          <p:nvPr>
            <p:ph type="body" idx="1"/>
          </p:nvPr>
        </p:nvSpPr>
        <p:spPr/>
        <p:txBody>
          <a:bodyPr/>
          <a:lstStyle/>
          <a:p>
            <a:pPr eaLnBrk="1" hangingPunct="1"/>
            <a:r>
              <a:rPr lang="zh-CN" altLang="en-US" dirty="0"/>
              <a:t>描述系统部署</a:t>
            </a:r>
            <a:r>
              <a:rPr lang="en-US" altLang="zh-CN" dirty="0"/>
              <a:t>(Distribution)</a:t>
            </a:r>
            <a:r>
              <a:rPr lang="zh-CN" altLang="en-US" dirty="0"/>
              <a:t>活动重点在于开发架构的部署</a:t>
            </a:r>
            <a:r>
              <a:rPr lang="en-US" altLang="zh-CN" dirty="0"/>
              <a:t>(Deployment)</a:t>
            </a:r>
            <a:r>
              <a:rPr lang="zh-CN" altLang="en-US" dirty="0"/>
              <a:t>视图</a:t>
            </a:r>
          </a:p>
          <a:p>
            <a:pPr lvl="1" eaLnBrk="1" hangingPunct="1"/>
            <a:r>
              <a:rPr lang="zh-CN" altLang="en-US" dirty="0"/>
              <a:t>如果系统只运行在一个节点上，就不需要一个单独的部署模型，即不需要进行部署视图建模</a:t>
            </a:r>
          </a:p>
          <a:p>
            <a:pPr eaLnBrk="1" hangingPunct="1"/>
            <a:r>
              <a:rPr lang="zh-CN" altLang="en-US" dirty="0"/>
              <a:t>目的</a:t>
            </a:r>
          </a:p>
          <a:p>
            <a:pPr lvl="1" eaLnBrk="1" hangingPunct="1"/>
            <a:r>
              <a:rPr kumimoji="0" lang="zh-CN" altLang="en-US" dirty="0"/>
              <a:t>说明如何在物理节点间分布系统功能</a:t>
            </a:r>
          </a:p>
          <a:p>
            <a:pPr lvl="1" eaLnBrk="1" hangingPunct="1"/>
            <a:r>
              <a:rPr kumimoji="0" lang="zh-CN" altLang="en-US" dirty="0"/>
              <a:t>仅对分布式系统有效</a:t>
            </a:r>
            <a:endParaRPr kumimoji="0" lang="en-US" altLang="zh-CN" dirty="0"/>
          </a:p>
        </p:txBody>
      </p:sp>
    </p:spTree>
  </p:cSld>
  <p:clrMapOvr>
    <a:masterClrMapping/>
  </p:clrMapOvr>
  <p:transition spd="slow">
    <p:comb/>
  </p:transition>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970" name="灯片编号占位符 5"/>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b="1">
                <a:solidFill>
                  <a:schemeClr val="tx1"/>
                </a:solidFill>
                <a:latin typeface="Tahoma" panose="020B0604030504040204" pitchFamily="34" charset="0"/>
                <a:ea typeface="宋体" panose="02010600030101010101" pitchFamily="2" charset="-122"/>
              </a:defRPr>
            </a:lvl1pPr>
            <a:lvl2pPr marL="742950" indent="-285750" eaLnBrk="0" hangingPunct="0">
              <a:defRPr kumimoji="1" sz="2400" b="1">
                <a:solidFill>
                  <a:schemeClr val="tx1"/>
                </a:solidFill>
                <a:latin typeface="Tahoma" panose="020B0604030504040204" pitchFamily="34" charset="0"/>
                <a:ea typeface="宋体" panose="02010600030101010101" pitchFamily="2" charset="-122"/>
              </a:defRPr>
            </a:lvl2pPr>
            <a:lvl3pPr marL="1143000" indent="-228600" eaLnBrk="0" hangingPunct="0">
              <a:defRPr kumimoji="1" sz="2400" b="1">
                <a:solidFill>
                  <a:schemeClr val="tx1"/>
                </a:solidFill>
                <a:latin typeface="Tahoma" panose="020B0604030504040204" pitchFamily="34" charset="0"/>
                <a:ea typeface="宋体" panose="02010600030101010101" pitchFamily="2" charset="-122"/>
              </a:defRPr>
            </a:lvl3pPr>
            <a:lvl4pPr marL="1600200" indent="-228600" eaLnBrk="0" hangingPunct="0">
              <a:defRPr kumimoji="1" sz="2400" b="1">
                <a:solidFill>
                  <a:schemeClr val="tx1"/>
                </a:solidFill>
                <a:latin typeface="Tahoma" panose="020B0604030504040204" pitchFamily="34" charset="0"/>
                <a:ea typeface="宋体" panose="02010600030101010101" pitchFamily="2" charset="-122"/>
              </a:defRPr>
            </a:lvl4pPr>
            <a:lvl5pPr marL="2057400" indent="-228600" eaLnBrk="0" hangingPunct="0">
              <a:defRPr kumimoji="1" sz="2400" b="1">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9pPr>
          </a:lstStyle>
          <a:p>
            <a:pPr eaLnBrk="1" hangingPunct="1"/>
            <a:r>
              <a:rPr lang="en-US" altLang="zh-CN" sz="1200" b="0">
                <a:solidFill>
                  <a:srgbClr val="4D4D4D"/>
                </a:solidFill>
                <a:latin typeface="Arial" panose="020B0604020202020204" pitchFamily="34" charset="0"/>
              </a:rPr>
              <a:t>-</a:t>
            </a:r>
            <a:fld id="{DBCF9AB2-8900-4D49-BCBB-5E121DF0BF81}" type="slidenum">
              <a:rPr lang="en-US" altLang="zh-CN" sz="1200" b="0">
                <a:solidFill>
                  <a:srgbClr val="4D4D4D"/>
                </a:solidFill>
                <a:latin typeface="Arial" panose="020B0604020202020204" pitchFamily="34" charset="0"/>
              </a:rPr>
              <a:t>47</a:t>
            </a:fld>
            <a:r>
              <a:rPr lang="en-US" altLang="zh-CN" sz="1200" b="0">
                <a:solidFill>
                  <a:srgbClr val="4D4D4D"/>
                </a:solidFill>
                <a:latin typeface="Arial" panose="020B0604020202020204" pitchFamily="34" charset="0"/>
              </a:rPr>
              <a:t>-</a:t>
            </a:r>
          </a:p>
        </p:txBody>
      </p:sp>
      <p:sp>
        <p:nvSpPr>
          <p:cNvPr id="83971" name="Rectangle 2"/>
          <p:cNvSpPr>
            <a:spLocks noGrp="1" noChangeArrowheads="1"/>
          </p:cNvSpPr>
          <p:nvPr>
            <p:ph type="title"/>
          </p:nvPr>
        </p:nvSpPr>
        <p:spPr/>
        <p:txBody>
          <a:bodyPr/>
          <a:lstStyle/>
          <a:p>
            <a:pPr eaLnBrk="1" hangingPunct="1"/>
            <a:r>
              <a:rPr lang="zh-CN" altLang="en-US" dirty="0"/>
              <a:t>分布式部署模式</a:t>
            </a:r>
            <a:endParaRPr lang="en-US" altLang="zh-CN" dirty="0"/>
          </a:p>
        </p:txBody>
      </p:sp>
      <p:sp>
        <p:nvSpPr>
          <p:cNvPr id="83972" name="Rectangle 3"/>
          <p:cNvSpPr>
            <a:spLocks noGrp="1" noChangeArrowheads="1"/>
          </p:cNvSpPr>
          <p:nvPr>
            <p:ph type="body" idx="1"/>
          </p:nvPr>
        </p:nvSpPr>
        <p:spPr/>
        <p:txBody>
          <a:bodyPr/>
          <a:lstStyle/>
          <a:p>
            <a:pPr eaLnBrk="1" hangingPunct="1"/>
            <a:r>
              <a:rPr lang="zh-CN" altLang="en-US"/>
              <a:t>客户机</a:t>
            </a:r>
            <a:r>
              <a:rPr lang="en-US" altLang="zh-CN"/>
              <a:t>(Client)/</a:t>
            </a:r>
            <a:r>
              <a:rPr lang="zh-CN" altLang="en-US"/>
              <a:t>服务器</a:t>
            </a:r>
            <a:r>
              <a:rPr lang="en-US" altLang="zh-CN"/>
              <a:t>(Server)</a:t>
            </a:r>
          </a:p>
          <a:p>
            <a:pPr lvl="1" eaLnBrk="1" hangingPunct="1"/>
            <a:r>
              <a:rPr lang="zh-CN" altLang="en-US"/>
              <a:t>三层架构</a:t>
            </a:r>
          </a:p>
          <a:p>
            <a:pPr lvl="1" eaLnBrk="1" hangingPunct="1"/>
            <a:r>
              <a:rPr lang="zh-CN" altLang="en-US"/>
              <a:t>胖客户机</a:t>
            </a:r>
            <a:r>
              <a:rPr lang="en-US" altLang="zh-CN"/>
              <a:t>(Fat Client)</a:t>
            </a:r>
            <a:r>
              <a:rPr lang="zh-CN" altLang="en-US"/>
              <a:t>架构</a:t>
            </a:r>
          </a:p>
          <a:p>
            <a:pPr lvl="1" eaLnBrk="1" hangingPunct="1"/>
            <a:r>
              <a:rPr lang="zh-CN" altLang="en-US"/>
              <a:t>胖服务器</a:t>
            </a:r>
            <a:r>
              <a:rPr lang="en-US" altLang="zh-CN"/>
              <a:t>(Fat Server)</a:t>
            </a:r>
            <a:r>
              <a:rPr lang="zh-CN" altLang="en-US"/>
              <a:t>架构</a:t>
            </a:r>
          </a:p>
          <a:p>
            <a:pPr lvl="1" eaLnBrk="1" hangingPunct="1"/>
            <a:r>
              <a:rPr lang="zh-CN" altLang="en-US"/>
              <a:t>分布式客户机</a:t>
            </a:r>
            <a:r>
              <a:rPr lang="en-US" altLang="zh-CN"/>
              <a:t>/</a:t>
            </a:r>
            <a:r>
              <a:rPr lang="zh-CN" altLang="en-US"/>
              <a:t>服务器</a:t>
            </a:r>
          </a:p>
          <a:p>
            <a:pPr eaLnBrk="1" hangingPunct="1"/>
            <a:r>
              <a:rPr lang="zh-CN" altLang="en-US"/>
              <a:t>对等结构</a:t>
            </a:r>
            <a:r>
              <a:rPr lang="en-US" altLang="zh-CN"/>
              <a:t>(Peer-to-Peer)</a:t>
            </a:r>
          </a:p>
        </p:txBody>
      </p:sp>
    </p:spTree>
  </p:cSld>
  <p:clrMapOvr>
    <a:masterClrMapping/>
  </p:clrMapOvr>
  <p:transition spd="slow">
    <p:comb/>
  </p:transition>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994" name="灯片编号占位符 5"/>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b="1">
                <a:solidFill>
                  <a:schemeClr val="tx1"/>
                </a:solidFill>
                <a:latin typeface="Tahoma" panose="020B0604030504040204" pitchFamily="34" charset="0"/>
                <a:ea typeface="宋体" panose="02010600030101010101" pitchFamily="2" charset="-122"/>
              </a:defRPr>
            </a:lvl1pPr>
            <a:lvl2pPr marL="742950" indent="-285750" eaLnBrk="0" hangingPunct="0">
              <a:defRPr kumimoji="1" sz="2400" b="1">
                <a:solidFill>
                  <a:schemeClr val="tx1"/>
                </a:solidFill>
                <a:latin typeface="Tahoma" panose="020B0604030504040204" pitchFamily="34" charset="0"/>
                <a:ea typeface="宋体" panose="02010600030101010101" pitchFamily="2" charset="-122"/>
              </a:defRPr>
            </a:lvl2pPr>
            <a:lvl3pPr marL="1143000" indent="-228600" eaLnBrk="0" hangingPunct="0">
              <a:defRPr kumimoji="1" sz="2400" b="1">
                <a:solidFill>
                  <a:schemeClr val="tx1"/>
                </a:solidFill>
                <a:latin typeface="Tahoma" panose="020B0604030504040204" pitchFamily="34" charset="0"/>
                <a:ea typeface="宋体" panose="02010600030101010101" pitchFamily="2" charset="-122"/>
              </a:defRPr>
            </a:lvl3pPr>
            <a:lvl4pPr marL="1600200" indent="-228600" eaLnBrk="0" hangingPunct="0">
              <a:defRPr kumimoji="1" sz="2400" b="1">
                <a:solidFill>
                  <a:schemeClr val="tx1"/>
                </a:solidFill>
                <a:latin typeface="Tahoma" panose="020B0604030504040204" pitchFamily="34" charset="0"/>
                <a:ea typeface="宋体" panose="02010600030101010101" pitchFamily="2" charset="-122"/>
              </a:defRPr>
            </a:lvl4pPr>
            <a:lvl5pPr marL="2057400" indent="-228600" eaLnBrk="0" hangingPunct="0">
              <a:defRPr kumimoji="1" sz="2400" b="1">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9pPr>
          </a:lstStyle>
          <a:p>
            <a:pPr eaLnBrk="1" hangingPunct="1"/>
            <a:r>
              <a:rPr lang="en-US" altLang="zh-CN" sz="1200" b="0">
                <a:solidFill>
                  <a:srgbClr val="4D4D4D"/>
                </a:solidFill>
                <a:latin typeface="Arial" panose="020B0604020202020204" pitchFamily="34" charset="0"/>
              </a:rPr>
              <a:t>-</a:t>
            </a:r>
            <a:fld id="{9FEC361C-A9E1-4B4C-80A1-E29B83178F35}" type="slidenum">
              <a:rPr lang="en-US" altLang="zh-CN" sz="1200" b="0">
                <a:solidFill>
                  <a:srgbClr val="4D4D4D"/>
                </a:solidFill>
                <a:latin typeface="Arial" panose="020B0604020202020204" pitchFamily="34" charset="0"/>
              </a:rPr>
              <a:t>48</a:t>
            </a:fld>
            <a:r>
              <a:rPr lang="en-US" altLang="zh-CN" sz="1200" b="0">
                <a:solidFill>
                  <a:srgbClr val="4D4D4D"/>
                </a:solidFill>
                <a:latin typeface="Arial" panose="020B0604020202020204" pitchFamily="34" charset="0"/>
              </a:rPr>
              <a:t>-</a:t>
            </a:r>
          </a:p>
        </p:txBody>
      </p:sp>
      <p:sp>
        <p:nvSpPr>
          <p:cNvPr id="84995" name="Rectangle 2"/>
          <p:cNvSpPr>
            <a:spLocks noGrp="1" noChangeArrowheads="1"/>
          </p:cNvSpPr>
          <p:nvPr>
            <p:ph type="title"/>
          </p:nvPr>
        </p:nvSpPr>
        <p:spPr/>
        <p:txBody>
          <a:bodyPr/>
          <a:lstStyle/>
          <a:p>
            <a:pPr eaLnBrk="1" hangingPunct="1"/>
            <a:r>
              <a:rPr lang="zh-CN" altLang="en-US"/>
              <a:t>部署图建模元素</a:t>
            </a:r>
          </a:p>
        </p:txBody>
      </p:sp>
      <p:sp>
        <p:nvSpPr>
          <p:cNvPr id="84996" name="Rectangle 3"/>
          <p:cNvSpPr>
            <a:spLocks noGrp="1" noChangeArrowheads="1"/>
          </p:cNvSpPr>
          <p:nvPr>
            <p:ph type="body" idx="1"/>
          </p:nvPr>
        </p:nvSpPr>
        <p:spPr/>
        <p:txBody>
          <a:bodyPr/>
          <a:lstStyle/>
          <a:p>
            <a:pPr eaLnBrk="1" hangingPunct="1"/>
            <a:r>
              <a:rPr lang="zh-CN" altLang="en-US"/>
              <a:t>节点</a:t>
            </a:r>
            <a:r>
              <a:rPr lang="en-US" altLang="zh-CN"/>
              <a:t>(Node)</a:t>
            </a:r>
          </a:p>
          <a:p>
            <a:pPr lvl="1" eaLnBrk="1" hangingPunct="1"/>
            <a:r>
              <a:rPr lang="zh-CN" altLang="en-US"/>
              <a:t>物理的运行时计算资源</a:t>
            </a:r>
          </a:p>
          <a:p>
            <a:pPr lvl="1" eaLnBrk="1" hangingPunct="1"/>
            <a:r>
              <a:rPr lang="zh-CN" altLang="en-US"/>
              <a:t>处理器节点：执行系统软件</a:t>
            </a:r>
            <a:endParaRPr lang="en-US" altLang="zh-CN"/>
          </a:p>
          <a:p>
            <a:pPr lvl="1" eaLnBrk="1" hangingPunct="1"/>
            <a:r>
              <a:rPr lang="zh-CN" altLang="en-US"/>
              <a:t>设备节点：支持设备</a:t>
            </a:r>
            <a:endParaRPr lang="en-US" altLang="zh-CN"/>
          </a:p>
          <a:p>
            <a:pPr eaLnBrk="1" hangingPunct="1"/>
            <a:r>
              <a:rPr lang="zh-CN" altLang="en-US"/>
              <a:t>连接</a:t>
            </a:r>
            <a:r>
              <a:rPr lang="en-US" altLang="zh-CN"/>
              <a:t>(Connection)</a:t>
            </a:r>
          </a:p>
          <a:p>
            <a:pPr lvl="1" eaLnBrk="1" hangingPunct="1"/>
            <a:r>
              <a:rPr lang="zh-CN" altLang="en-US"/>
              <a:t>通信机制</a:t>
            </a:r>
          </a:p>
          <a:p>
            <a:pPr lvl="1" eaLnBrk="1" hangingPunct="1"/>
            <a:r>
              <a:rPr lang="zh-CN" altLang="en-US"/>
              <a:t>物理媒介</a:t>
            </a:r>
          </a:p>
          <a:p>
            <a:pPr lvl="1" eaLnBrk="1" hangingPunct="1"/>
            <a:r>
              <a:rPr lang="zh-CN" altLang="en-US"/>
              <a:t>软件协议</a:t>
            </a:r>
            <a:endParaRPr lang="en-US" altLang="zh-CN"/>
          </a:p>
        </p:txBody>
      </p:sp>
      <p:pic>
        <p:nvPicPr>
          <p:cNvPr id="84997" name="Picture 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183564" y="1268414"/>
            <a:ext cx="1584325" cy="1247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84998" name="Picture 5"/>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183564" y="2997201"/>
            <a:ext cx="1457325" cy="2828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spd="slow">
    <p:comb/>
  </p:transition>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8066" name="灯片编号占位符 5"/>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b="1">
                <a:solidFill>
                  <a:schemeClr val="tx1"/>
                </a:solidFill>
                <a:latin typeface="Tahoma" panose="020B0604030504040204" pitchFamily="34" charset="0"/>
                <a:ea typeface="宋体" panose="02010600030101010101" pitchFamily="2" charset="-122"/>
              </a:defRPr>
            </a:lvl1pPr>
            <a:lvl2pPr marL="742950" indent="-285750" eaLnBrk="0" hangingPunct="0">
              <a:defRPr kumimoji="1" sz="2400" b="1">
                <a:solidFill>
                  <a:schemeClr val="tx1"/>
                </a:solidFill>
                <a:latin typeface="Tahoma" panose="020B0604030504040204" pitchFamily="34" charset="0"/>
                <a:ea typeface="宋体" panose="02010600030101010101" pitchFamily="2" charset="-122"/>
              </a:defRPr>
            </a:lvl2pPr>
            <a:lvl3pPr marL="1143000" indent="-228600" eaLnBrk="0" hangingPunct="0">
              <a:defRPr kumimoji="1" sz="2400" b="1">
                <a:solidFill>
                  <a:schemeClr val="tx1"/>
                </a:solidFill>
                <a:latin typeface="Tahoma" panose="020B0604030504040204" pitchFamily="34" charset="0"/>
                <a:ea typeface="宋体" panose="02010600030101010101" pitchFamily="2" charset="-122"/>
              </a:defRPr>
            </a:lvl3pPr>
            <a:lvl4pPr marL="1600200" indent="-228600" eaLnBrk="0" hangingPunct="0">
              <a:defRPr kumimoji="1" sz="2400" b="1">
                <a:solidFill>
                  <a:schemeClr val="tx1"/>
                </a:solidFill>
                <a:latin typeface="Tahoma" panose="020B0604030504040204" pitchFamily="34" charset="0"/>
                <a:ea typeface="宋体" panose="02010600030101010101" pitchFamily="2" charset="-122"/>
              </a:defRPr>
            </a:lvl4pPr>
            <a:lvl5pPr marL="2057400" indent="-228600" eaLnBrk="0" hangingPunct="0">
              <a:defRPr kumimoji="1" sz="2400" b="1">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9pPr>
          </a:lstStyle>
          <a:p>
            <a:pPr eaLnBrk="1" hangingPunct="1"/>
            <a:r>
              <a:rPr lang="en-US" altLang="zh-CN" sz="1200" b="0">
                <a:solidFill>
                  <a:srgbClr val="4D4D4D"/>
                </a:solidFill>
                <a:latin typeface="Arial" panose="020B0604020202020204" pitchFamily="34" charset="0"/>
              </a:rPr>
              <a:t>-</a:t>
            </a:r>
            <a:fld id="{2E610BD5-6C2E-43A5-A71D-3B694FC5BB10}" type="slidenum">
              <a:rPr lang="en-US" altLang="zh-CN" sz="1200" b="0">
                <a:solidFill>
                  <a:srgbClr val="4D4D4D"/>
                </a:solidFill>
                <a:latin typeface="Arial" panose="020B0604020202020204" pitchFamily="34" charset="0"/>
              </a:rPr>
              <a:t>49</a:t>
            </a:fld>
            <a:r>
              <a:rPr lang="en-US" altLang="zh-CN" sz="1200" b="0">
                <a:solidFill>
                  <a:srgbClr val="4D4D4D"/>
                </a:solidFill>
                <a:latin typeface="Arial" panose="020B0604020202020204" pitchFamily="34" charset="0"/>
              </a:rPr>
              <a:t>-</a:t>
            </a:r>
          </a:p>
        </p:txBody>
      </p:sp>
      <p:sp>
        <p:nvSpPr>
          <p:cNvPr id="88067" name="Rectangle 2"/>
          <p:cNvSpPr>
            <a:spLocks noGrp="1" noChangeArrowheads="1"/>
          </p:cNvSpPr>
          <p:nvPr>
            <p:ph type="title"/>
          </p:nvPr>
        </p:nvSpPr>
        <p:spPr>
          <a:xfrm>
            <a:off x="2047876" y="260350"/>
            <a:ext cx="8620125" cy="647700"/>
          </a:xfrm>
        </p:spPr>
        <p:txBody>
          <a:bodyPr/>
          <a:lstStyle/>
          <a:p>
            <a:pPr eaLnBrk="1" hangingPunct="1"/>
            <a:r>
              <a:rPr lang="zh-CN" altLang="en-US"/>
              <a:t>实例：预约挂号系统进程分配</a:t>
            </a:r>
            <a:endParaRPr lang="en-US" altLang="zh-CN"/>
          </a:p>
        </p:txBody>
      </p:sp>
      <p:pic>
        <p:nvPicPr>
          <p:cNvPr id="3" name="图片 2"/>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763368" y="1052736"/>
            <a:ext cx="7717008" cy="3007727"/>
          </a:xfrm>
          <a:prstGeom prst="rect">
            <a:avLst/>
          </a:prstGeom>
        </p:spPr>
      </p:pic>
      <p:pic>
        <p:nvPicPr>
          <p:cNvPr id="5" name="图片 4"/>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199456" y="4024369"/>
            <a:ext cx="6600056" cy="2639614"/>
          </a:xfrm>
          <a:prstGeom prst="rect">
            <a:avLst/>
          </a:prstGeom>
        </p:spPr>
      </p:pic>
    </p:spTree>
  </p:cSld>
  <p:clrMapOvr>
    <a:masterClrMapping/>
  </p:clrMapOvr>
  <p:transition spd="slow">
    <p:comb/>
  </p:transition>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a:xfrm>
            <a:off x="695401" y="1196341"/>
            <a:ext cx="10872184" cy="5400675"/>
          </a:xfrm>
        </p:spPr>
        <p:txBody>
          <a:bodyPr/>
          <a:lstStyle/>
          <a:p>
            <a:pPr marL="0" indent="0">
              <a:buNone/>
            </a:pPr>
            <a:r>
              <a:rPr lang="en-US" altLang="zh-CN" sz="1400"/>
              <a:t>[1] </a:t>
            </a:r>
            <a:r>
              <a:rPr lang="zh-CN" altLang="en-US" sz="1400"/>
              <a:t>谭火彬</a:t>
            </a:r>
            <a:r>
              <a:rPr lang="en-US" altLang="zh-CN" sz="1400"/>
              <a:t>. UML2</a:t>
            </a:r>
            <a:r>
              <a:rPr lang="zh-CN" altLang="en-US" sz="1400"/>
              <a:t>面向对象的分析与设计</a:t>
            </a:r>
            <a:r>
              <a:rPr lang="en-US" altLang="zh-CN" sz="1400"/>
              <a:t>[M]. </a:t>
            </a:r>
            <a:r>
              <a:rPr lang="zh-CN" altLang="en-US" sz="1400"/>
              <a:t>第</a:t>
            </a:r>
            <a:r>
              <a:rPr lang="en-US" altLang="zh-CN" sz="1400"/>
              <a:t>2</a:t>
            </a:r>
            <a:r>
              <a:rPr lang="zh-CN" altLang="en-US" sz="1400"/>
              <a:t>版</a:t>
            </a:r>
            <a:r>
              <a:rPr lang="en-US" altLang="zh-CN" sz="1400"/>
              <a:t>. </a:t>
            </a:r>
            <a:r>
              <a:rPr lang="zh-CN" altLang="en-US" sz="1400"/>
              <a:t>北京</a:t>
            </a:r>
            <a:r>
              <a:rPr lang="en-US" altLang="zh-CN" sz="1400"/>
              <a:t>: </a:t>
            </a:r>
            <a:r>
              <a:rPr lang="zh-CN" altLang="en-US" sz="1400"/>
              <a:t>清华大学出版社</a:t>
            </a:r>
            <a:r>
              <a:rPr lang="en-US" altLang="zh-CN" sz="1400"/>
              <a:t>, 2018.</a:t>
            </a:r>
          </a:p>
          <a:p>
            <a:pPr marL="0" indent="0">
              <a:buNone/>
            </a:pPr>
            <a:endParaRPr lang="en-US" altLang="zh-CN" sz="1400"/>
          </a:p>
          <a:p>
            <a:pPr marL="0" indent="0">
              <a:buNone/>
            </a:pPr>
            <a:r>
              <a:rPr lang="en-US" altLang="zh-CN" sz="1400"/>
              <a:t>[2] Booch G, Rumbaugh J, Jacobson I. The Unified Modeling Language User Guide[M]. 2nd ed. Boston: Addison-Wesley, 2005.</a:t>
            </a:r>
          </a:p>
          <a:p>
            <a:pPr marL="0" indent="0">
              <a:buNone/>
            </a:pPr>
            <a:endParaRPr lang="en-US" altLang="zh-CN" sz="1400"/>
          </a:p>
          <a:p>
            <a:pPr marL="0" indent="0">
              <a:buNone/>
            </a:pPr>
            <a:r>
              <a:rPr lang="en-US" altLang="zh-CN" sz="1400"/>
              <a:t>[3] Rumbaugh J, Jacobson I, Booch G. The Unified Modeling Language Reference Manual[M]. 2nd ed. Boston: Addison-Wesley, 2004.</a:t>
            </a:r>
          </a:p>
          <a:p>
            <a:pPr marL="0" indent="0">
              <a:buNone/>
            </a:pPr>
            <a:endParaRPr lang="en-US" altLang="zh-CN" sz="1400"/>
          </a:p>
          <a:p>
            <a:pPr marL="0" indent="0">
              <a:buNone/>
            </a:pPr>
            <a:r>
              <a:rPr lang="en-US" altLang="zh-CN" sz="1400"/>
              <a:t>[4] Jacobson I, Booch G, Rumbaugh J. The Unified Software Development Process[M]. Boston: Addison-Wesley, 1999.</a:t>
            </a:r>
          </a:p>
          <a:p>
            <a:pPr marL="0" indent="0">
              <a:buNone/>
            </a:pPr>
            <a:endParaRPr lang="en-US" altLang="zh-CN" sz="1400"/>
          </a:p>
          <a:p>
            <a:pPr marL="0" indent="0">
              <a:buNone/>
            </a:pPr>
            <a:r>
              <a:rPr lang="en-US" altLang="zh-CN" sz="1400"/>
              <a:t>[5] Fowler M. UML Distilled: A Brief Guide to the Standard Object Modeling Language[M]. 3rd ed. Boston: Addison-Wesley, 2003.</a:t>
            </a:r>
          </a:p>
          <a:p>
            <a:pPr marL="0" indent="0">
              <a:buNone/>
            </a:pPr>
            <a:endParaRPr lang="en-US" altLang="zh-CN" sz="1400"/>
          </a:p>
          <a:p>
            <a:pPr marL="0" indent="0">
              <a:buNone/>
            </a:pPr>
            <a:r>
              <a:rPr lang="en-US" altLang="zh-CN" sz="1400"/>
              <a:t>[6] </a:t>
            </a:r>
            <a:r>
              <a:rPr lang="zh-CN" altLang="en-US" sz="1400"/>
              <a:t>张传波</a:t>
            </a:r>
            <a:r>
              <a:rPr lang="en-US" altLang="zh-CN" sz="1400"/>
              <a:t>. </a:t>
            </a:r>
            <a:r>
              <a:rPr lang="zh-CN" altLang="en-US" sz="1400"/>
              <a:t>火球</a:t>
            </a:r>
            <a:r>
              <a:rPr lang="en-US" altLang="zh-CN" sz="1400"/>
              <a:t>(UML</a:t>
            </a:r>
            <a:r>
              <a:rPr lang="zh-CN" altLang="en-US" sz="1400"/>
              <a:t>需求分析实战</a:t>
            </a:r>
            <a:r>
              <a:rPr lang="en-US" altLang="zh-CN" sz="1400"/>
              <a:t>)[M]. </a:t>
            </a:r>
            <a:r>
              <a:rPr lang="zh-CN" altLang="en-US" sz="1400"/>
              <a:t>北京</a:t>
            </a:r>
            <a:r>
              <a:rPr lang="en-US" altLang="zh-CN" sz="1400"/>
              <a:t>: </a:t>
            </a:r>
            <a:r>
              <a:rPr lang="zh-CN" altLang="en-US" sz="1400"/>
              <a:t>人民邮电出版社</a:t>
            </a:r>
            <a:r>
              <a:rPr lang="en-US" altLang="zh-CN" sz="1400"/>
              <a:t>, 2019.</a:t>
            </a:r>
          </a:p>
          <a:p>
            <a:pPr marL="0" indent="0">
              <a:buNone/>
            </a:pPr>
            <a:endParaRPr lang="en-US" altLang="zh-CN" sz="1400"/>
          </a:p>
          <a:p>
            <a:pPr marL="0" indent="0">
              <a:buNone/>
            </a:pPr>
            <a:r>
              <a:rPr lang="en-US" altLang="zh-CN" sz="1400"/>
              <a:t>[7] </a:t>
            </a:r>
            <a:r>
              <a:rPr lang="zh-CN" altLang="en-US" sz="1400"/>
              <a:t>吕云翔</a:t>
            </a:r>
            <a:r>
              <a:rPr lang="en-US" altLang="zh-CN" sz="1400"/>
              <a:t>, </a:t>
            </a:r>
            <a:r>
              <a:rPr lang="zh-CN" altLang="en-US" sz="1400"/>
              <a:t>赵天宇</a:t>
            </a:r>
            <a:r>
              <a:rPr lang="en-US" altLang="zh-CN" sz="1400"/>
              <a:t>. UML</a:t>
            </a:r>
            <a:r>
              <a:rPr lang="zh-CN" altLang="en-US" sz="1400"/>
              <a:t>面向对象分析、建模与设计</a:t>
            </a:r>
            <a:r>
              <a:rPr lang="en-US" altLang="zh-CN" sz="1400"/>
              <a:t>[M]. </a:t>
            </a:r>
            <a:r>
              <a:rPr lang="zh-CN" altLang="en-US" sz="1400"/>
              <a:t>北京</a:t>
            </a:r>
            <a:r>
              <a:rPr lang="en-US" altLang="zh-CN" sz="1400"/>
              <a:t>: </a:t>
            </a:r>
            <a:r>
              <a:rPr lang="zh-CN" altLang="en-US" sz="1400"/>
              <a:t>清华大学出版社</a:t>
            </a:r>
            <a:r>
              <a:rPr lang="en-US" altLang="zh-CN" sz="1400"/>
              <a:t>, 2025.</a:t>
            </a:r>
          </a:p>
          <a:p>
            <a:pPr marL="0" indent="0">
              <a:buNone/>
            </a:pPr>
            <a:endParaRPr lang="en-US" altLang="zh-CN" sz="1400"/>
          </a:p>
          <a:p>
            <a:pPr marL="0" indent="0">
              <a:buNone/>
            </a:pPr>
            <a:r>
              <a:rPr lang="en-US" altLang="zh-CN" sz="1400"/>
              <a:t>[8] </a:t>
            </a:r>
            <a:r>
              <a:rPr lang="zh-CN" altLang="en-US" sz="1400"/>
              <a:t>王先国</a:t>
            </a:r>
            <a:r>
              <a:rPr lang="en-US" altLang="zh-CN" sz="1400"/>
              <a:t>, </a:t>
            </a:r>
            <a:r>
              <a:rPr lang="zh-CN" altLang="en-US" sz="1400"/>
              <a:t>等</a:t>
            </a:r>
            <a:r>
              <a:rPr lang="en-US" altLang="zh-CN" sz="1400"/>
              <a:t>. UML</a:t>
            </a:r>
            <a:r>
              <a:rPr lang="zh-CN" altLang="en-US" sz="1400"/>
              <a:t>统一建模实用教程</a:t>
            </a:r>
            <a:r>
              <a:rPr lang="en-US" altLang="zh-CN" sz="1400"/>
              <a:t>[M]. </a:t>
            </a:r>
            <a:r>
              <a:rPr lang="zh-CN" altLang="en-US" sz="1400"/>
              <a:t>第</a:t>
            </a:r>
            <a:r>
              <a:rPr lang="en-US" altLang="zh-CN" sz="1400"/>
              <a:t>2</a:t>
            </a:r>
            <a:r>
              <a:rPr lang="zh-CN" altLang="en-US" sz="1400"/>
              <a:t>版</a:t>
            </a:r>
            <a:r>
              <a:rPr lang="en-US" altLang="zh-CN" sz="1400"/>
              <a:t>. </a:t>
            </a:r>
            <a:r>
              <a:rPr lang="zh-CN" altLang="en-US" sz="1400"/>
              <a:t>北京</a:t>
            </a:r>
            <a:r>
              <a:rPr lang="en-US" altLang="zh-CN" sz="1400"/>
              <a:t>: </a:t>
            </a:r>
            <a:r>
              <a:rPr lang="zh-CN" altLang="en-US" sz="1400"/>
              <a:t>清华大学出版社</a:t>
            </a:r>
            <a:r>
              <a:rPr lang="en-US" altLang="zh-CN" sz="1400"/>
              <a:t>, 2023.</a:t>
            </a:r>
          </a:p>
        </p:txBody>
      </p:sp>
      <p:sp>
        <p:nvSpPr>
          <p:cNvPr id="3" name="标题 2"/>
          <p:cNvSpPr>
            <a:spLocks noGrp="1"/>
          </p:cNvSpPr>
          <p:nvPr>
            <p:ph type="title"/>
          </p:nvPr>
        </p:nvSpPr>
        <p:spPr>
          <a:xfrm>
            <a:off x="1007533" y="404158"/>
            <a:ext cx="10063501" cy="647700"/>
          </a:xfrm>
        </p:spPr>
        <p:txBody>
          <a:bodyPr/>
          <a:lstStyle/>
          <a:p>
            <a:r>
              <a:rPr lang="zh-CN" altLang="en-US" sz="4800" kern="1200" dirty="0">
                <a:effectLst>
                  <a:outerShdw blurRad="38100" dist="38100" dir="2700000" algn="tl">
                    <a:srgbClr val="C0C0C0"/>
                  </a:outerShdw>
                </a:effectLst>
                <a:latin typeface="华文楷体" panose="02010600040101010101" pitchFamily="2" charset="-122"/>
                <a:ea typeface="华文楷体" panose="02010600040101010101" pitchFamily="2" charset="-122"/>
              </a:rPr>
              <a:t>参考文献</a:t>
            </a:r>
          </a:p>
        </p:txBody>
      </p:sp>
      <p:sp>
        <p:nvSpPr>
          <p:cNvPr id="4" name="灯片编号占位符 3"/>
          <p:cNvSpPr>
            <a:spLocks noGrp="1"/>
          </p:cNvSpPr>
          <p:nvPr>
            <p:ph type="sldNum" sz="quarter" idx="12"/>
          </p:nvPr>
        </p:nvSpPr>
        <p:spPr/>
        <p:txBody>
          <a:bodyPr/>
          <a:lstStyle/>
          <a:p>
            <a:pPr>
              <a:defRPr/>
            </a:pPr>
            <a:r>
              <a:rPr lang="en-US" altLang="zh-CN"/>
              <a:t>-</a:t>
            </a:r>
            <a:fld id="{84D0465F-A6A2-4704-8971-06036326BA03}" type="slidenum">
              <a:rPr lang="en-US" altLang="zh-CN" smtClean="0"/>
              <a:t>50</a:t>
            </a:fld>
            <a:r>
              <a:rPr lang="en-US" altLang="zh-CN"/>
              <a:t>-</a:t>
            </a:r>
          </a:p>
        </p:txBody>
      </p:sp>
    </p:spTree>
  </p:cSld>
  <p:clrMapOvr>
    <a:masterClrMapping/>
  </p:clrMapOvr>
  <p:transition spd="slow">
    <p:comb/>
  </p:transition>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a:xfrm>
            <a:off x="695401" y="1196341"/>
            <a:ext cx="10872184" cy="5400675"/>
          </a:xfrm>
        </p:spPr>
        <p:txBody>
          <a:bodyPr/>
          <a:lstStyle/>
          <a:p>
            <a:pPr marL="0" indent="0">
              <a:buNone/>
            </a:pPr>
            <a:r>
              <a:rPr lang="zh-CN" altLang="en-US" dirty="0"/>
              <a:t>分工：</a:t>
            </a:r>
          </a:p>
          <a:p>
            <a:r>
              <a:rPr lang="zh-CN" altLang="en-US" dirty="0"/>
              <a:t>李俊翰、陈天阳：</a:t>
            </a:r>
            <a:r>
              <a:rPr lang="en-US" altLang="zh-CN" dirty="0"/>
              <a:t>PPT</a:t>
            </a:r>
            <a:r>
              <a:rPr lang="zh-CN" altLang="en-US" dirty="0"/>
              <a:t>内容</a:t>
            </a:r>
          </a:p>
          <a:p>
            <a:r>
              <a:rPr lang="zh-CN" altLang="en-US" dirty="0"/>
              <a:t>梅怡钿：</a:t>
            </a:r>
            <a:r>
              <a:rPr lang="en-US" altLang="zh-CN" dirty="0"/>
              <a:t> PPT</a:t>
            </a:r>
            <a:r>
              <a:rPr lang="zh-CN" altLang="en-US" dirty="0"/>
              <a:t>汇总</a:t>
            </a:r>
            <a:r>
              <a:rPr lang="en-US" altLang="zh-CN" dirty="0"/>
              <a:t>+</a:t>
            </a:r>
            <a:r>
              <a:rPr lang="zh-CN" altLang="en-US" dirty="0"/>
              <a:t>美化</a:t>
            </a:r>
          </a:p>
          <a:p>
            <a:r>
              <a:rPr lang="zh-CN" altLang="en-US" dirty="0"/>
              <a:t>张明慧：</a:t>
            </a:r>
            <a:r>
              <a:rPr lang="en-US" altLang="zh-CN" dirty="0"/>
              <a:t>PPT</a:t>
            </a:r>
            <a:r>
              <a:rPr lang="zh-CN" altLang="en-US" dirty="0"/>
              <a:t>讲稿审查</a:t>
            </a:r>
          </a:p>
          <a:p>
            <a:r>
              <a:rPr lang="zh-CN" altLang="en-US" dirty="0"/>
              <a:t>曹志隆：</a:t>
            </a:r>
            <a:r>
              <a:rPr lang="en-US" altLang="zh-CN" dirty="0"/>
              <a:t>PPT</a:t>
            </a:r>
            <a:r>
              <a:rPr lang="zh-CN" altLang="en-US" dirty="0"/>
              <a:t>内容审查</a:t>
            </a:r>
          </a:p>
          <a:p>
            <a:r>
              <a:rPr lang="zh-CN" altLang="en-US" dirty="0"/>
              <a:t>陈鹏宇：</a:t>
            </a:r>
            <a:r>
              <a:rPr lang="en-US" altLang="zh-CN" dirty="0"/>
              <a:t>PPT</a:t>
            </a:r>
            <a:r>
              <a:rPr lang="zh-CN" altLang="en-US" dirty="0"/>
              <a:t>内容大纲</a:t>
            </a:r>
            <a:r>
              <a:rPr lang="en-US" altLang="zh-CN" dirty="0"/>
              <a:t>+PPT</a:t>
            </a:r>
            <a:r>
              <a:rPr lang="zh-CN" altLang="en-US" dirty="0"/>
              <a:t>展示</a:t>
            </a:r>
            <a:endParaRPr lang="en-US" altLang="zh-CN" dirty="0"/>
          </a:p>
        </p:txBody>
      </p:sp>
      <p:sp>
        <p:nvSpPr>
          <p:cNvPr id="3" name="标题 2"/>
          <p:cNvSpPr>
            <a:spLocks noGrp="1"/>
          </p:cNvSpPr>
          <p:nvPr>
            <p:ph type="title"/>
          </p:nvPr>
        </p:nvSpPr>
        <p:spPr>
          <a:xfrm>
            <a:off x="1007533" y="404158"/>
            <a:ext cx="10063501" cy="647700"/>
          </a:xfrm>
        </p:spPr>
        <p:txBody>
          <a:bodyPr/>
          <a:lstStyle/>
          <a:p>
            <a:r>
              <a:rPr lang="en-US" altLang="zh-CN" sz="4800" kern="1200" dirty="0">
                <a:effectLst>
                  <a:outerShdw blurRad="38100" dist="38100" dir="2700000" algn="tl">
                    <a:srgbClr val="C0C0C0"/>
                  </a:outerShdw>
                </a:effectLst>
                <a:latin typeface="华文楷体" panose="02010600040101010101" pitchFamily="2" charset="-122"/>
                <a:ea typeface="华文楷体" panose="02010600040101010101" pitchFamily="2" charset="-122"/>
                <a:sym typeface="+mn-ea"/>
              </a:rPr>
              <a:t>小组成员分工及评价</a:t>
            </a:r>
            <a:endParaRPr lang="en-US" altLang="zh-CN" sz="4800" kern="1200" dirty="0">
              <a:effectLst>
                <a:outerShdw blurRad="38100" dist="38100" dir="2700000" algn="tl">
                  <a:srgbClr val="C0C0C0"/>
                </a:outerShdw>
              </a:effectLst>
              <a:latin typeface="华文楷体" panose="02010600040101010101" pitchFamily="2" charset="-122"/>
              <a:ea typeface="华文楷体" panose="02010600040101010101" pitchFamily="2" charset="-122"/>
            </a:endParaRPr>
          </a:p>
        </p:txBody>
      </p:sp>
      <p:sp>
        <p:nvSpPr>
          <p:cNvPr id="4" name="灯片编号占位符 3"/>
          <p:cNvSpPr>
            <a:spLocks noGrp="1"/>
          </p:cNvSpPr>
          <p:nvPr>
            <p:ph type="sldNum" sz="quarter" idx="12"/>
          </p:nvPr>
        </p:nvSpPr>
        <p:spPr/>
        <p:txBody>
          <a:bodyPr/>
          <a:lstStyle/>
          <a:p>
            <a:pPr>
              <a:defRPr/>
            </a:pPr>
            <a:r>
              <a:rPr lang="en-US" altLang="zh-CN"/>
              <a:t>-</a:t>
            </a:r>
            <a:fld id="{84D0465F-A6A2-4704-8971-06036326BA03}" type="slidenum">
              <a:rPr lang="en-US" altLang="zh-CN" smtClean="0"/>
              <a:t>51</a:t>
            </a:fld>
            <a:r>
              <a:rPr lang="en-US" altLang="zh-CN"/>
              <a:t>-</a:t>
            </a:r>
          </a:p>
        </p:txBody>
      </p:sp>
      <p:sp>
        <p:nvSpPr>
          <p:cNvPr id="7" name="内容占位符 1"/>
          <p:cNvSpPr>
            <a:spLocks noGrp="1"/>
          </p:cNvSpPr>
          <p:nvPr/>
        </p:nvSpPr>
        <p:spPr>
          <a:xfrm>
            <a:off x="7534986" y="1050926"/>
            <a:ext cx="10872184" cy="5400675"/>
          </a:xfrm>
          <a:prstGeom prst="rect">
            <a:avLst/>
          </a:prstGeom>
          <a:noFill/>
          <a:ln>
            <a:noFill/>
          </a:ln>
        </p:spPr>
        <p:txBody>
          <a:bodyPr vert="horz" wrap="square" lIns="91440" tIns="45720" rIns="91440" bIns="45720" numCol="1" anchor="t" anchorCtr="0" compatLnSpc="1"/>
          <a:lstStyle>
            <a:lvl1pPr marL="342900" indent="-342900" algn="l" rtl="0" eaLnBrk="0" fontAlgn="base" hangingPunct="0">
              <a:spcBef>
                <a:spcPct val="20000"/>
              </a:spcBef>
              <a:spcAft>
                <a:spcPct val="0"/>
              </a:spcAft>
              <a:buClr>
                <a:srgbClr val="A50021"/>
              </a:buClr>
              <a:buSzPct val="80000"/>
              <a:buFont typeface="Wingdings" panose="05000000000000000000" pitchFamily="2" charset="2"/>
              <a:buChar char="þ"/>
              <a:defRPr kumimoji="1" sz="3200" b="0" baseline="0">
                <a:solidFill>
                  <a:schemeClr val="tx1"/>
                </a:solidFill>
                <a:latin typeface="+mn-lt"/>
                <a:ea typeface="微软雅黑" panose="020B0503020204020204" pitchFamily="34" charset="-122"/>
                <a:cs typeface="+mn-cs"/>
              </a:defRPr>
            </a:lvl1pPr>
            <a:lvl2pPr marL="742950" indent="-285750" algn="l" rtl="0" eaLnBrk="0" fontAlgn="base" hangingPunct="0">
              <a:spcBef>
                <a:spcPct val="20000"/>
              </a:spcBef>
              <a:spcAft>
                <a:spcPct val="0"/>
              </a:spcAft>
              <a:buClr>
                <a:schemeClr val="tx2"/>
              </a:buClr>
              <a:buSzPct val="70000"/>
              <a:buFont typeface="Wingdings" panose="05000000000000000000" pitchFamily="2" charset="2"/>
              <a:buChar char="u"/>
              <a:defRPr kumimoji="1" sz="2800" b="0" baseline="0">
                <a:solidFill>
                  <a:schemeClr val="tx1"/>
                </a:solidFill>
                <a:latin typeface="+mn-lt"/>
                <a:ea typeface="微软雅黑" panose="020B0503020204020204" pitchFamily="34" charset="-122"/>
              </a:defRPr>
            </a:lvl2pPr>
            <a:lvl3pPr marL="1143000" indent="-228600" algn="l" rtl="0" eaLnBrk="0" fontAlgn="base" hangingPunct="0">
              <a:spcBef>
                <a:spcPct val="20000"/>
              </a:spcBef>
              <a:spcAft>
                <a:spcPct val="0"/>
              </a:spcAft>
              <a:buClr>
                <a:schemeClr val="hlink"/>
              </a:buClr>
              <a:buSzPct val="70000"/>
              <a:buFont typeface="Wingdings" panose="05000000000000000000" pitchFamily="2" charset="2"/>
              <a:buChar char="Ø"/>
              <a:defRPr kumimoji="1" sz="2400" b="0" baseline="0">
                <a:solidFill>
                  <a:schemeClr val="tx1"/>
                </a:solidFill>
                <a:latin typeface="+mn-lt"/>
                <a:ea typeface="微软雅黑" panose="020B0503020204020204" pitchFamily="34" charset="-122"/>
              </a:defRPr>
            </a:lvl3pPr>
            <a:lvl4pPr marL="1600200" indent="-228600" algn="l" rtl="0" eaLnBrk="0" fontAlgn="base" hangingPunct="0">
              <a:spcBef>
                <a:spcPct val="20000"/>
              </a:spcBef>
              <a:spcAft>
                <a:spcPct val="0"/>
              </a:spcAft>
              <a:buClr>
                <a:schemeClr val="folHlink"/>
              </a:buClr>
              <a:buSzPct val="70000"/>
              <a:buFont typeface="Wingdings" panose="05000000000000000000" pitchFamily="2" charset="2"/>
              <a:buChar char="ü"/>
              <a:defRPr kumimoji="1" sz="2000" b="0" baseline="0">
                <a:solidFill>
                  <a:schemeClr val="tx1"/>
                </a:solidFill>
                <a:latin typeface="+mn-lt"/>
                <a:ea typeface="微软雅黑" panose="020B0503020204020204" pitchFamily="34" charset="-122"/>
              </a:defRPr>
            </a:lvl4pPr>
            <a:lvl5pPr marL="2057400" indent="-228600" algn="l" rtl="0" eaLnBrk="0" fontAlgn="base" hangingPunct="0">
              <a:spcBef>
                <a:spcPct val="20000"/>
              </a:spcBef>
              <a:spcAft>
                <a:spcPct val="0"/>
              </a:spcAft>
              <a:buClr>
                <a:schemeClr val="hlink"/>
              </a:buClr>
              <a:buSzPct val="70000"/>
              <a:buFont typeface="Wingdings" panose="05000000000000000000" pitchFamily="2" charset="2"/>
              <a:buChar char="n"/>
              <a:defRPr kumimoji="1" sz="2000" b="0" baseline="0">
                <a:solidFill>
                  <a:schemeClr val="tx1"/>
                </a:solidFill>
                <a:latin typeface="+mn-lt"/>
                <a:ea typeface="微软雅黑" panose="020B0503020204020204" pitchFamily="34" charset="-122"/>
              </a:defRPr>
            </a:lvl5pPr>
            <a:lvl6pPr marL="2514600" indent="-228600" algn="l" rtl="0" fontAlgn="base">
              <a:spcBef>
                <a:spcPct val="20000"/>
              </a:spcBef>
              <a:spcAft>
                <a:spcPct val="0"/>
              </a:spcAft>
              <a:buClr>
                <a:schemeClr val="hlink"/>
              </a:buClr>
              <a:buSzPct val="70000"/>
              <a:buFont typeface="Wingdings" panose="05000000000000000000" pitchFamily="2" charset="2"/>
              <a:buChar char="n"/>
              <a:defRPr kumimoji="1" sz="2400" b="1">
                <a:solidFill>
                  <a:schemeClr val="tx1"/>
                </a:solidFill>
                <a:latin typeface="+mn-lt"/>
                <a:ea typeface="+mn-ea"/>
              </a:defRPr>
            </a:lvl6pPr>
            <a:lvl7pPr marL="2971800" indent="-228600" algn="l" rtl="0" fontAlgn="base">
              <a:spcBef>
                <a:spcPct val="20000"/>
              </a:spcBef>
              <a:spcAft>
                <a:spcPct val="0"/>
              </a:spcAft>
              <a:buClr>
                <a:schemeClr val="hlink"/>
              </a:buClr>
              <a:buSzPct val="70000"/>
              <a:buFont typeface="Wingdings" panose="05000000000000000000" pitchFamily="2" charset="2"/>
              <a:buChar char="n"/>
              <a:defRPr kumimoji="1" sz="2400" b="1">
                <a:solidFill>
                  <a:schemeClr val="tx1"/>
                </a:solidFill>
                <a:latin typeface="+mn-lt"/>
                <a:ea typeface="+mn-ea"/>
              </a:defRPr>
            </a:lvl7pPr>
            <a:lvl8pPr marL="3429000" indent="-228600" algn="l" rtl="0" fontAlgn="base">
              <a:spcBef>
                <a:spcPct val="20000"/>
              </a:spcBef>
              <a:spcAft>
                <a:spcPct val="0"/>
              </a:spcAft>
              <a:buClr>
                <a:schemeClr val="hlink"/>
              </a:buClr>
              <a:buSzPct val="70000"/>
              <a:buFont typeface="Wingdings" panose="05000000000000000000" pitchFamily="2" charset="2"/>
              <a:buChar char="n"/>
              <a:defRPr kumimoji="1" sz="2400" b="1">
                <a:solidFill>
                  <a:schemeClr val="tx1"/>
                </a:solidFill>
                <a:latin typeface="+mn-lt"/>
                <a:ea typeface="+mn-ea"/>
              </a:defRPr>
            </a:lvl8pPr>
            <a:lvl9pPr marL="3886200" indent="-228600" algn="l" rtl="0" fontAlgn="base">
              <a:spcBef>
                <a:spcPct val="20000"/>
              </a:spcBef>
              <a:spcAft>
                <a:spcPct val="0"/>
              </a:spcAft>
              <a:buClr>
                <a:schemeClr val="hlink"/>
              </a:buClr>
              <a:buSzPct val="70000"/>
              <a:buFont typeface="Wingdings" panose="05000000000000000000" pitchFamily="2" charset="2"/>
              <a:buChar char="n"/>
              <a:defRPr kumimoji="1" sz="2400" b="1">
                <a:solidFill>
                  <a:schemeClr val="tx1"/>
                </a:solidFill>
                <a:latin typeface="+mn-lt"/>
                <a:ea typeface="+mn-ea"/>
              </a:defRPr>
            </a:lvl9pPr>
          </a:lstStyle>
          <a:p>
            <a:pPr marL="0" indent="0">
              <a:buNone/>
            </a:pPr>
            <a:r>
              <a:rPr lang="zh-CN" altLang="en-US" dirty="0"/>
              <a:t>打分：</a:t>
            </a:r>
          </a:p>
          <a:p>
            <a:r>
              <a:rPr lang="zh-CN" altLang="en-US" dirty="0"/>
              <a:t>陈鹏宇：</a:t>
            </a:r>
            <a:r>
              <a:rPr lang="en-US" altLang="zh-CN" dirty="0"/>
              <a:t>95</a:t>
            </a:r>
          </a:p>
          <a:p>
            <a:r>
              <a:rPr lang="zh-CN" altLang="en-US" dirty="0"/>
              <a:t>陈天阳：</a:t>
            </a:r>
            <a:r>
              <a:rPr lang="en-US" altLang="zh-CN" dirty="0"/>
              <a:t>93</a:t>
            </a:r>
          </a:p>
          <a:p>
            <a:r>
              <a:rPr lang="zh-CN" altLang="en-US" dirty="0"/>
              <a:t>梅怡钿：</a:t>
            </a:r>
            <a:r>
              <a:rPr lang="en-US" altLang="zh-CN" dirty="0"/>
              <a:t>94</a:t>
            </a:r>
          </a:p>
          <a:p>
            <a:r>
              <a:rPr lang="zh-CN" altLang="en-US" dirty="0"/>
              <a:t>张明慧：</a:t>
            </a:r>
            <a:r>
              <a:rPr lang="en-US" altLang="zh-CN" dirty="0"/>
              <a:t>90</a:t>
            </a:r>
          </a:p>
          <a:p>
            <a:r>
              <a:rPr lang="zh-CN" altLang="en-US" dirty="0"/>
              <a:t>曹志隆：</a:t>
            </a:r>
            <a:r>
              <a:rPr lang="en-US" altLang="zh-CN" dirty="0"/>
              <a:t>91</a:t>
            </a:r>
          </a:p>
          <a:p>
            <a:r>
              <a:rPr lang="zh-CN" altLang="en-US" dirty="0"/>
              <a:t>李俊翰：</a:t>
            </a:r>
            <a:r>
              <a:rPr lang="en-US" altLang="zh-CN"/>
              <a:t>92</a:t>
            </a:r>
            <a:endParaRPr lang="en-US" altLang="zh-CN" dirty="0"/>
          </a:p>
        </p:txBody>
      </p:sp>
    </p:spTree>
  </p:cSld>
  <p:clrMapOvr>
    <a:masterClrMapping/>
  </p:clrMapOvr>
  <p:transition spd="slow">
    <p:comb/>
  </p:transition>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0018" name="Rectangle 2"/>
          <p:cNvSpPr>
            <a:spLocks noGrp="1" noChangeArrowheads="1"/>
          </p:cNvSpPr>
          <p:nvPr>
            <p:ph type="ctrTitle"/>
          </p:nvPr>
        </p:nvSpPr>
        <p:spPr>
          <a:xfrm>
            <a:off x="2206625" y="1928816"/>
            <a:ext cx="7772400" cy="1755775"/>
          </a:xfrm>
        </p:spPr>
        <p:txBody>
          <a:bodyPr/>
          <a:lstStyle/>
          <a:p>
            <a:pPr eaLnBrk="1" hangingPunct="1">
              <a:defRPr/>
            </a:pPr>
            <a:r>
              <a:rPr lang="zh-CN" altLang="en-US" sz="8800" dirty="0"/>
              <a:t>谢 谢</a:t>
            </a:r>
            <a:r>
              <a:rPr lang="en-US" altLang="zh-CN" sz="8800" dirty="0"/>
              <a:t>!</a:t>
            </a:r>
            <a:endParaRPr lang="zh-CN" altLang="en-US" sz="8800" dirty="0"/>
          </a:p>
        </p:txBody>
      </p:sp>
      <p:sp>
        <p:nvSpPr>
          <p:cNvPr id="2" name="Rectangle 3"/>
          <p:cNvSpPr>
            <a:spLocks noGrp="1" noChangeArrowheads="1"/>
          </p:cNvSpPr>
          <p:nvPr>
            <p:ph type="subTitle" idx="1"/>
          </p:nvPr>
        </p:nvSpPr>
        <p:spPr>
          <a:xfrm>
            <a:off x="2927985" y="3861435"/>
            <a:ext cx="6400800" cy="1752600"/>
          </a:xfrm>
        </p:spPr>
        <p:txBody>
          <a:bodyPr/>
          <a:lstStyle/>
          <a:p>
            <a:pPr algn="l" eaLnBrk="1" hangingPunct="1"/>
            <a:r>
              <a:rPr lang="zh-CN" altLang="en-US" dirty="0"/>
              <a:t>主讲：</a:t>
            </a:r>
            <a:r>
              <a:rPr lang="zh-CN" altLang="en-US" dirty="0">
                <a:sym typeface="+mn-ea"/>
              </a:rPr>
              <a:t>陈鹏宇</a:t>
            </a:r>
            <a:r>
              <a:rPr lang="en-US" altLang="zh-CN" dirty="0"/>
              <a:t>     </a:t>
            </a:r>
            <a:r>
              <a:rPr lang="zh-CN" altLang="en-US" dirty="0"/>
              <a:t>时间：</a:t>
            </a:r>
            <a:r>
              <a:rPr lang="en-US" altLang="zh-CN" dirty="0"/>
              <a:t>2026/4/7</a:t>
            </a:r>
            <a:endParaRPr lang="zh-CN" altLang="en-US" dirty="0"/>
          </a:p>
        </p:txBody>
      </p:sp>
    </p:spTree>
  </p:cSld>
  <p:clrMapOvr>
    <a:masterClrMapping/>
  </p:clrMapOvr>
  <p:transition spd="slow">
    <p:wedge/>
  </p:transition>
</p:sld>
</file>

<file path=ppt/tags/tag1.xml><?xml version="1.0" encoding="utf-8"?>
<p:tagLst xmlns:a="http://schemas.openxmlformats.org/drawingml/2006/main" xmlns:r="http://schemas.openxmlformats.org/officeDocument/2006/relationships" xmlns:p="http://schemas.openxmlformats.org/presentationml/2006/main">
  <p:tag name="KSO_WM_DIAGRAM_VIRTUALLY_FRAME" val="{&quot;height&quot;:530.953622047244,&quot;left&quot;:423.6996850393701,&quot;top&quot;:-81.2467716535433,&quot;width&quot;:545.1503149606299}"/>
</p:tagLst>
</file>

<file path=ppt/tags/tag2.xml><?xml version="1.0" encoding="utf-8"?>
<p:tagLst xmlns:a="http://schemas.openxmlformats.org/drawingml/2006/main" xmlns:r="http://schemas.openxmlformats.org/officeDocument/2006/relationships" xmlns:p="http://schemas.openxmlformats.org/presentationml/2006/main">
  <p:tag name="KSO_WM_DIAGRAM_VIRTUALLY_FRAME" val="{&quot;height&quot;:530.953622047244,&quot;left&quot;:423.6996850393701,&quot;top&quot;:-81.2467716535433,&quot;width&quot;:545.1503149606299}"/>
</p:tagLst>
</file>

<file path=ppt/tags/tag3.xml><?xml version="1.0" encoding="utf-8"?>
<p:tagLst xmlns:a="http://schemas.openxmlformats.org/drawingml/2006/main" xmlns:r="http://schemas.openxmlformats.org/officeDocument/2006/relationships" xmlns:p="http://schemas.openxmlformats.org/presentationml/2006/main">
  <p:tag name="KSO_WM_DIAGRAM_VIRTUALLY_FRAME" val="{&quot;height&quot;:530.953622047244,&quot;left&quot;:423.6996850393701,&quot;top&quot;:-81.2467716535433,&quot;width&quot;:545.1503149606299}"/>
</p:tagLst>
</file>

<file path=ppt/tags/tag4.xml><?xml version="1.0" encoding="utf-8"?>
<p:tagLst xmlns:a="http://schemas.openxmlformats.org/drawingml/2006/main" xmlns:r="http://schemas.openxmlformats.org/officeDocument/2006/relationships" xmlns:p="http://schemas.openxmlformats.org/presentationml/2006/main">
  <p:tag name="KSO_WM_DIAGRAM_VIRTUALLY_FRAME" val="{&quot;height&quot;:530.953622047244,&quot;left&quot;:423.6996850393701,&quot;top&quot;:-81.2467716535433,&quot;width&quot;:545.1503149606299}"/>
</p:tagLst>
</file>

<file path=ppt/tags/tag5.xml><?xml version="1.0" encoding="utf-8"?>
<p:tagLst xmlns:a="http://schemas.openxmlformats.org/drawingml/2006/main" xmlns:r="http://schemas.openxmlformats.org/officeDocument/2006/relationships" xmlns:p="http://schemas.openxmlformats.org/presentationml/2006/main">
  <p:tag name="KSO_WM_DIAGRAM_VIRTUALLY_FRAME" val="{&quot;height&quot;:530.953622047244,&quot;left&quot;:423.6996850393701,&quot;top&quot;:-81.2467716535433,&quot;width&quot;:545.1503149606299}"/>
</p:tagLst>
</file>

<file path=ppt/tags/tag6.xml><?xml version="1.0" encoding="utf-8"?>
<p:tagLst xmlns:a="http://schemas.openxmlformats.org/drawingml/2006/main" xmlns:r="http://schemas.openxmlformats.org/officeDocument/2006/relationships" xmlns:p="http://schemas.openxmlformats.org/presentationml/2006/main">
  <p:tag name="KSO_WM_DIAGRAM_VIRTUALLY_FRAME" val="{&quot;height&quot;:530.953622047244,&quot;left&quot;:423.6996850393701,&quot;top&quot;:-81.2467716535433,&quot;width&quot;:545.1503149606299}"/>
</p:tagLst>
</file>

<file path=ppt/tags/tag7.xml><?xml version="1.0" encoding="utf-8"?>
<p:tagLst xmlns:a="http://schemas.openxmlformats.org/drawingml/2006/main" xmlns:r="http://schemas.openxmlformats.org/officeDocument/2006/relationships" xmlns:p="http://schemas.openxmlformats.org/presentationml/2006/main">
  <p:tag name="KSO_WM_DIAGRAM_VIRTUALLY_FRAME" val="{&quot;height&quot;:530.953622047244,&quot;left&quot;:423.6996850393701,&quot;top&quot;:-81.2467716535433,&quot;width&quot;:545.1503149606299}"/>
</p:tagLst>
</file>

<file path=ppt/tags/tag8.xml><?xml version="1.0" encoding="utf-8"?>
<p:tagLst xmlns:a="http://schemas.openxmlformats.org/drawingml/2006/main" xmlns:r="http://schemas.openxmlformats.org/officeDocument/2006/relationships" xmlns:p="http://schemas.openxmlformats.org/presentationml/2006/main">
  <p:tag name="KSO_WM_DIAGRAM_VIRTUALLY_FRAME" val="{&quot;height&quot;:530.953622047244,&quot;left&quot;:423.6996850393701,&quot;top&quot;:-81.2467716535433,&quot;width&quot;:545.1503149606299}"/>
</p:tagLst>
</file>

<file path=ppt/tags/tag9.xml><?xml version="1.0" encoding="utf-8"?>
<p:tagLst xmlns:a="http://schemas.openxmlformats.org/drawingml/2006/main" xmlns:r="http://schemas.openxmlformats.org/officeDocument/2006/relationships" xmlns:p="http://schemas.openxmlformats.org/presentationml/2006/main">
  <p:tag name="KSO_WM_DIAGRAM_VIRTUALLY_FRAME" val="{&quot;height&quot;:530.953622047244,&quot;left&quot;:423.6996850393701,&quot;top&quot;:-81.2467716535433,&quot;width&quot;:545.1503149606299}"/>
</p:tagLst>
</file>

<file path=ppt/tags/tag10.xml><?xml version="1.0" encoding="utf-8"?>
<p:tagLst xmlns:a="http://schemas.openxmlformats.org/drawingml/2006/main" xmlns:r="http://schemas.openxmlformats.org/officeDocument/2006/relationships" xmlns:p="http://schemas.openxmlformats.org/presentationml/2006/main">
  <p:tag name="KSO_WM_DIAGRAM_VIRTUALLY_FRAME" val="{&quot;height&quot;:530.953622047244,&quot;left&quot;:423.6996850393701,&quot;top&quot;:-81.2467716535433,&quot;width&quot;:545.1503149606299}"/>
</p:tagLst>
</file>

<file path=ppt/tags/tag11.xml><?xml version="1.0" encoding="utf-8"?>
<p:tagLst xmlns:a="http://schemas.openxmlformats.org/drawingml/2006/main" xmlns:r="http://schemas.openxmlformats.org/officeDocument/2006/relationships" xmlns:p="http://schemas.openxmlformats.org/presentationml/2006/main">
  <p:tag name="KSO_WM_DIAGRAM_VIRTUALLY_FRAME" val="{&quot;height&quot;:530.953622047244,&quot;left&quot;:423.6996850393701,&quot;top&quot;:-81.2467716535433,&quot;width&quot;:545.1503149606299}"/>
</p:tagLst>
</file>

<file path=ppt/tags/tag12.xml><?xml version="1.0" encoding="utf-8"?>
<p:tagLst xmlns:a="http://schemas.openxmlformats.org/drawingml/2006/main" xmlns:r="http://schemas.openxmlformats.org/officeDocument/2006/relationships" xmlns:p="http://schemas.openxmlformats.org/presentationml/2006/main">
  <p:tag name="KSO_WM_DIAGRAM_VIRTUALLY_FRAME" val="{&quot;height&quot;:530.953622047244,&quot;left&quot;:423.6996850393701,&quot;top&quot;:-81.2467716535433,&quot;width&quot;:545.1503149606299}"/>
</p:tagLst>
</file>

<file path=ppt/theme/theme1.xml><?xml version="1.0" encoding="utf-8"?>
<a:theme xmlns:a="http://schemas.openxmlformats.org/drawingml/2006/main" name="模板">
  <a:themeElements>
    <a:clrScheme name="模板 2">
      <a:dk1>
        <a:srgbClr val="000000"/>
      </a:dk1>
      <a:lt1>
        <a:srgbClr val="FFFFFF"/>
      </a:lt1>
      <a:dk2>
        <a:srgbClr val="333399"/>
      </a:dk2>
      <a:lt2>
        <a:srgbClr val="1C1C1C"/>
      </a:lt2>
      <a:accent1>
        <a:srgbClr val="00E4A8"/>
      </a:accent1>
      <a:accent2>
        <a:srgbClr val="FFCF01"/>
      </a:accent2>
      <a:accent3>
        <a:srgbClr val="FFFFFF"/>
      </a:accent3>
      <a:accent4>
        <a:srgbClr val="000000"/>
      </a:accent4>
      <a:accent5>
        <a:srgbClr val="AAEFD1"/>
      </a:accent5>
      <a:accent6>
        <a:srgbClr val="E7BB01"/>
      </a:accent6>
      <a:hlink>
        <a:srgbClr val="FF0000"/>
      </a:hlink>
      <a:folHlink>
        <a:srgbClr val="3333CC"/>
      </a:folHlink>
    </a:clrScheme>
    <a:fontScheme name="模板">
      <a:majorFont>
        <a:latin typeface="Tahoma"/>
        <a:ea typeface="幼圆"/>
        <a:cs typeface=""/>
      </a:majorFont>
      <a:minorFont>
        <a:latin typeface="Tahoma"/>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miter lim="800000"/>
          <a:headEnd type="none" w="med" len="med"/>
          <a:tailEnd type="none" w="med" len="med"/>
        </a:ln>
      </a:spPr>
      <a:bodyPr vert="horz" wrap="non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Tx/>
          <a:buSzTx/>
          <a:buFontTx/>
          <a:buNone/>
          <a:defRPr kumimoji="1" lang="en-US" sz="2400" b="1" i="0" u="none" strike="noStrike" cap="none" normalizeH="0" baseline="0" smtClean="0">
            <a:ln>
              <a:noFill/>
            </a:ln>
            <a:solidFill>
              <a:schemeClr val="tx1"/>
            </a:solidFill>
            <a:effectLst/>
            <a:latin typeface="Tahoma" panose="020B0604030504040204" pitchFamily="34" charset="0"/>
            <a:ea typeface="宋体" panose="02010600030101010101" pitchFamily="2"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miter lim="800000"/>
          <a:headEnd type="none" w="med" len="med"/>
          <a:tailEnd type="none" w="med" len="med"/>
        </a:ln>
      </a:spPr>
      <a:bodyPr vert="horz" wrap="non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Tx/>
          <a:buSzTx/>
          <a:buFontTx/>
          <a:buNone/>
          <a:defRPr kumimoji="1" lang="en-US" sz="2400" b="1" i="0" u="none" strike="noStrike" cap="none" normalizeH="0" baseline="0" smtClean="0">
            <a:ln>
              <a:noFill/>
            </a:ln>
            <a:solidFill>
              <a:schemeClr val="tx1"/>
            </a:solidFill>
            <a:effectLst/>
            <a:latin typeface="Tahoma" panose="020B0604030504040204" pitchFamily="34" charset="0"/>
            <a:ea typeface="宋体" panose="02010600030101010101" pitchFamily="2" charset="-122"/>
          </a:defRPr>
        </a:defPPr>
      </a:lstStyle>
    </a:lnDef>
  </a:objectDefaults>
  <a:extraClrSchemeLst>
    <a:extraClrScheme>
      <a:clrScheme name="模板 1">
        <a:dk1>
          <a:srgbClr val="969696"/>
        </a:dk1>
        <a:lt1>
          <a:srgbClr val="FFFFFF"/>
        </a:lt1>
        <a:dk2>
          <a:srgbClr val="000000"/>
        </a:dk2>
        <a:lt2>
          <a:srgbClr val="DDDDDD"/>
        </a:lt2>
        <a:accent1>
          <a:srgbClr val="00E4A8"/>
        </a:accent1>
        <a:accent2>
          <a:srgbClr val="3333CC"/>
        </a:accent2>
        <a:accent3>
          <a:srgbClr val="AAAAAA"/>
        </a:accent3>
        <a:accent4>
          <a:srgbClr val="DADADA"/>
        </a:accent4>
        <a:accent5>
          <a:srgbClr val="AAEFD1"/>
        </a:accent5>
        <a:accent6>
          <a:srgbClr val="2D2DB9"/>
        </a:accent6>
        <a:hlink>
          <a:srgbClr val="FF5050"/>
        </a:hlink>
        <a:folHlink>
          <a:srgbClr val="FFCF01"/>
        </a:folHlink>
      </a:clrScheme>
      <a:clrMap bg1="dk2" tx1="lt1" bg2="dk1" tx2="lt2" accent1="accent1" accent2="accent2" accent3="accent3" accent4="accent4" accent5="accent5" accent6="accent6" hlink="hlink" folHlink="folHlink"/>
    </a:extraClrScheme>
    <a:extraClrScheme>
      <a:clrScheme name="模板 2">
        <a:dk1>
          <a:srgbClr val="000000"/>
        </a:dk1>
        <a:lt1>
          <a:srgbClr val="FFFFFF"/>
        </a:lt1>
        <a:dk2>
          <a:srgbClr val="333399"/>
        </a:dk2>
        <a:lt2>
          <a:srgbClr val="1C1C1C"/>
        </a:lt2>
        <a:accent1>
          <a:srgbClr val="00E4A8"/>
        </a:accent1>
        <a:accent2>
          <a:srgbClr val="FFCF01"/>
        </a:accent2>
        <a:accent3>
          <a:srgbClr val="FFFFFF"/>
        </a:accent3>
        <a:accent4>
          <a:srgbClr val="000000"/>
        </a:accent4>
        <a:accent5>
          <a:srgbClr val="AAEFD1"/>
        </a:accent5>
        <a:accent6>
          <a:srgbClr val="E7BB01"/>
        </a:accent6>
        <a:hlink>
          <a:srgbClr val="FF0000"/>
        </a:hlink>
        <a:folHlink>
          <a:srgbClr val="3333CC"/>
        </a:folHlink>
      </a:clrScheme>
      <a:clrMap bg1="lt1" tx1="dk1" bg2="lt2" tx2="dk2" accent1="accent1" accent2="accent2" accent3="accent3" accent4="accent4" accent5="accent5" accent6="accent6" hlink="hlink" folHlink="folHlink"/>
    </a:extraClrScheme>
    <a:extraClrScheme>
      <a:clrScheme name="模板 3">
        <a:dk1>
          <a:srgbClr val="000000"/>
        </a:dk1>
        <a:lt1>
          <a:srgbClr val="FFFFFF"/>
        </a:lt1>
        <a:dk2>
          <a:srgbClr val="000000"/>
        </a:dk2>
        <a:lt2>
          <a:srgbClr val="5F5F5F"/>
        </a:lt2>
        <a:accent1>
          <a:srgbClr val="EAEAEA"/>
        </a:accent1>
        <a:accent2>
          <a:srgbClr val="808080"/>
        </a:accent2>
        <a:accent3>
          <a:srgbClr val="FFFFFF"/>
        </a:accent3>
        <a:accent4>
          <a:srgbClr val="000000"/>
        </a:accent4>
        <a:accent5>
          <a:srgbClr val="F3F3F3"/>
        </a:accent5>
        <a:accent6>
          <a:srgbClr val="737373"/>
        </a:accent6>
        <a:hlink>
          <a:srgbClr val="4D4D4D"/>
        </a:hlink>
        <a:folHlink>
          <a:srgbClr val="C0C0C0"/>
        </a:folHlink>
      </a:clrScheme>
      <a:clrMap bg1="lt1" tx1="dk1" bg2="lt2" tx2="dk2" accent1="accent1" accent2="accent2" accent3="accent3" accent4="accent4" accent5="accent5" accent6="accent6" hlink="hlink" folHlink="folHlink"/>
    </a:extraClrScheme>
    <a:extraClrScheme>
      <a:clrScheme name="模板 4">
        <a:dk1>
          <a:srgbClr val="000094"/>
        </a:dk1>
        <a:lt1>
          <a:srgbClr val="FFFFFF"/>
        </a:lt1>
        <a:dk2>
          <a:srgbClr val="0000CC"/>
        </a:dk2>
        <a:lt2>
          <a:srgbClr val="FFFFCC"/>
        </a:lt2>
        <a:accent1>
          <a:srgbClr val="3193FF"/>
        </a:accent1>
        <a:accent2>
          <a:srgbClr val="9900FF"/>
        </a:accent2>
        <a:accent3>
          <a:srgbClr val="AAAAE2"/>
        </a:accent3>
        <a:accent4>
          <a:srgbClr val="DADADA"/>
        </a:accent4>
        <a:accent5>
          <a:srgbClr val="ADC8FF"/>
        </a:accent5>
        <a:accent6>
          <a:srgbClr val="8A00E7"/>
        </a:accent6>
        <a:hlink>
          <a:srgbClr val="FF3399"/>
        </a:hlink>
        <a:folHlink>
          <a:srgbClr val="FFCC00"/>
        </a:folHlink>
      </a:clrScheme>
      <a:clrMap bg1="dk2" tx1="lt1" bg2="dk1" tx2="lt2" accent1="accent1" accent2="accent2" accent3="accent3" accent4="accent4" accent5="accent5" accent6="accent6" hlink="hlink" folHlink="folHlink"/>
    </a:extraClrScheme>
    <a:extraClrScheme>
      <a:clrScheme name="模板 5">
        <a:dk1>
          <a:srgbClr val="000000"/>
        </a:dk1>
        <a:lt1>
          <a:srgbClr val="FFFFFF"/>
        </a:lt1>
        <a:dk2>
          <a:srgbClr val="000066"/>
        </a:dk2>
        <a:lt2>
          <a:srgbClr val="333333"/>
        </a:lt2>
        <a:accent1>
          <a:srgbClr val="C4709A"/>
        </a:accent1>
        <a:accent2>
          <a:srgbClr val="4B4EB5"/>
        </a:accent2>
        <a:accent3>
          <a:srgbClr val="FFFFFF"/>
        </a:accent3>
        <a:accent4>
          <a:srgbClr val="000000"/>
        </a:accent4>
        <a:accent5>
          <a:srgbClr val="DEBBCA"/>
        </a:accent5>
        <a:accent6>
          <a:srgbClr val="4346A4"/>
        </a:accent6>
        <a:hlink>
          <a:srgbClr val="C481CF"/>
        </a:hlink>
        <a:folHlink>
          <a:srgbClr val="76B749"/>
        </a:folHlink>
      </a:clrScheme>
      <a:clrMap bg1="lt1" tx1="dk1" bg2="lt2" tx2="dk2" accent1="accent1" accent2="accent2" accent3="accent3" accent4="accent4" accent5="accent5" accent6="accent6" hlink="hlink" folHlink="folHlink"/>
    </a:extraClrScheme>
    <a:extraClrScheme>
      <a:clrScheme name="模板 6">
        <a:dk1>
          <a:srgbClr val="000000"/>
        </a:dk1>
        <a:lt1>
          <a:srgbClr val="FFFFFF"/>
        </a:lt1>
        <a:dk2>
          <a:srgbClr val="6A4076"/>
        </a:dk2>
        <a:lt2>
          <a:srgbClr val="969696"/>
        </a:lt2>
        <a:accent1>
          <a:srgbClr val="DBA9C2"/>
        </a:accent1>
        <a:accent2>
          <a:srgbClr val="E1BF91"/>
        </a:accent2>
        <a:accent3>
          <a:srgbClr val="FFFFFF"/>
        </a:accent3>
        <a:accent4>
          <a:srgbClr val="000000"/>
        </a:accent4>
        <a:accent5>
          <a:srgbClr val="EAD1DD"/>
        </a:accent5>
        <a:accent6>
          <a:srgbClr val="CCAD83"/>
        </a:accent6>
        <a:hlink>
          <a:srgbClr val="B3CE82"/>
        </a:hlink>
        <a:folHlink>
          <a:srgbClr val="B8AD48"/>
        </a:folHlink>
      </a:clrScheme>
      <a:clrMap bg1="lt1" tx1="dk1" bg2="lt2" tx2="dk2" accent1="accent1" accent2="accent2" accent3="accent3" accent4="accent4" accent5="accent5" accent6="accent6" hlink="hlink" folHlink="folHlink"/>
    </a:extraClrScheme>
    <a:extraClrScheme>
      <a:clrScheme name="模板 7">
        <a:dk1>
          <a:srgbClr val="000000"/>
        </a:dk1>
        <a:lt1>
          <a:srgbClr val="FFFFFF"/>
        </a:lt1>
        <a:dk2>
          <a:srgbClr val="515F7B"/>
        </a:dk2>
        <a:lt2>
          <a:srgbClr val="808080"/>
        </a:lt2>
        <a:accent1>
          <a:srgbClr val="9FCAD3"/>
        </a:accent1>
        <a:accent2>
          <a:srgbClr val="C0C0C0"/>
        </a:accent2>
        <a:accent3>
          <a:srgbClr val="FFFFFF"/>
        </a:accent3>
        <a:accent4>
          <a:srgbClr val="000000"/>
        </a:accent4>
        <a:accent5>
          <a:srgbClr val="CDE1E6"/>
        </a:accent5>
        <a:accent6>
          <a:srgbClr val="AEAEAE"/>
        </a:accent6>
        <a:hlink>
          <a:srgbClr val="91AFBF"/>
        </a:hlink>
        <a:folHlink>
          <a:srgbClr val="ECEAAC"/>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2973</Words>
  <Application>Microsoft Office PowerPoint</Application>
  <PresentationFormat>宽屏</PresentationFormat>
  <Paragraphs>373</Paragraphs>
  <Slides>52</Slides>
  <Notes>24</Notes>
  <HiddenSlides>0</HiddenSlides>
  <MMClips>0</MMClips>
  <ScaleCrop>false</ScaleCrop>
  <HeadingPairs>
    <vt:vector size="6" baseType="variant">
      <vt:variant>
        <vt:lpstr>已用的字体</vt:lpstr>
      </vt:variant>
      <vt:variant>
        <vt:i4>9</vt:i4>
      </vt:variant>
      <vt:variant>
        <vt:lpstr>主题</vt:lpstr>
      </vt:variant>
      <vt:variant>
        <vt:i4>1</vt:i4>
      </vt:variant>
      <vt:variant>
        <vt:lpstr>幻灯片标题</vt:lpstr>
      </vt:variant>
      <vt:variant>
        <vt:i4>52</vt:i4>
      </vt:variant>
    </vt:vector>
  </HeadingPairs>
  <TitlesOfParts>
    <vt:vector size="62" baseType="lpstr">
      <vt:lpstr>Arial MT Pro Bold</vt:lpstr>
      <vt:lpstr>思源黑体 Bold</vt:lpstr>
      <vt:lpstr>思源黑体 Heavy</vt:lpstr>
      <vt:lpstr>宋体</vt:lpstr>
      <vt:lpstr>微软雅黑</vt:lpstr>
      <vt:lpstr>Arial</vt:lpstr>
      <vt:lpstr>Tahoma</vt:lpstr>
      <vt:lpstr>Wingdings</vt:lpstr>
      <vt:lpstr>华文楷体</vt:lpstr>
      <vt:lpstr>模板</vt:lpstr>
      <vt:lpstr>UML基础Ⅰ：用例图、类图、状态图、顺序图、协作图、部署图 UML Basics I: Use Case Diagram, Class Diagram, State Diagram, Sequence Diagram, Collaboration Diagram, Deployment Diagram</vt:lpstr>
      <vt:lpstr>PowerPoint 演示文稿</vt:lpstr>
      <vt:lpstr>第01章课程回顾与UML核心图概览[1]</vt:lpstr>
      <vt:lpstr>PowerPoint 演示文稿</vt:lpstr>
      <vt:lpstr>UML中的14种图 [2]</vt:lpstr>
      <vt:lpstr>6种图的应用场景速览</vt:lpstr>
      <vt:lpstr>问题1：顺序图和协作图的核心区别是什么？</vt:lpstr>
      <vt:lpstr>问题1：顺序图和协作图的核心区别是什么？</vt:lpstr>
      <vt:lpstr>第02章用例图——需求建模的核心[3]</vt:lpstr>
      <vt:lpstr>用例图的核心概念</vt:lpstr>
      <vt:lpstr>用例图元语详解</vt:lpstr>
      <vt:lpstr>参与者要点分析</vt:lpstr>
      <vt:lpstr>用例识别的"价值"原则</vt:lpstr>
      <vt:lpstr>用例关系：包含、扩展、泛化</vt:lpstr>
      <vt:lpstr>问题2（选择题）：以下场景应该用哪种关系？"登录"用例在多个业务用例前都需要执行</vt:lpstr>
      <vt:lpstr>问题2（选择题）：以下场景应该用哪种关系？"登录"用例在多个业务用例前都需要执行</vt:lpstr>
      <vt:lpstr>图书馆管理系统用例图</vt:lpstr>
      <vt:lpstr>第03章类图——静态结构建模[4]</vt:lpstr>
      <vt:lpstr>类图的核心地位</vt:lpstr>
      <vt:lpstr>类的表示法</vt:lpstr>
      <vt:lpstr>类之间的关系</vt:lpstr>
      <vt:lpstr>聚合与组合</vt:lpstr>
      <vt:lpstr>关联的导航性与多重性</vt:lpstr>
      <vt:lpstr>问题3（选择题）：聚合和组合的核心区别是什么？</vt:lpstr>
      <vt:lpstr>问题3（选择题）：聚合和组合的核心区别是什么？</vt:lpstr>
      <vt:lpstr>第04章状态图——对象行为建模</vt:lpstr>
      <vt:lpstr>状态图的核心概念</vt:lpstr>
      <vt:lpstr>状态的核心概念</vt:lpstr>
      <vt:lpstr>状态图元语详解</vt:lpstr>
      <vt:lpstr>问题4：以下哪种情况不需要对对象进行状态建模？</vt:lpstr>
      <vt:lpstr>问题4：以下哪种情况不需要对对象进行状态建模？</vt:lpstr>
      <vt:lpstr>实例："图书"类的状态机图</vt:lpstr>
      <vt:lpstr>高级状态机：复合状态</vt:lpstr>
      <vt:lpstr>高级状态机：伪状态</vt:lpstr>
      <vt:lpstr>第05章顺序图与协作图——交互建模</vt:lpstr>
      <vt:lpstr>顺序图的核心概念</vt:lpstr>
      <vt:lpstr>顺序图元语详解</vt:lpstr>
      <vt:lpstr>“借书”用例实现的顺序图</vt:lpstr>
      <vt:lpstr>通信图的核心概念</vt:lpstr>
      <vt:lpstr>通信图元语详解</vt:lpstr>
      <vt:lpstr>“借书”用例实现的通信图</vt:lpstr>
      <vt:lpstr>问题5：分析"借书"用例，以下哪种情况更适合用协作图？</vt:lpstr>
      <vt:lpstr>问题5：分析"借书"用例，以下哪种情况更适合用协作图？</vt:lpstr>
      <vt:lpstr>第06章部署图——物理架构建模</vt:lpstr>
      <vt:lpstr>部署图</vt:lpstr>
      <vt:lpstr>系统部署</vt:lpstr>
      <vt:lpstr>分布式部署模式</vt:lpstr>
      <vt:lpstr>部署图建模元素</vt:lpstr>
      <vt:lpstr>实例：预约挂号系统进程分配</vt:lpstr>
      <vt:lpstr>参考文献</vt:lpstr>
      <vt:lpstr>小组成员分工及评价</vt:lpstr>
      <vt:lpstr>谢 谢!</vt:lpstr>
    </vt:vector>
  </TitlesOfParts>
  <Company>buaa</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面向对象分析设计课程讲义</dc:title>
  <dc:creator>thbin</dc:creator>
  <cp:lastModifiedBy>haha li</cp:lastModifiedBy>
  <cp:revision>470</cp:revision>
  <cp:lastPrinted>2113-01-01T00:00:00Z</cp:lastPrinted>
  <dcterms:created xsi:type="dcterms:W3CDTF">2005-09-05T02:45:00Z</dcterms:created>
  <dcterms:modified xsi:type="dcterms:W3CDTF">2026-04-05T12:35:47Z</dcterms:modified>
  <cp:category>UML</cp:category>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2052-12.1.0.25225</vt:lpwstr>
  </property>
  <property fmtid="{D5CDD505-2E9C-101B-9397-08002B2CF9AE}" pid="3" name="ICV">
    <vt:lpwstr>D41A15DF7F3C4B92B9F27FCCA528B01E_13</vt:lpwstr>
  </property>
</Properties>
</file>