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ink/ink1.xml" ContentType="application/inkml+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0"/>
  </p:notesMasterIdLst>
  <p:handoutMasterIdLst>
    <p:handoutMasterId r:id="rId61"/>
  </p:handoutMasterIdLst>
  <p:sldIdLst>
    <p:sldId id="399" r:id="rId2"/>
    <p:sldId id="482" r:id="rId3"/>
    <p:sldId id="260" r:id="rId4"/>
    <p:sldId id="400" r:id="rId5"/>
    <p:sldId id="401" r:id="rId6"/>
    <p:sldId id="402" r:id="rId7"/>
    <p:sldId id="405" r:id="rId8"/>
    <p:sldId id="406" r:id="rId9"/>
    <p:sldId id="403" r:id="rId10"/>
    <p:sldId id="404" r:id="rId11"/>
    <p:sldId id="408" r:id="rId12"/>
    <p:sldId id="409" r:id="rId13"/>
    <p:sldId id="407" r:id="rId14"/>
    <p:sldId id="430" r:id="rId15"/>
    <p:sldId id="410" r:id="rId16"/>
    <p:sldId id="412" r:id="rId17"/>
    <p:sldId id="432" r:id="rId18"/>
    <p:sldId id="413" r:id="rId19"/>
    <p:sldId id="433" r:id="rId20"/>
    <p:sldId id="416" r:id="rId21"/>
    <p:sldId id="414" r:id="rId22"/>
    <p:sldId id="417" r:id="rId23"/>
    <p:sldId id="419" r:id="rId24"/>
    <p:sldId id="418" r:id="rId25"/>
    <p:sldId id="420" r:id="rId26"/>
    <p:sldId id="421" r:id="rId27"/>
    <p:sldId id="425" r:id="rId28"/>
    <p:sldId id="423" r:id="rId29"/>
    <p:sldId id="424" r:id="rId30"/>
    <p:sldId id="427" r:id="rId31"/>
    <p:sldId id="428" r:id="rId32"/>
    <p:sldId id="429" r:id="rId33"/>
    <p:sldId id="426" r:id="rId34"/>
    <p:sldId id="438" r:id="rId35"/>
    <p:sldId id="436" r:id="rId36"/>
    <p:sldId id="479" r:id="rId37"/>
    <p:sldId id="443" r:id="rId38"/>
    <p:sldId id="445" r:id="rId39"/>
    <p:sldId id="446" r:id="rId40"/>
    <p:sldId id="448" r:id="rId41"/>
    <p:sldId id="449" r:id="rId42"/>
    <p:sldId id="450" r:id="rId43"/>
    <p:sldId id="453" r:id="rId44"/>
    <p:sldId id="454" r:id="rId45"/>
    <p:sldId id="455" r:id="rId46"/>
    <p:sldId id="456" r:id="rId47"/>
    <p:sldId id="457" r:id="rId48"/>
    <p:sldId id="459" r:id="rId49"/>
    <p:sldId id="460" r:id="rId50"/>
    <p:sldId id="461" r:id="rId51"/>
    <p:sldId id="462" r:id="rId52"/>
    <p:sldId id="464" r:id="rId53"/>
    <p:sldId id="465" r:id="rId54"/>
    <p:sldId id="468" r:id="rId55"/>
    <p:sldId id="470" r:id="rId56"/>
    <p:sldId id="484" r:id="rId57"/>
    <p:sldId id="483" r:id="rId58"/>
    <p:sldId id="382" r:id="rId59"/>
  </p:sldIdLst>
  <p:sldSz cx="12192000" cy="6858000"/>
  <p:notesSz cx="7099300" cy="10234613"/>
  <p:defaultTextStyle>
    <a:defPPr>
      <a:defRPr lang="en-US"/>
    </a:defPPr>
    <a:lvl1pPr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2pPr>
    <a:lvl3pPr marL="914400"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3pPr>
    <a:lvl4pPr marL="1371600"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4pPr>
    <a:lvl5pPr marL="1828800" algn="l" rtl="0" fontAlgn="base">
      <a:spcBef>
        <a:spcPct val="0"/>
      </a:spcBef>
      <a:spcAft>
        <a:spcPct val="0"/>
      </a:spcAft>
      <a:defRPr kumimoji="1" sz="2400" b="1"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sz="2400" b="1"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sz="2400" b="1"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sz="2400" b="1"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sz="2400" b="1"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9" userDrawn="1">
          <p15:clr>
            <a:srgbClr val="A4A3A4"/>
          </p15:clr>
        </p15:guide>
        <p15:guide id="2" pos="380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99"/>
    <a:srgbClr val="99CCFF"/>
    <a:srgbClr val="808000"/>
    <a:srgbClr val="333300"/>
    <a:srgbClr val="003300"/>
    <a:srgbClr val="336699"/>
    <a:srgbClr val="0099CC"/>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75176" autoAdjust="0"/>
  </p:normalViewPr>
  <p:slideViewPr>
    <p:cSldViewPr showGuides="1">
      <p:cViewPr varScale="1">
        <p:scale>
          <a:sx n="83" d="100"/>
          <a:sy n="83" d="100"/>
        </p:scale>
        <p:origin x="896" y="52"/>
      </p:cViewPr>
      <p:guideLst>
        <p:guide orient="horz" pos="2159"/>
        <p:guide pos="380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744"/>
    </p:cViewPr>
  </p:sorterViewPr>
  <p:notesViewPr>
    <p:cSldViewPr>
      <p:cViewPr varScale="1">
        <p:scale>
          <a:sx n="75" d="100"/>
          <a:sy n="75" d="100"/>
        </p:scale>
        <p:origin x="3168" y="3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0_1#1">
  <dgm:title val=""/>
  <dgm:desc val=""/>
  <dgm:catLst>
    <dgm:cat type="mainScheme" pri="10100"/>
  </dgm:catLst>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DE9BAD7-AD0E-4322-AAF5-6B937CF341BE}" type="doc">
      <dgm:prSet loTypeId="urn:microsoft.com/office/officeart/2008/layout/HorizontalMultiLevelHierarchy#1" loCatId="hierarchy" qsTypeId="urn:microsoft.com/office/officeart/2005/8/quickstyle/simple3#1" qsCatId="simple" csTypeId="urn:microsoft.com/office/officeart/2005/8/colors/accent0_1#1" csCatId="mainScheme" phldr="1"/>
      <dgm:spPr/>
      <dgm:t>
        <a:bodyPr/>
        <a:lstStyle/>
        <a:p>
          <a:endParaRPr lang="zh-CN" altLang="en-US"/>
        </a:p>
      </dgm:t>
    </dgm:pt>
    <dgm:pt modelId="{609431D5-09EC-4689-9697-27655E3EEF6F}">
      <dgm:prSet phldrT="[文本]" custT="1"/>
      <dgm:spPr>
        <a:ln>
          <a:solidFill>
            <a:srgbClr val="FF0000"/>
          </a:solidFill>
        </a:ln>
      </dgm:spPr>
      <dgm:t>
        <a:bodyPr/>
        <a:lstStyle/>
        <a:p>
          <a:r>
            <a:rPr lang="zh-CN" altLang="en-US" sz="1800" baseline="0" dirty="0">
              <a:ea typeface="微软雅黑" panose="020B0503020204020204" pitchFamily="34" charset="-122"/>
            </a:rPr>
            <a:t>图</a:t>
          </a:r>
        </a:p>
      </dgm:t>
    </dgm:pt>
    <dgm:pt modelId="{C29A91BF-3902-4FDE-B121-DAF738A9D3F4}" type="parTrans" cxnId="{6B5D25A2-B34C-4CC9-B009-66B1954CC664}">
      <dgm:prSet/>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FE04F7B1-3B06-40AB-8851-FFBBAE6E2B58}" type="sibTrans" cxnId="{6B5D25A2-B34C-4CC9-B009-66B1954CC664}">
      <dgm:prSet/>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9468DCDD-AECF-49FB-A5EA-8CC15604CC74}">
      <dgm:prSet phldrT="[文本]" custT="1"/>
      <dgm:spPr>
        <a:ln>
          <a:solidFill>
            <a:srgbClr val="FF0000"/>
          </a:solidFill>
        </a:ln>
      </dgm:spPr>
      <dgm:t>
        <a:bodyPr/>
        <a:lstStyle/>
        <a:p>
          <a:r>
            <a:rPr lang="zh-CN" altLang="en-US" sz="1800" baseline="0" dirty="0">
              <a:ea typeface="微软雅黑" panose="020B0503020204020204" pitchFamily="34" charset="-122"/>
            </a:rPr>
            <a:t>结构图</a:t>
          </a:r>
        </a:p>
      </dgm:t>
    </dgm:pt>
    <dgm:pt modelId="{D1FF6FAD-67C5-40DE-B7CC-E34DE4C7F9AC}" type="parTrans" cxnId="{332DF473-6DF8-496A-8CA4-29DAA7F2E016}">
      <dgm:prSet custT="1"/>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76031131-C038-4A0D-A9D2-A7605179D781}" type="sibTrans" cxnId="{332DF473-6DF8-496A-8CA4-29DAA7F2E016}">
      <dgm:prSet/>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A9F8D932-0903-4E8F-B024-95D3065702B9}">
      <dgm:prSet phldrT="[文本]" custT="1"/>
      <dgm:spPr/>
      <dgm:t>
        <a:bodyPr/>
        <a:lstStyle/>
        <a:p>
          <a:r>
            <a:rPr lang="zh-CN" altLang="en-US" sz="1800" baseline="0" dirty="0">
              <a:ea typeface="微软雅黑" panose="020B0503020204020204" pitchFamily="34" charset="-122"/>
            </a:rPr>
            <a:t>类图</a:t>
          </a:r>
        </a:p>
      </dgm:t>
    </dgm:pt>
    <dgm:pt modelId="{4BBD0E2F-BAC0-4A39-9401-B3DFFBC74F3E}" type="parTrans" cxnId="{694F17CA-BB8A-4138-AB59-6A879543298F}">
      <dgm:prSet custT="1"/>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A45A4EB6-3C5B-4EAD-9873-53803E24AA0B}" type="sibTrans" cxnId="{694F17CA-BB8A-4138-AB59-6A879543298F}">
      <dgm:prSet/>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CA1CA50C-37D5-405A-8730-505B7AB4DD4D}">
      <dgm:prSet phldrT="[文本]" custT="1"/>
      <dgm:spPr/>
      <dgm:t>
        <a:bodyPr/>
        <a:lstStyle/>
        <a:p>
          <a:r>
            <a:rPr lang="zh-CN" altLang="en-US" sz="1800" baseline="0" dirty="0">
              <a:ea typeface="微软雅黑" panose="020B0503020204020204" pitchFamily="34" charset="-122"/>
            </a:rPr>
            <a:t>对象图</a:t>
          </a:r>
        </a:p>
      </dgm:t>
    </dgm:pt>
    <dgm:pt modelId="{2C8C5ABB-D092-4715-B0E8-BDF9462F5816}" type="parTrans" cxnId="{EB4DD329-8AA7-445C-AA4A-80A135FE53BF}">
      <dgm:prSet custT="1"/>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60F9118A-1BFA-4E0A-8C1B-6C747D02610E}" type="sibTrans" cxnId="{EB4DD329-8AA7-445C-AA4A-80A135FE53BF}">
      <dgm:prSet/>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ECE8CACA-4F85-49EE-9354-19815B414A43}">
      <dgm:prSet phldrT="[文本]" custT="1"/>
      <dgm:spPr>
        <a:ln>
          <a:solidFill>
            <a:srgbClr val="FF0000"/>
          </a:solidFill>
        </a:ln>
      </dgm:spPr>
      <dgm:t>
        <a:bodyPr/>
        <a:lstStyle/>
        <a:p>
          <a:r>
            <a:rPr lang="zh-CN" altLang="en-US" sz="1800" baseline="0" dirty="0">
              <a:ea typeface="微软雅黑" panose="020B0503020204020204" pitchFamily="34" charset="-122"/>
            </a:rPr>
            <a:t>行为图</a:t>
          </a:r>
        </a:p>
      </dgm:t>
    </dgm:pt>
    <dgm:pt modelId="{3B7DD8E1-A11D-4A94-9738-B2154F5E4278}" type="parTrans" cxnId="{D03A28A8-11C1-4C78-AA4C-4C9D496BBD46}">
      <dgm:prSet custT="1"/>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186FC617-1E1A-4AEB-B624-0FEF4C0D9BFD}" type="sibTrans" cxnId="{D03A28A8-11C1-4C78-AA4C-4C9D496BBD46}">
      <dgm:prSet/>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6BF2E01C-B815-4449-B53E-4D2BB55EE956}">
      <dgm:prSet phldrT="[文本]" custT="1"/>
      <dgm:spPr>
        <a:ln>
          <a:solidFill>
            <a:srgbClr val="FF0000"/>
          </a:solidFill>
        </a:ln>
      </dgm:spPr>
      <dgm:t>
        <a:bodyPr/>
        <a:lstStyle/>
        <a:p>
          <a:r>
            <a:rPr lang="zh-CN" altLang="en-US" sz="1800" baseline="0" dirty="0">
              <a:ea typeface="微软雅黑" panose="020B0503020204020204" pitchFamily="34" charset="-122"/>
            </a:rPr>
            <a:t>交互图</a:t>
          </a:r>
        </a:p>
      </dgm:t>
    </dgm:pt>
    <dgm:pt modelId="{45194066-1DE3-40B7-8BD5-D652EBA5267B}" type="parTrans" cxnId="{2F28F1BB-1549-4C89-8550-8AFB5733521E}">
      <dgm:prSet custT="1"/>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108F9DBD-5019-4B9B-98F5-1C58E0F204C0}" type="sibTrans" cxnId="{2F28F1BB-1549-4C89-8550-8AFB5733521E}">
      <dgm:prSet/>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3F7175BB-F65E-4508-8A1D-546B3DE0C8A5}">
      <dgm:prSet phldrT="[文本]" custT="1"/>
      <dgm:spPr/>
      <dgm:t>
        <a:bodyPr/>
        <a:lstStyle/>
        <a:p>
          <a:r>
            <a:rPr lang="zh-CN" altLang="en-US" sz="1800" baseline="0" dirty="0">
              <a:ea typeface="微软雅黑" panose="020B0503020204020204" pitchFamily="34" charset="-122"/>
            </a:rPr>
            <a:t>包图</a:t>
          </a:r>
        </a:p>
      </dgm:t>
    </dgm:pt>
    <dgm:pt modelId="{7B45359D-EC6F-4CCD-A9F4-A4CA568D967B}" type="parTrans" cxnId="{E6C68929-2A9D-4E00-8287-9F08D15D890B}">
      <dgm:prSet custT="1"/>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F23769BD-563C-4F33-98C1-930C42073439}" type="sibTrans" cxnId="{E6C68929-2A9D-4E00-8287-9F08D15D890B}">
      <dgm:prSet/>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50CAF9AF-BF6A-4A69-A326-2C322FC3A21D}">
      <dgm:prSet phldrT="[文本]" custT="1"/>
      <dgm:spPr/>
      <dgm:t>
        <a:bodyPr/>
        <a:lstStyle/>
        <a:p>
          <a:r>
            <a:rPr lang="zh-CN" altLang="en-US" sz="1800" baseline="0" dirty="0">
              <a:ea typeface="微软雅黑" panose="020B0503020204020204" pitchFamily="34" charset="-122"/>
            </a:rPr>
            <a:t>组合结构图</a:t>
          </a:r>
        </a:p>
      </dgm:t>
    </dgm:pt>
    <dgm:pt modelId="{7664FEB4-F66C-445A-886B-AAD1A5BB8E2A}" type="parTrans" cxnId="{93ACDFED-BD54-4B71-8544-F69D8BA74765}">
      <dgm:prSet custT="1"/>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8740B66A-F08E-4185-8F6C-DFCFF161694D}" type="sibTrans" cxnId="{93ACDFED-BD54-4B71-8544-F69D8BA74765}">
      <dgm:prSet/>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9BEECD74-8C9D-4779-9BA6-49CB2EE5619A}">
      <dgm:prSet phldrT="[文本]" custT="1"/>
      <dgm:spPr/>
      <dgm:t>
        <a:bodyPr/>
        <a:lstStyle/>
        <a:p>
          <a:r>
            <a:rPr lang="zh-CN" altLang="en-US" sz="1800" baseline="0" dirty="0">
              <a:ea typeface="微软雅黑" panose="020B0503020204020204" pitchFamily="34" charset="-122"/>
            </a:rPr>
            <a:t>构件图</a:t>
          </a:r>
        </a:p>
      </dgm:t>
    </dgm:pt>
    <dgm:pt modelId="{8B754F3D-80D1-4CA2-AE0B-AFDA2AB99244}" type="parTrans" cxnId="{0D237287-51FF-40E8-AE40-825B60D1B68B}">
      <dgm:prSet custT="1"/>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5EF4E137-B497-487D-8BDC-DBC8752AAF09}" type="sibTrans" cxnId="{0D237287-51FF-40E8-AE40-825B60D1B68B}">
      <dgm:prSet/>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24A6D9F5-FE58-48BA-BBB0-C0778BF0A167}">
      <dgm:prSet phldrT="[文本]" custT="1"/>
      <dgm:spPr/>
      <dgm:t>
        <a:bodyPr/>
        <a:lstStyle/>
        <a:p>
          <a:r>
            <a:rPr lang="zh-CN" altLang="en-US" sz="1800" baseline="0" dirty="0">
              <a:ea typeface="微软雅黑" panose="020B0503020204020204" pitchFamily="34" charset="-122"/>
            </a:rPr>
            <a:t>部署图</a:t>
          </a:r>
        </a:p>
      </dgm:t>
    </dgm:pt>
    <dgm:pt modelId="{44A845A5-3DB4-4E21-A436-BAB51C024674}" type="parTrans" cxnId="{B141A3B0-BFDB-4DB3-B3F6-8144D5F39E2E}">
      <dgm:prSet custT="1"/>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FC80F6D5-C2BF-424B-AFE6-000BCAE3A837}" type="sibTrans" cxnId="{B141A3B0-BFDB-4DB3-B3F6-8144D5F39E2E}">
      <dgm:prSet/>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FDED3242-8CB0-417F-8CEF-AE71E724220E}">
      <dgm:prSet phldrT="[文本]" custT="1"/>
      <dgm:spPr/>
      <dgm:t>
        <a:bodyPr/>
        <a:lstStyle/>
        <a:p>
          <a:r>
            <a:rPr lang="zh-CN" altLang="en-US" sz="1800" baseline="0" dirty="0">
              <a:ea typeface="微软雅黑" panose="020B0503020204020204" pitchFamily="34" charset="-122"/>
            </a:rPr>
            <a:t>外廓图</a:t>
          </a:r>
        </a:p>
      </dgm:t>
    </dgm:pt>
    <dgm:pt modelId="{D8D89983-D0E1-4B90-8070-743D7242BBC4}" type="parTrans" cxnId="{575CCC36-988B-4D7B-B822-7B44630C1D9C}">
      <dgm:prSet custT="1"/>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6756F670-F966-4DE6-BEF1-169F02B1587F}" type="sibTrans" cxnId="{575CCC36-988B-4D7B-B822-7B44630C1D9C}">
      <dgm:prSet/>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6852904A-82B5-474C-86FD-9561C1165658}">
      <dgm:prSet phldrT="[文本]" custT="1"/>
      <dgm:spPr/>
      <dgm:t>
        <a:bodyPr/>
        <a:lstStyle/>
        <a:p>
          <a:r>
            <a:rPr lang="zh-CN" altLang="en-US" sz="1800" baseline="0" dirty="0">
              <a:ea typeface="微软雅黑" panose="020B0503020204020204" pitchFamily="34" charset="-122"/>
            </a:rPr>
            <a:t>顺序图</a:t>
          </a:r>
        </a:p>
      </dgm:t>
    </dgm:pt>
    <dgm:pt modelId="{FE330DA6-E322-4431-96C3-63BAAE8083EA}" type="parTrans" cxnId="{6EC4E405-89AB-4B8E-B127-FA96A2F3A963}">
      <dgm:prSet custT="1"/>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858D80E2-BD2C-4E1A-A7ED-C19BFF5CB924}" type="sibTrans" cxnId="{6EC4E405-89AB-4B8E-B127-FA96A2F3A963}">
      <dgm:prSet/>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0A656A85-87E6-48BC-84F6-CC35E8B69F6B}">
      <dgm:prSet phldrT="[文本]" custT="1"/>
      <dgm:spPr/>
      <dgm:t>
        <a:bodyPr/>
        <a:lstStyle/>
        <a:p>
          <a:r>
            <a:rPr lang="zh-CN" altLang="en-US" sz="1800" baseline="0" dirty="0">
              <a:ea typeface="微软雅黑" panose="020B0503020204020204" pitchFamily="34" charset="-122"/>
            </a:rPr>
            <a:t>通信图</a:t>
          </a:r>
        </a:p>
      </dgm:t>
    </dgm:pt>
    <dgm:pt modelId="{0429AC65-9DFF-47E4-A450-8919786E8C46}" type="parTrans" cxnId="{8778023E-D430-47F2-B66C-8D8CA614690D}">
      <dgm:prSet custT="1"/>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B5567025-2772-43EE-8C86-9F168F139768}" type="sibTrans" cxnId="{8778023E-D430-47F2-B66C-8D8CA614690D}">
      <dgm:prSet/>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14F0FAFB-677F-4155-8225-CBD5F76A35A7}">
      <dgm:prSet phldrT="[文本]" custT="1"/>
      <dgm:spPr/>
      <dgm:t>
        <a:bodyPr/>
        <a:lstStyle/>
        <a:p>
          <a:r>
            <a:rPr lang="zh-CN" altLang="en-US" sz="1800" baseline="0" dirty="0">
              <a:ea typeface="微软雅黑" panose="020B0503020204020204" pitchFamily="34" charset="-122"/>
            </a:rPr>
            <a:t>时间图</a:t>
          </a:r>
        </a:p>
      </dgm:t>
    </dgm:pt>
    <dgm:pt modelId="{43851929-75BE-4E6A-9FCE-A4033C4CD97A}" type="parTrans" cxnId="{22465BE1-351C-4415-AD11-4C4D377B183F}">
      <dgm:prSet custT="1"/>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6F2A04FD-730F-4242-AE5E-3591A595D096}" type="sibTrans" cxnId="{22465BE1-351C-4415-AD11-4C4D377B183F}">
      <dgm:prSet/>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B41E232B-1D51-474B-A57D-DBA5A8E52F4A}">
      <dgm:prSet phldrT="[文本]" custT="1"/>
      <dgm:spPr/>
      <dgm:t>
        <a:bodyPr/>
        <a:lstStyle/>
        <a:p>
          <a:r>
            <a:rPr lang="zh-CN" altLang="en-US" sz="1800" baseline="0" dirty="0">
              <a:ea typeface="微软雅黑" panose="020B0503020204020204" pitchFamily="34" charset="-122"/>
            </a:rPr>
            <a:t>交互概览图</a:t>
          </a:r>
        </a:p>
      </dgm:t>
    </dgm:pt>
    <dgm:pt modelId="{EF200C9C-18EB-4769-8F60-4F1EF06D9A94}" type="parTrans" cxnId="{E29ECC8D-3F8B-4591-A48A-4873D4C601FF}">
      <dgm:prSet custT="1"/>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7FD3C791-0D62-433E-90CD-EE4F200C23DF}" type="sibTrans" cxnId="{E29ECC8D-3F8B-4591-A48A-4873D4C601FF}">
      <dgm:prSet/>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B99DC40A-D91C-4643-9346-9330E739E0BD}">
      <dgm:prSet phldrT="[文本]" custT="1"/>
      <dgm:spPr/>
      <dgm:t>
        <a:bodyPr/>
        <a:lstStyle/>
        <a:p>
          <a:r>
            <a:rPr lang="zh-CN" altLang="en-US" sz="1800" baseline="0" dirty="0">
              <a:ea typeface="微软雅黑" panose="020B0503020204020204" pitchFamily="34" charset="-122"/>
            </a:rPr>
            <a:t>活动图</a:t>
          </a:r>
        </a:p>
      </dgm:t>
    </dgm:pt>
    <dgm:pt modelId="{BD41AD02-E508-443F-BB88-9BFA021715E1}" type="parTrans" cxnId="{279C012C-7DAC-4512-BFF2-E9D33AE7270B}">
      <dgm:prSet custT="1"/>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6B066795-A432-473A-986E-F523CF768F2A}" type="sibTrans" cxnId="{279C012C-7DAC-4512-BFF2-E9D33AE7270B}">
      <dgm:prSet/>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AF2CCA30-438B-44ED-B5F4-984290131262}">
      <dgm:prSet phldrT="[文本]" custT="1"/>
      <dgm:spPr/>
      <dgm:t>
        <a:bodyPr/>
        <a:lstStyle/>
        <a:p>
          <a:r>
            <a:rPr lang="zh-CN" altLang="en-US" sz="1800" baseline="0" dirty="0">
              <a:ea typeface="微软雅黑" panose="020B0503020204020204" pitchFamily="34" charset="-122"/>
            </a:rPr>
            <a:t>状态机图</a:t>
          </a:r>
        </a:p>
      </dgm:t>
    </dgm:pt>
    <dgm:pt modelId="{F44C532A-5167-49D5-BAA6-0B4E16619407}" type="parTrans" cxnId="{C9DF1C00-EF35-4570-897F-F86E29924752}">
      <dgm:prSet custT="1"/>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791E7BF0-1937-49F3-B06C-33A66DB3FABE}" type="sibTrans" cxnId="{C9DF1C00-EF35-4570-897F-F86E29924752}">
      <dgm:prSet/>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61A0A93F-E33E-40DC-92BF-98C7302ED61D}">
      <dgm:prSet phldrT="[文本]" custT="1"/>
      <dgm:spPr/>
      <dgm:t>
        <a:bodyPr/>
        <a:lstStyle/>
        <a:p>
          <a:r>
            <a:rPr lang="zh-CN" altLang="en-US" sz="1800" baseline="0" dirty="0">
              <a:ea typeface="微软雅黑" panose="020B0503020204020204" pitchFamily="34" charset="-122"/>
            </a:rPr>
            <a:t>用例图</a:t>
          </a:r>
        </a:p>
      </dgm:t>
    </dgm:pt>
    <dgm:pt modelId="{B713AF4A-F335-48A6-AC7C-1E807988F8E5}" type="parTrans" cxnId="{07156501-F7DF-45E2-A9F4-0E648B63C51D}">
      <dgm:prSet custT="1"/>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A0B0F0A7-D53A-42C8-BEB5-0A469B5BE60B}" type="sibTrans" cxnId="{07156501-F7DF-45E2-A9F4-0E648B63C51D}">
      <dgm:prSet/>
      <dgm:spPr/>
      <dgm:t>
        <a:bodyPr/>
        <a:lstStyle/>
        <a:p>
          <a:endParaRPr lang="zh-CN" altLang="en-US" sz="1800" baseline="0">
            <a:latin typeface="微软雅黑" panose="020B0503020204020204" pitchFamily="34" charset="-122"/>
            <a:ea typeface="微软雅黑" panose="020B0503020204020204" pitchFamily="34" charset="-122"/>
          </a:endParaRPr>
        </a:p>
      </dgm:t>
    </dgm:pt>
    <dgm:pt modelId="{8DEA6347-BBE7-42A0-A4E8-C4B5D026D2EE}" type="pres">
      <dgm:prSet presAssocID="{8DE9BAD7-AD0E-4322-AAF5-6B937CF341BE}" presName="Name0" presStyleCnt="0">
        <dgm:presLayoutVars>
          <dgm:chPref val="1"/>
          <dgm:dir/>
          <dgm:animOne val="branch"/>
          <dgm:animLvl val="lvl"/>
          <dgm:resizeHandles val="exact"/>
        </dgm:presLayoutVars>
      </dgm:prSet>
      <dgm:spPr/>
    </dgm:pt>
    <dgm:pt modelId="{AF6BC64C-F43C-406C-B9E7-652C253941A6}" type="pres">
      <dgm:prSet presAssocID="{609431D5-09EC-4689-9697-27655E3EEF6F}" presName="root1" presStyleCnt="0"/>
      <dgm:spPr/>
    </dgm:pt>
    <dgm:pt modelId="{C9A8487D-13D3-423F-878B-2BE332F04C3B}" type="pres">
      <dgm:prSet presAssocID="{609431D5-09EC-4689-9697-27655E3EEF6F}" presName="LevelOneTextNode" presStyleLbl="node0" presStyleIdx="0" presStyleCnt="1">
        <dgm:presLayoutVars>
          <dgm:chPref val="3"/>
        </dgm:presLayoutVars>
      </dgm:prSet>
      <dgm:spPr/>
    </dgm:pt>
    <dgm:pt modelId="{401AB234-8BF1-4283-8806-D03F83730399}" type="pres">
      <dgm:prSet presAssocID="{609431D5-09EC-4689-9697-27655E3EEF6F}" presName="level2hierChild" presStyleCnt="0"/>
      <dgm:spPr/>
    </dgm:pt>
    <dgm:pt modelId="{C620370B-336D-4776-806D-719F487DB234}" type="pres">
      <dgm:prSet presAssocID="{D1FF6FAD-67C5-40DE-B7CC-E34DE4C7F9AC}" presName="conn2-1" presStyleLbl="parChTrans1D2" presStyleIdx="0" presStyleCnt="2"/>
      <dgm:spPr/>
    </dgm:pt>
    <dgm:pt modelId="{9BE786DE-1FB1-4C4D-86CC-A9AA11D736FD}" type="pres">
      <dgm:prSet presAssocID="{D1FF6FAD-67C5-40DE-B7CC-E34DE4C7F9AC}" presName="connTx" presStyleLbl="parChTrans1D2" presStyleIdx="0" presStyleCnt="2"/>
      <dgm:spPr/>
    </dgm:pt>
    <dgm:pt modelId="{BB5738BC-F716-4160-A5F9-FEF4DEE1FB48}" type="pres">
      <dgm:prSet presAssocID="{9468DCDD-AECF-49FB-A5EA-8CC15604CC74}" presName="root2" presStyleCnt="0"/>
      <dgm:spPr/>
    </dgm:pt>
    <dgm:pt modelId="{39E89EF4-1B69-4568-B723-F28640B2CF9B}" type="pres">
      <dgm:prSet presAssocID="{9468DCDD-AECF-49FB-A5EA-8CC15604CC74}" presName="LevelTwoTextNode" presStyleLbl="node2" presStyleIdx="0" presStyleCnt="2">
        <dgm:presLayoutVars>
          <dgm:chPref val="3"/>
        </dgm:presLayoutVars>
      </dgm:prSet>
      <dgm:spPr/>
    </dgm:pt>
    <dgm:pt modelId="{B4CF89B4-40C5-4B79-8BAE-1EF5F24EDFB8}" type="pres">
      <dgm:prSet presAssocID="{9468DCDD-AECF-49FB-A5EA-8CC15604CC74}" presName="level3hierChild" presStyleCnt="0"/>
      <dgm:spPr/>
    </dgm:pt>
    <dgm:pt modelId="{42AB59CD-9750-4448-8D7B-832DCA450CE8}" type="pres">
      <dgm:prSet presAssocID="{4BBD0E2F-BAC0-4A39-9401-B3DFFBC74F3E}" presName="conn2-1" presStyleLbl="parChTrans1D3" presStyleIdx="0" presStyleCnt="11"/>
      <dgm:spPr/>
    </dgm:pt>
    <dgm:pt modelId="{3D7784C6-83E6-4E3D-AB5D-C2F214B3B5DE}" type="pres">
      <dgm:prSet presAssocID="{4BBD0E2F-BAC0-4A39-9401-B3DFFBC74F3E}" presName="connTx" presStyleLbl="parChTrans1D3" presStyleIdx="0" presStyleCnt="11"/>
      <dgm:spPr/>
    </dgm:pt>
    <dgm:pt modelId="{5CA6DC20-7C7C-43CD-9620-B37D236E9BA9}" type="pres">
      <dgm:prSet presAssocID="{A9F8D932-0903-4E8F-B024-95D3065702B9}" presName="root2" presStyleCnt="0"/>
      <dgm:spPr/>
    </dgm:pt>
    <dgm:pt modelId="{B0245779-B83D-4CFA-828A-A9347A8DC14F}" type="pres">
      <dgm:prSet presAssocID="{A9F8D932-0903-4E8F-B024-95D3065702B9}" presName="LevelTwoTextNode" presStyleLbl="node3" presStyleIdx="0" presStyleCnt="11">
        <dgm:presLayoutVars>
          <dgm:chPref val="3"/>
        </dgm:presLayoutVars>
      </dgm:prSet>
      <dgm:spPr/>
    </dgm:pt>
    <dgm:pt modelId="{DD597A7F-101E-4B92-A058-1AE0CDF362CC}" type="pres">
      <dgm:prSet presAssocID="{A9F8D932-0903-4E8F-B024-95D3065702B9}" presName="level3hierChild" presStyleCnt="0"/>
      <dgm:spPr/>
    </dgm:pt>
    <dgm:pt modelId="{AF576449-7BF5-4E9B-8E28-FCED6BE5E565}" type="pres">
      <dgm:prSet presAssocID="{7664FEB4-F66C-445A-886B-AAD1A5BB8E2A}" presName="conn2-1" presStyleLbl="parChTrans1D3" presStyleIdx="1" presStyleCnt="11"/>
      <dgm:spPr/>
    </dgm:pt>
    <dgm:pt modelId="{549DB685-0EF7-4A58-B4C9-933F040A5B51}" type="pres">
      <dgm:prSet presAssocID="{7664FEB4-F66C-445A-886B-AAD1A5BB8E2A}" presName="connTx" presStyleLbl="parChTrans1D3" presStyleIdx="1" presStyleCnt="11"/>
      <dgm:spPr/>
    </dgm:pt>
    <dgm:pt modelId="{6DD676F6-382D-4F2C-A8B2-79B6B85DBB15}" type="pres">
      <dgm:prSet presAssocID="{50CAF9AF-BF6A-4A69-A326-2C322FC3A21D}" presName="root2" presStyleCnt="0"/>
      <dgm:spPr/>
    </dgm:pt>
    <dgm:pt modelId="{210F528C-1EC0-4E4A-A32E-CCC3454D9462}" type="pres">
      <dgm:prSet presAssocID="{50CAF9AF-BF6A-4A69-A326-2C322FC3A21D}" presName="LevelTwoTextNode" presStyleLbl="node3" presStyleIdx="1" presStyleCnt="11">
        <dgm:presLayoutVars>
          <dgm:chPref val="3"/>
        </dgm:presLayoutVars>
      </dgm:prSet>
      <dgm:spPr/>
    </dgm:pt>
    <dgm:pt modelId="{370C2F96-141B-4986-9CB8-962500C8F929}" type="pres">
      <dgm:prSet presAssocID="{50CAF9AF-BF6A-4A69-A326-2C322FC3A21D}" presName="level3hierChild" presStyleCnt="0"/>
      <dgm:spPr/>
    </dgm:pt>
    <dgm:pt modelId="{0F9556B1-B960-4B63-A5B0-1EB392BE46E8}" type="pres">
      <dgm:prSet presAssocID="{8B754F3D-80D1-4CA2-AE0B-AFDA2AB99244}" presName="conn2-1" presStyleLbl="parChTrans1D3" presStyleIdx="2" presStyleCnt="11"/>
      <dgm:spPr/>
    </dgm:pt>
    <dgm:pt modelId="{6EE7692B-FD5E-491F-87E0-A2522F2468CB}" type="pres">
      <dgm:prSet presAssocID="{8B754F3D-80D1-4CA2-AE0B-AFDA2AB99244}" presName="connTx" presStyleLbl="parChTrans1D3" presStyleIdx="2" presStyleCnt="11"/>
      <dgm:spPr/>
    </dgm:pt>
    <dgm:pt modelId="{D58E59E6-8C4E-4ADD-804F-F14363711E9D}" type="pres">
      <dgm:prSet presAssocID="{9BEECD74-8C9D-4779-9BA6-49CB2EE5619A}" presName="root2" presStyleCnt="0"/>
      <dgm:spPr/>
    </dgm:pt>
    <dgm:pt modelId="{A42D5A40-658F-400B-807C-41CA0D8FFE15}" type="pres">
      <dgm:prSet presAssocID="{9BEECD74-8C9D-4779-9BA6-49CB2EE5619A}" presName="LevelTwoTextNode" presStyleLbl="node3" presStyleIdx="2" presStyleCnt="11">
        <dgm:presLayoutVars>
          <dgm:chPref val="3"/>
        </dgm:presLayoutVars>
      </dgm:prSet>
      <dgm:spPr/>
    </dgm:pt>
    <dgm:pt modelId="{1CC673CF-99CF-4072-BD74-DAACCC282892}" type="pres">
      <dgm:prSet presAssocID="{9BEECD74-8C9D-4779-9BA6-49CB2EE5619A}" presName="level3hierChild" presStyleCnt="0"/>
      <dgm:spPr/>
    </dgm:pt>
    <dgm:pt modelId="{E8DD1B65-E2C1-4F51-A694-ED336198106D}" type="pres">
      <dgm:prSet presAssocID="{44A845A5-3DB4-4E21-A436-BAB51C024674}" presName="conn2-1" presStyleLbl="parChTrans1D3" presStyleIdx="3" presStyleCnt="11"/>
      <dgm:spPr/>
    </dgm:pt>
    <dgm:pt modelId="{84E299CF-04B2-4797-8E7C-779A9733B661}" type="pres">
      <dgm:prSet presAssocID="{44A845A5-3DB4-4E21-A436-BAB51C024674}" presName="connTx" presStyleLbl="parChTrans1D3" presStyleIdx="3" presStyleCnt="11"/>
      <dgm:spPr/>
    </dgm:pt>
    <dgm:pt modelId="{27AE877E-4B57-4FE9-AEDB-43241520D886}" type="pres">
      <dgm:prSet presAssocID="{24A6D9F5-FE58-48BA-BBB0-C0778BF0A167}" presName="root2" presStyleCnt="0"/>
      <dgm:spPr/>
    </dgm:pt>
    <dgm:pt modelId="{4CA0D506-8F05-47E5-AB6B-1A0048224BCF}" type="pres">
      <dgm:prSet presAssocID="{24A6D9F5-FE58-48BA-BBB0-C0778BF0A167}" presName="LevelTwoTextNode" presStyleLbl="node3" presStyleIdx="3" presStyleCnt="11">
        <dgm:presLayoutVars>
          <dgm:chPref val="3"/>
        </dgm:presLayoutVars>
      </dgm:prSet>
      <dgm:spPr/>
    </dgm:pt>
    <dgm:pt modelId="{A663BED3-0EB6-40F7-B809-3CA52DD0236B}" type="pres">
      <dgm:prSet presAssocID="{24A6D9F5-FE58-48BA-BBB0-C0778BF0A167}" presName="level3hierChild" presStyleCnt="0"/>
      <dgm:spPr/>
    </dgm:pt>
    <dgm:pt modelId="{4DF03D7C-9C04-4FFE-88F4-3A989D2BF1B6}" type="pres">
      <dgm:prSet presAssocID="{2C8C5ABB-D092-4715-B0E8-BDF9462F5816}" presName="conn2-1" presStyleLbl="parChTrans1D3" presStyleIdx="4" presStyleCnt="11"/>
      <dgm:spPr/>
    </dgm:pt>
    <dgm:pt modelId="{04283609-90A2-4666-AB53-55947FB68596}" type="pres">
      <dgm:prSet presAssocID="{2C8C5ABB-D092-4715-B0E8-BDF9462F5816}" presName="connTx" presStyleLbl="parChTrans1D3" presStyleIdx="4" presStyleCnt="11"/>
      <dgm:spPr/>
    </dgm:pt>
    <dgm:pt modelId="{886F32A1-FF9C-4993-8F52-FFA017908F35}" type="pres">
      <dgm:prSet presAssocID="{CA1CA50C-37D5-405A-8730-505B7AB4DD4D}" presName="root2" presStyleCnt="0"/>
      <dgm:spPr/>
    </dgm:pt>
    <dgm:pt modelId="{7D5F9842-8F68-4ABC-95EC-F854D71B5F56}" type="pres">
      <dgm:prSet presAssocID="{CA1CA50C-37D5-405A-8730-505B7AB4DD4D}" presName="LevelTwoTextNode" presStyleLbl="node3" presStyleIdx="4" presStyleCnt="11">
        <dgm:presLayoutVars>
          <dgm:chPref val="3"/>
        </dgm:presLayoutVars>
      </dgm:prSet>
      <dgm:spPr/>
    </dgm:pt>
    <dgm:pt modelId="{C3B4728C-0445-4834-B60B-50D648AD7179}" type="pres">
      <dgm:prSet presAssocID="{CA1CA50C-37D5-405A-8730-505B7AB4DD4D}" presName="level3hierChild" presStyleCnt="0"/>
      <dgm:spPr/>
    </dgm:pt>
    <dgm:pt modelId="{F8C374CA-232C-4246-841B-321D085D2E8F}" type="pres">
      <dgm:prSet presAssocID="{7B45359D-EC6F-4CCD-A9F4-A4CA568D967B}" presName="conn2-1" presStyleLbl="parChTrans1D3" presStyleIdx="5" presStyleCnt="11"/>
      <dgm:spPr/>
    </dgm:pt>
    <dgm:pt modelId="{C2BE2BA4-9A08-49BA-B82E-4AA4AF0504E4}" type="pres">
      <dgm:prSet presAssocID="{7B45359D-EC6F-4CCD-A9F4-A4CA568D967B}" presName="connTx" presStyleLbl="parChTrans1D3" presStyleIdx="5" presStyleCnt="11"/>
      <dgm:spPr/>
    </dgm:pt>
    <dgm:pt modelId="{AC0166D6-8214-488F-870E-82B34080C5BB}" type="pres">
      <dgm:prSet presAssocID="{3F7175BB-F65E-4508-8A1D-546B3DE0C8A5}" presName="root2" presStyleCnt="0"/>
      <dgm:spPr/>
    </dgm:pt>
    <dgm:pt modelId="{E806F987-8D89-4591-AF57-BB46085D4C93}" type="pres">
      <dgm:prSet presAssocID="{3F7175BB-F65E-4508-8A1D-546B3DE0C8A5}" presName="LevelTwoTextNode" presStyleLbl="node3" presStyleIdx="5" presStyleCnt="11">
        <dgm:presLayoutVars>
          <dgm:chPref val="3"/>
        </dgm:presLayoutVars>
      </dgm:prSet>
      <dgm:spPr/>
    </dgm:pt>
    <dgm:pt modelId="{7192A405-F878-43AE-88DF-624F128A43BE}" type="pres">
      <dgm:prSet presAssocID="{3F7175BB-F65E-4508-8A1D-546B3DE0C8A5}" presName="level3hierChild" presStyleCnt="0"/>
      <dgm:spPr/>
    </dgm:pt>
    <dgm:pt modelId="{DBBAE32E-E3F8-41E9-86DF-F8A5001A61C2}" type="pres">
      <dgm:prSet presAssocID="{D8D89983-D0E1-4B90-8070-743D7242BBC4}" presName="conn2-1" presStyleLbl="parChTrans1D3" presStyleIdx="6" presStyleCnt="11"/>
      <dgm:spPr/>
    </dgm:pt>
    <dgm:pt modelId="{D7765543-63A8-4F25-93C9-DBE916892EAC}" type="pres">
      <dgm:prSet presAssocID="{D8D89983-D0E1-4B90-8070-743D7242BBC4}" presName="connTx" presStyleLbl="parChTrans1D3" presStyleIdx="6" presStyleCnt="11"/>
      <dgm:spPr/>
    </dgm:pt>
    <dgm:pt modelId="{41F53028-0621-413A-A1D6-EDA1DBBFF01B}" type="pres">
      <dgm:prSet presAssocID="{FDED3242-8CB0-417F-8CEF-AE71E724220E}" presName="root2" presStyleCnt="0"/>
      <dgm:spPr/>
    </dgm:pt>
    <dgm:pt modelId="{A643AD2F-36BF-4054-855B-C1A9934EF91E}" type="pres">
      <dgm:prSet presAssocID="{FDED3242-8CB0-417F-8CEF-AE71E724220E}" presName="LevelTwoTextNode" presStyleLbl="node3" presStyleIdx="6" presStyleCnt="11">
        <dgm:presLayoutVars>
          <dgm:chPref val="3"/>
        </dgm:presLayoutVars>
      </dgm:prSet>
      <dgm:spPr/>
    </dgm:pt>
    <dgm:pt modelId="{3AD7B176-DF4A-432B-9990-E80BF865BF3A}" type="pres">
      <dgm:prSet presAssocID="{FDED3242-8CB0-417F-8CEF-AE71E724220E}" presName="level3hierChild" presStyleCnt="0"/>
      <dgm:spPr/>
    </dgm:pt>
    <dgm:pt modelId="{F6318166-BEF6-4B4A-8C3C-AAEBCEA697A3}" type="pres">
      <dgm:prSet presAssocID="{3B7DD8E1-A11D-4A94-9738-B2154F5E4278}" presName="conn2-1" presStyleLbl="parChTrans1D2" presStyleIdx="1" presStyleCnt="2"/>
      <dgm:spPr/>
    </dgm:pt>
    <dgm:pt modelId="{D8F94803-31A2-4C25-B3BF-BC365B1BE0C5}" type="pres">
      <dgm:prSet presAssocID="{3B7DD8E1-A11D-4A94-9738-B2154F5E4278}" presName="connTx" presStyleLbl="parChTrans1D2" presStyleIdx="1" presStyleCnt="2"/>
      <dgm:spPr/>
    </dgm:pt>
    <dgm:pt modelId="{F085197C-8C6B-4A5E-B502-ECD49AD321C7}" type="pres">
      <dgm:prSet presAssocID="{ECE8CACA-4F85-49EE-9354-19815B414A43}" presName="root2" presStyleCnt="0"/>
      <dgm:spPr/>
    </dgm:pt>
    <dgm:pt modelId="{B89D03A5-C42E-4580-8AA4-DD9CF020DAC1}" type="pres">
      <dgm:prSet presAssocID="{ECE8CACA-4F85-49EE-9354-19815B414A43}" presName="LevelTwoTextNode" presStyleLbl="node2" presStyleIdx="1" presStyleCnt="2">
        <dgm:presLayoutVars>
          <dgm:chPref val="3"/>
        </dgm:presLayoutVars>
      </dgm:prSet>
      <dgm:spPr/>
    </dgm:pt>
    <dgm:pt modelId="{7C7E83BB-D542-4088-899F-F579A666B65D}" type="pres">
      <dgm:prSet presAssocID="{ECE8CACA-4F85-49EE-9354-19815B414A43}" presName="level3hierChild" presStyleCnt="0"/>
      <dgm:spPr/>
    </dgm:pt>
    <dgm:pt modelId="{D6A112FB-F07F-4952-BCE0-9B58432F3708}" type="pres">
      <dgm:prSet presAssocID="{BD41AD02-E508-443F-BB88-9BFA021715E1}" presName="conn2-1" presStyleLbl="parChTrans1D3" presStyleIdx="7" presStyleCnt="11"/>
      <dgm:spPr/>
    </dgm:pt>
    <dgm:pt modelId="{6471DD9C-1B0F-4110-A6A2-4DC01ABF36DD}" type="pres">
      <dgm:prSet presAssocID="{BD41AD02-E508-443F-BB88-9BFA021715E1}" presName="connTx" presStyleLbl="parChTrans1D3" presStyleIdx="7" presStyleCnt="11"/>
      <dgm:spPr/>
    </dgm:pt>
    <dgm:pt modelId="{4F92315F-6553-4817-8FBE-4817608D54DA}" type="pres">
      <dgm:prSet presAssocID="{B99DC40A-D91C-4643-9346-9330E739E0BD}" presName="root2" presStyleCnt="0"/>
      <dgm:spPr/>
    </dgm:pt>
    <dgm:pt modelId="{8AAD44D8-BD94-4CCB-9F33-5C10ABD1DD8C}" type="pres">
      <dgm:prSet presAssocID="{B99DC40A-D91C-4643-9346-9330E739E0BD}" presName="LevelTwoTextNode" presStyleLbl="node3" presStyleIdx="7" presStyleCnt="11">
        <dgm:presLayoutVars>
          <dgm:chPref val="3"/>
        </dgm:presLayoutVars>
      </dgm:prSet>
      <dgm:spPr/>
    </dgm:pt>
    <dgm:pt modelId="{6414AA30-3E08-43FA-819C-2EFB8BD623F9}" type="pres">
      <dgm:prSet presAssocID="{B99DC40A-D91C-4643-9346-9330E739E0BD}" presName="level3hierChild" presStyleCnt="0"/>
      <dgm:spPr/>
    </dgm:pt>
    <dgm:pt modelId="{B6173E44-27A1-4996-9597-012C7532CC2A}" type="pres">
      <dgm:prSet presAssocID="{45194066-1DE3-40B7-8BD5-D652EBA5267B}" presName="conn2-1" presStyleLbl="parChTrans1D3" presStyleIdx="8" presStyleCnt="11"/>
      <dgm:spPr/>
    </dgm:pt>
    <dgm:pt modelId="{19F5079B-B44E-42D7-BC50-09D556CD2E4A}" type="pres">
      <dgm:prSet presAssocID="{45194066-1DE3-40B7-8BD5-D652EBA5267B}" presName="connTx" presStyleLbl="parChTrans1D3" presStyleIdx="8" presStyleCnt="11"/>
      <dgm:spPr/>
    </dgm:pt>
    <dgm:pt modelId="{8513B335-17A2-4EE5-B38E-D1E87EACC70F}" type="pres">
      <dgm:prSet presAssocID="{6BF2E01C-B815-4449-B53E-4D2BB55EE956}" presName="root2" presStyleCnt="0"/>
      <dgm:spPr/>
    </dgm:pt>
    <dgm:pt modelId="{9E9349A9-71DB-4AD7-B64D-B34A61F1B52F}" type="pres">
      <dgm:prSet presAssocID="{6BF2E01C-B815-4449-B53E-4D2BB55EE956}" presName="LevelTwoTextNode" presStyleLbl="node3" presStyleIdx="8" presStyleCnt="11">
        <dgm:presLayoutVars>
          <dgm:chPref val="3"/>
        </dgm:presLayoutVars>
      </dgm:prSet>
      <dgm:spPr/>
    </dgm:pt>
    <dgm:pt modelId="{C4327B3D-CEC4-4F5C-B160-A8467E731F1A}" type="pres">
      <dgm:prSet presAssocID="{6BF2E01C-B815-4449-B53E-4D2BB55EE956}" presName="level3hierChild" presStyleCnt="0"/>
      <dgm:spPr/>
    </dgm:pt>
    <dgm:pt modelId="{20E12846-A56E-40F3-A815-6ABA3143F430}" type="pres">
      <dgm:prSet presAssocID="{FE330DA6-E322-4431-96C3-63BAAE8083EA}" presName="conn2-1" presStyleLbl="parChTrans1D4" presStyleIdx="0" presStyleCnt="4"/>
      <dgm:spPr/>
    </dgm:pt>
    <dgm:pt modelId="{DB04D93C-135F-4B07-8822-F5CBE04E71D5}" type="pres">
      <dgm:prSet presAssocID="{FE330DA6-E322-4431-96C3-63BAAE8083EA}" presName="connTx" presStyleLbl="parChTrans1D4" presStyleIdx="0" presStyleCnt="4"/>
      <dgm:spPr/>
    </dgm:pt>
    <dgm:pt modelId="{C8A5D416-A097-479D-810E-743D408273CC}" type="pres">
      <dgm:prSet presAssocID="{6852904A-82B5-474C-86FD-9561C1165658}" presName="root2" presStyleCnt="0"/>
      <dgm:spPr/>
    </dgm:pt>
    <dgm:pt modelId="{5332F038-70FE-441E-9B0F-FDF3E6841F07}" type="pres">
      <dgm:prSet presAssocID="{6852904A-82B5-474C-86FD-9561C1165658}" presName="LevelTwoTextNode" presStyleLbl="node4" presStyleIdx="0" presStyleCnt="4">
        <dgm:presLayoutVars>
          <dgm:chPref val="3"/>
        </dgm:presLayoutVars>
      </dgm:prSet>
      <dgm:spPr/>
    </dgm:pt>
    <dgm:pt modelId="{ED260C3E-8F2B-4629-BF05-05CD52D3CD2F}" type="pres">
      <dgm:prSet presAssocID="{6852904A-82B5-474C-86FD-9561C1165658}" presName="level3hierChild" presStyleCnt="0"/>
      <dgm:spPr/>
    </dgm:pt>
    <dgm:pt modelId="{A60F79CE-0DC8-4505-860D-8BE701771DD0}" type="pres">
      <dgm:prSet presAssocID="{0429AC65-9DFF-47E4-A450-8919786E8C46}" presName="conn2-1" presStyleLbl="parChTrans1D4" presStyleIdx="1" presStyleCnt="4"/>
      <dgm:spPr/>
    </dgm:pt>
    <dgm:pt modelId="{F7732D20-F4D5-4D2C-9F4B-C651C0A71F38}" type="pres">
      <dgm:prSet presAssocID="{0429AC65-9DFF-47E4-A450-8919786E8C46}" presName="connTx" presStyleLbl="parChTrans1D4" presStyleIdx="1" presStyleCnt="4"/>
      <dgm:spPr/>
    </dgm:pt>
    <dgm:pt modelId="{30B5C3EA-C254-4A24-9A09-8CECCB2817DA}" type="pres">
      <dgm:prSet presAssocID="{0A656A85-87E6-48BC-84F6-CC35E8B69F6B}" presName="root2" presStyleCnt="0"/>
      <dgm:spPr/>
    </dgm:pt>
    <dgm:pt modelId="{EC8BD67E-8824-4293-B988-9705FD0F1B7E}" type="pres">
      <dgm:prSet presAssocID="{0A656A85-87E6-48BC-84F6-CC35E8B69F6B}" presName="LevelTwoTextNode" presStyleLbl="node4" presStyleIdx="1" presStyleCnt="4">
        <dgm:presLayoutVars>
          <dgm:chPref val="3"/>
        </dgm:presLayoutVars>
      </dgm:prSet>
      <dgm:spPr/>
    </dgm:pt>
    <dgm:pt modelId="{DDC99946-0C17-44C3-947F-B1170E66B3BD}" type="pres">
      <dgm:prSet presAssocID="{0A656A85-87E6-48BC-84F6-CC35E8B69F6B}" presName="level3hierChild" presStyleCnt="0"/>
      <dgm:spPr/>
    </dgm:pt>
    <dgm:pt modelId="{247A7B22-9C64-478E-8099-2B3BD7217A7E}" type="pres">
      <dgm:prSet presAssocID="{43851929-75BE-4E6A-9FCE-A4033C4CD97A}" presName="conn2-1" presStyleLbl="parChTrans1D4" presStyleIdx="2" presStyleCnt="4"/>
      <dgm:spPr/>
    </dgm:pt>
    <dgm:pt modelId="{C8A9A0DB-6157-4590-A7F7-F96C1F280CE6}" type="pres">
      <dgm:prSet presAssocID="{43851929-75BE-4E6A-9FCE-A4033C4CD97A}" presName="connTx" presStyleLbl="parChTrans1D4" presStyleIdx="2" presStyleCnt="4"/>
      <dgm:spPr/>
    </dgm:pt>
    <dgm:pt modelId="{15F9B0B2-C57E-453F-A435-90B9509188F0}" type="pres">
      <dgm:prSet presAssocID="{14F0FAFB-677F-4155-8225-CBD5F76A35A7}" presName="root2" presStyleCnt="0"/>
      <dgm:spPr/>
    </dgm:pt>
    <dgm:pt modelId="{2A07D080-A189-45B1-BE47-F78618FD7620}" type="pres">
      <dgm:prSet presAssocID="{14F0FAFB-677F-4155-8225-CBD5F76A35A7}" presName="LevelTwoTextNode" presStyleLbl="node4" presStyleIdx="2" presStyleCnt="4">
        <dgm:presLayoutVars>
          <dgm:chPref val="3"/>
        </dgm:presLayoutVars>
      </dgm:prSet>
      <dgm:spPr/>
    </dgm:pt>
    <dgm:pt modelId="{C7BCEB8F-1C0A-432A-A2A8-491A1603791E}" type="pres">
      <dgm:prSet presAssocID="{14F0FAFB-677F-4155-8225-CBD5F76A35A7}" presName="level3hierChild" presStyleCnt="0"/>
      <dgm:spPr/>
    </dgm:pt>
    <dgm:pt modelId="{78C5363E-06E1-4248-9059-C8CB73827625}" type="pres">
      <dgm:prSet presAssocID="{EF200C9C-18EB-4769-8F60-4F1EF06D9A94}" presName="conn2-1" presStyleLbl="parChTrans1D4" presStyleIdx="3" presStyleCnt="4"/>
      <dgm:spPr/>
    </dgm:pt>
    <dgm:pt modelId="{938A30F4-F6EC-44A3-89C2-4011E6A9BB22}" type="pres">
      <dgm:prSet presAssocID="{EF200C9C-18EB-4769-8F60-4F1EF06D9A94}" presName="connTx" presStyleLbl="parChTrans1D4" presStyleIdx="3" presStyleCnt="4"/>
      <dgm:spPr/>
    </dgm:pt>
    <dgm:pt modelId="{2BC3DB02-21BB-405E-B0BA-5A3D8C2C2FFB}" type="pres">
      <dgm:prSet presAssocID="{B41E232B-1D51-474B-A57D-DBA5A8E52F4A}" presName="root2" presStyleCnt="0"/>
      <dgm:spPr/>
    </dgm:pt>
    <dgm:pt modelId="{C7619621-D061-46EF-B283-2292709954B8}" type="pres">
      <dgm:prSet presAssocID="{B41E232B-1D51-474B-A57D-DBA5A8E52F4A}" presName="LevelTwoTextNode" presStyleLbl="node4" presStyleIdx="3" presStyleCnt="4">
        <dgm:presLayoutVars>
          <dgm:chPref val="3"/>
        </dgm:presLayoutVars>
      </dgm:prSet>
      <dgm:spPr/>
    </dgm:pt>
    <dgm:pt modelId="{7BD59025-2688-44A4-A818-E1F94E7EA1BB}" type="pres">
      <dgm:prSet presAssocID="{B41E232B-1D51-474B-A57D-DBA5A8E52F4A}" presName="level3hierChild" presStyleCnt="0"/>
      <dgm:spPr/>
    </dgm:pt>
    <dgm:pt modelId="{30A23C0B-5DE0-48C0-BCD4-00598B75D74A}" type="pres">
      <dgm:prSet presAssocID="{F44C532A-5167-49D5-BAA6-0B4E16619407}" presName="conn2-1" presStyleLbl="parChTrans1D3" presStyleIdx="9" presStyleCnt="11"/>
      <dgm:spPr/>
    </dgm:pt>
    <dgm:pt modelId="{2FCD69A3-ADD7-424D-8E87-00D29DC1AD7B}" type="pres">
      <dgm:prSet presAssocID="{F44C532A-5167-49D5-BAA6-0B4E16619407}" presName="connTx" presStyleLbl="parChTrans1D3" presStyleIdx="9" presStyleCnt="11"/>
      <dgm:spPr/>
    </dgm:pt>
    <dgm:pt modelId="{86AE4FEF-4266-430A-A3E1-A5C14BF906A3}" type="pres">
      <dgm:prSet presAssocID="{AF2CCA30-438B-44ED-B5F4-984290131262}" presName="root2" presStyleCnt="0"/>
      <dgm:spPr/>
    </dgm:pt>
    <dgm:pt modelId="{234B5827-B35D-4BB9-A82F-E2AC509F25A8}" type="pres">
      <dgm:prSet presAssocID="{AF2CCA30-438B-44ED-B5F4-984290131262}" presName="LevelTwoTextNode" presStyleLbl="node3" presStyleIdx="9" presStyleCnt="11">
        <dgm:presLayoutVars>
          <dgm:chPref val="3"/>
        </dgm:presLayoutVars>
      </dgm:prSet>
      <dgm:spPr/>
    </dgm:pt>
    <dgm:pt modelId="{54CCAC10-E6D7-41CE-A23E-535A6CF5BA14}" type="pres">
      <dgm:prSet presAssocID="{AF2CCA30-438B-44ED-B5F4-984290131262}" presName="level3hierChild" presStyleCnt="0"/>
      <dgm:spPr/>
    </dgm:pt>
    <dgm:pt modelId="{291738EA-4A06-4EF8-B0E8-9ECFF85F71C8}" type="pres">
      <dgm:prSet presAssocID="{B713AF4A-F335-48A6-AC7C-1E807988F8E5}" presName="conn2-1" presStyleLbl="parChTrans1D3" presStyleIdx="10" presStyleCnt="11"/>
      <dgm:spPr/>
    </dgm:pt>
    <dgm:pt modelId="{F4C37551-7941-483D-AFFB-BB333BED0332}" type="pres">
      <dgm:prSet presAssocID="{B713AF4A-F335-48A6-AC7C-1E807988F8E5}" presName="connTx" presStyleLbl="parChTrans1D3" presStyleIdx="10" presStyleCnt="11"/>
      <dgm:spPr/>
    </dgm:pt>
    <dgm:pt modelId="{65A8FB32-2C3D-4E3F-9913-C3E1C80DA667}" type="pres">
      <dgm:prSet presAssocID="{61A0A93F-E33E-40DC-92BF-98C7302ED61D}" presName="root2" presStyleCnt="0"/>
      <dgm:spPr/>
    </dgm:pt>
    <dgm:pt modelId="{D275D017-CD87-49E3-B468-BEB54AA92983}" type="pres">
      <dgm:prSet presAssocID="{61A0A93F-E33E-40DC-92BF-98C7302ED61D}" presName="LevelTwoTextNode" presStyleLbl="node3" presStyleIdx="10" presStyleCnt="11">
        <dgm:presLayoutVars>
          <dgm:chPref val="3"/>
        </dgm:presLayoutVars>
      </dgm:prSet>
      <dgm:spPr/>
    </dgm:pt>
    <dgm:pt modelId="{0FDE973E-8AEE-4EB3-92DA-D453936A5D1B}" type="pres">
      <dgm:prSet presAssocID="{61A0A93F-E33E-40DC-92BF-98C7302ED61D}" presName="level3hierChild" presStyleCnt="0"/>
      <dgm:spPr/>
    </dgm:pt>
  </dgm:ptLst>
  <dgm:cxnLst>
    <dgm:cxn modelId="{C9DF1C00-EF35-4570-897F-F86E29924752}" srcId="{ECE8CACA-4F85-49EE-9354-19815B414A43}" destId="{AF2CCA30-438B-44ED-B5F4-984290131262}" srcOrd="2" destOrd="0" parTransId="{F44C532A-5167-49D5-BAA6-0B4E16619407}" sibTransId="{791E7BF0-1937-49F3-B06C-33A66DB3FABE}"/>
    <dgm:cxn modelId="{07156501-F7DF-45E2-A9F4-0E648B63C51D}" srcId="{ECE8CACA-4F85-49EE-9354-19815B414A43}" destId="{61A0A93F-E33E-40DC-92BF-98C7302ED61D}" srcOrd="3" destOrd="0" parTransId="{B713AF4A-F335-48A6-AC7C-1E807988F8E5}" sibTransId="{A0B0F0A7-D53A-42C8-BEB5-0A469B5BE60B}"/>
    <dgm:cxn modelId="{0CFBEA03-07E0-4C4D-9DAD-36C6492DE9C6}" type="presOf" srcId="{609431D5-09EC-4689-9697-27655E3EEF6F}" destId="{C9A8487D-13D3-423F-878B-2BE332F04C3B}" srcOrd="0" destOrd="0" presId="urn:microsoft.com/office/officeart/2008/layout/HorizontalMultiLevelHierarchy#1"/>
    <dgm:cxn modelId="{58FAC105-3273-46AF-8E4A-D3370A22DC49}" type="presOf" srcId="{EF200C9C-18EB-4769-8F60-4F1EF06D9A94}" destId="{78C5363E-06E1-4248-9059-C8CB73827625}" srcOrd="0" destOrd="0" presId="urn:microsoft.com/office/officeart/2008/layout/HorizontalMultiLevelHierarchy#1"/>
    <dgm:cxn modelId="{6EC4E405-89AB-4B8E-B127-FA96A2F3A963}" srcId="{6BF2E01C-B815-4449-B53E-4D2BB55EE956}" destId="{6852904A-82B5-474C-86FD-9561C1165658}" srcOrd="0" destOrd="0" parTransId="{FE330DA6-E322-4431-96C3-63BAAE8083EA}" sibTransId="{858D80E2-BD2C-4E1A-A7ED-C19BFF5CB924}"/>
    <dgm:cxn modelId="{D3EDCF09-4DA5-4F1B-84B4-9CE7F5C6B057}" type="presOf" srcId="{A9F8D932-0903-4E8F-B024-95D3065702B9}" destId="{B0245779-B83D-4CFA-828A-A9347A8DC14F}" srcOrd="0" destOrd="0" presId="urn:microsoft.com/office/officeart/2008/layout/HorizontalMultiLevelHierarchy#1"/>
    <dgm:cxn modelId="{9D80580B-0AA0-4082-BA2F-69E7AC439E5D}" type="presOf" srcId="{50CAF9AF-BF6A-4A69-A326-2C322FC3A21D}" destId="{210F528C-1EC0-4E4A-A32E-CCC3454D9462}" srcOrd="0" destOrd="0" presId="urn:microsoft.com/office/officeart/2008/layout/HorizontalMultiLevelHierarchy#1"/>
    <dgm:cxn modelId="{BE138C1C-4BD6-4216-A09D-BCAD7AD4ABEE}" type="presOf" srcId="{D1FF6FAD-67C5-40DE-B7CC-E34DE4C7F9AC}" destId="{C620370B-336D-4776-806D-719F487DB234}" srcOrd="0" destOrd="0" presId="urn:microsoft.com/office/officeart/2008/layout/HorizontalMultiLevelHierarchy#1"/>
    <dgm:cxn modelId="{1E918B1F-38F5-4041-A2E3-97C03C9F8DAC}" type="presOf" srcId="{F44C532A-5167-49D5-BAA6-0B4E16619407}" destId="{30A23C0B-5DE0-48C0-BCD4-00598B75D74A}" srcOrd="0" destOrd="0" presId="urn:microsoft.com/office/officeart/2008/layout/HorizontalMultiLevelHierarchy#1"/>
    <dgm:cxn modelId="{B99DD521-846E-408B-A577-670D468D527E}" type="presOf" srcId="{43851929-75BE-4E6A-9FCE-A4033C4CD97A}" destId="{247A7B22-9C64-478E-8099-2B3BD7217A7E}" srcOrd="0" destOrd="0" presId="urn:microsoft.com/office/officeart/2008/layout/HorizontalMultiLevelHierarchy#1"/>
    <dgm:cxn modelId="{52AC7A29-736B-4529-B6EB-EAC4E9CCC7D0}" type="presOf" srcId="{ECE8CACA-4F85-49EE-9354-19815B414A43}" destId="{B89D03A5-C42E-4580-8AA4-DD9CF020DAC1}" srcOrd="0" destOrd="0" presId="urn:microsoft.com/office/officeart/2008/layout/HorizontalMultiLevelHierarchy#1"/>
    <dgm:cxn modelId="{E6C68929-2A9D-4E00-8287-9F08D15D890B}" srcId="{9468DCDD-AECF-49FB-A5EA-8CC15604CC74}" destId="{3F7175BB-F65E-4508-8A1D-546B3DE0C8A5}" srcOrd="5" destOrd="0" parTransId="{7B45359D-EC6F-4CCD-A9F4-A4CA568D967B}" sibTransId="{F23769BD-563C-4F33-98C1-930C42073439}"/>
    <dgm:cxn modelId="{EB4DD329-8AA7-445C-AA4A-80A135FE53BF}" srcId="{9468DCDD-AECF-49FB-A5EA-8CC15604CC74}" destId="{CA1CA50C-37D5-405A-8730-505B7AB4DD4D}" srcOrd="4" destOrd="0" parTransId="{2C8C5ABB-D092-4715-B0E8-BDF9462F5816}" sibTransId="{60F9118A-1BFA-4E0A-8C1B-6C747D02610E}"/>
    <dgm:cxn modelId="{83D4EA2B-90D0-45EC-B591-C20DB22034CB}" type="presOf" srcId="{EF200C9C-18EB-4769-8F60-4F1EF06D9A94}" destId="{938A30F4-F6EC-44A3-89C2-4011E6A9BB22}" srcOrd="1" destOrd="0" presId="urn:microsoft.com/office/officeart/2008/layout/HorizontalMultiLevelHierarchy#1"/>
    <dgm:cxn modelId="{279C012C-7DAC-4512-BFF2-E9D33AE7270B}" srcId="{ECE8CACA-4F85-49EE-9354-19815B414A43}" destId="{B99DC40A-D91C-4643-9346-9330E739E0BD}" srcOrd="0" destOrd="0" parTransId="{BD41AD02-E508-443F-BB88-9BFA021715E1}" sibTransId="{6B066795-A432-473A-986E-F523CF768F2A}"/>
    <dgm:cxn modelId="{E034C530-7BF0-45AE-8D5F-614761B655F7}" type="presOf" srcId="{D1FF6FAD-67C5-40DE-B7CC-E34DE4C7F9AC}" destId="{9BE786DE-1FB1-4C4D-86CC-A9AA11D736FD}" srcOrd="1" destOrd="0" presId="urn:microsoft.com/office/officeart/2008/layout/HorizontalMultiLevelHierarchy#1"/>
    <dgm:cxn modelId="{4A5D3436-78FF-45B0-B07B-D9A812CB8B27}" type="presOf" srcId="{8B754F3D-80D1-4CA2-AE0B-AFDA2AB99244}" destId="{0F9556B1-B960-4B63-A5B0-1EB392BE46E8}" srcOrd="0" destOrd="0" presId="urn:microsoft.com/office/officeart/2008/layout/HorizontalMultiLevelHierarchy#1"/>
    <dgm:cxn modelId="{575CCC36-988B-4D7B-B822-7B44630C1D9C}" srcId="{9468DCDD-AECF-49FB-A5EA-8CC15604CC74}" destId="{FDED3242-8CB0-417F-8CEF-AE71E724220E}" srcOrd="6" destOrd="0" parTransId="{D8D89983-D0E1-4B90-8070-743D7242BBC4}" sibTransId="{6756F670-F966-4DE6-BEF1-169F02B1587F}"/>
    <dgm:cxn modelId="{147F6638-119A-432D-BCFB-32AB07F16FD7}" type="presOf" srcId="{B99DC40A-D91C-4643-9346-9330E739E0BD}" destId="{8AAD44D8-BD94-4CCB-9F33-5C10ABD1DD8C}" srcOrd="0" destOrd="0" presId="urn:microsoft.com/office/officeart/2008/layout/HorizontalMultiLevelHierarchy#1"/>
    <dgm:cxn modelId="{35BC303D-B4D2-420B-A97A-362324212A7D}" type="presOf" srcId="{4BBD0E2F-BAC0-4A39-9401-B3DFFBC74F3E}" destId="{3D7784C6-83E6-4E3D-AB5D-C2F214B3B5DE}" srcOrd="1" destOrd="0" presId="urn:microsoft.com/office/officeart/2008/layout/HorizontalMultiLevelHierarchy#1"/>
    <dgm:cxn modelId="{8778023E-D430-47F2-B66C-8D8CA614690D}" srcId="{6BF2E01C-B815-4449-B53E-4D2BB55EE956}" destId="{0A656A85-87E6-48BC-84F6-CC35E8B69F6B}" srcOrd="1" destOrd="0" parTransId="{0429AC65-9DFF-47E4-A450-8919786E8C46}" sibTransId="{B5567025-2772-43EE-8C86-9F168F139768}"/>
    <dgm:cxn modelId="{F5B8305C-B78A-4A29-92DA-148574CC5D6A}" type="presOf" srcId="{0A656A85-87E6-48BC-84F6-CC35E8B69F6B}" destId="{EC8BD67E-8824-4293-B988-9705FD0F1B7E}" srcOrd="0" destOrd="0" presId="urn:microsoft.com/office/officeart/2008/layout/HorizontalMultiLevelHierarchy#1"/>
    <dgm:cxn modelId="{395BFF5D-B312-4E25-9B21-065A44691520}" type="presOf" srcId="{3F7175BB-F65E-4508-8A1D-546B3DE0C8A5}" destId="{E806F987-8D89-4591-AF57-BB46085D4C93}" srcOrd="0" destOrd="0" presId="urn:microsoft.com/office/officeart/2008/layout/HorizontalMultiLevelHierarchy#1"/>
    <dgm:cxn modelId="{7ABE3F5E-67AE-4FDD-B053-C2A5AA199469}" type="presOf" srcId="{4BBD0E2F-BAC0-4A39-9401-B3DFFBC74F3E}" destId="{42AB59CD-9750-4448-8D7B-832DCA450CE8}" srcOrd="0" destOrd="0" presId="urn:microsoft.com/office/officeart/2008/layout/HorizontalMultiLevelHierarchy#1"/>
    <dgm:cxn modelId="{B6568E45-F8FD-411E-BBC0-17373136D5E4}" type="presOf" srcId="{7664FEB4-F66C-445A-886B-AAD1A5BB8E2A}" destId="{549DB685-0EF7-4A58-B4C9-933F040A5B51}" srcOrd="1" destOrd="0" presId="urn:microsoft.com/office/officeart/2008/layout/HorizontalMultiLevelHierarchy#1"/>
    <dgm:cxn modelId="{38590168-9086-41F7-A751-174CEBCDBDCF}" type="presOf" srcId="{24A6D9F5-FE58-48BA-BBB0-C0778BF0A167}" destId="{4CA0D506-8F05-47E5-AB6B-1A0048224BCF}" srcOrd="0" destOrd="0" presId="urn:microsoft.com/office/officeart/2008/layout/HorizontalMultiLevelHierarchy#1"/>
    <dgm:cxn modelId="{921A3669-B1A3-4647-9FE0-7317A44DB5B0}" type="presOf" srcId="{B713AF4A-F335-48A6-AC7C-1E807988F8E5}" destId="{F4C37551-7941-483D-AFFB-BB333BED0332}" srcOrd="1" destOrd="0" presId="urn:microsoft.com/office/officeart/2008/layout/HorizontalMultiLevelHierarchy#1"/>
    <dgm:cxn modelId="{332DF473-6DF8-496A-8CA4-29DAA7F2E016}" srcId="{609431D5-09EC-4689-9697-27655E3EEF6F}" destId="{9468DCDD-AECF-49FB-A5EA-8CC15604CC74}" srcOrd="0" destOrd="0" parTransId="{D1FF6FAD-67C5-40DE-B7CC-E34DE4C7F9AC}" sibTransId="{76031131-C038-4A0D-A9D2-A7605179D781}"/>
    <dgm:cxn modelId="{A6D61274-52B8-429B-A880-ACCA245E1216}" type="presOf" srcId="{FE330DA6-E322-4431-96C3-63BAAE8083EA}" destId="{DB04D93C-135F-4B07-8822-F5CBE04E71D5}" srcOrd="1" destOrd="0" presId="urn:microsoft.com/office/officeart/2008/layout/HorizontalMultiLevelHierarchy#1"/>
    <dgm:cxn modelId="{5D93E954-12AA-4091-B259-C9A3E00FC72B}" type="presOf" srcId="{8DE9BAD7-AD0E-4322-AAF5-6B937CF341BE}" destId="{8DEA6347-BBE7-42A0-A4E8-C4B5D026D2EE}" srcOrd="0" destOrd="0" presId="urn:microsoft.com/office/officeart/2008/layout/HorizontalMultiLevelHierarchy#1"/>
    <dgm:cxn modelId="{A57AF874-A9EC-4088-B8D1-E967E2F661E8}" type="presOf" srcId="{BD41AD02-E508-443F-BB88-9BFA021715E1}" destId="{D6A112FB-F07F-4952-BCE0-9B58432F3708}" srcOrd="0" destOrd="0" presId="urn:microsoft.com/office/officeart/2008/layout/HorizontalMultiLevelHierarchy#1"/>
    <dgm:cxn modelId="{DE4D3D56-2434-4AEB-964B-08C2412A6710}" type="presOf" srcId="{BD41AD02-E508-443F-BB88-9BFA021715E1}" destId="{6471DD9C-1B0F-4110-A6A2-4DC01ABF36DD}" srcOrd="1" destOrd="0" presId="urn:microsoft.com/office/officeart/2008/layout/HorizontalMultiLevelHierarchy#1"/>
    <dgm:cxn modelId="{90D3E958-DA9D-4FE4-8C17-BDFB808455E4}" type="presOf" srcId="{2C8C5ABB-D092-4715-B0E8-BDF9462F5816}" destId="{4DF03D7C-9C04-4FFE-88F4-3A989D2BF1B6}" srcOrd="0" destOrd="0" presId="urn:microsoft.com/office/officeart/2008/layout/HorizontalMultiLevelHierarchy#1"/>
    <dgm:cxn modelId="{9C5A6A81-6EEE-437E-ACE8-5184629680EE}" type="presOf" srcId="{F44C532A-5167-49D5-BAA6-0B4E16619407}" destId="{2FCD69A3-ADD7-424D-8E87-00D29DC1AD7B}" srcOrd="1" destOrd="0" presId="urn:microsoft.com/office/officeart/2008/layout/HorizontalMultiLevelHierarchy#1"/>
    <dgm:cxn modelId="{79069284-D525-4FEB-95FC-977DD550BC31}" type="presOf" srcId="{7B45359D-EC6F-4CCD-A9F4-A4CA568D967B}" destId="{C2BE2BA4-9A08-49BA-B82E-4AA4AF0504E4}" srcOrd="1" destOrd="0" presId="urn:microsoft.com/office/officeart/2008/layout/HorizontalMultiLevelHierarchy#1"/>
    <dgm:cxn modelId="{0D237287-51FF-40E8-AE40-825B60D1B68B}" srcId="{9468DCDD-AECF-49FB-A5EA-8CC15604CC74}" destId="{9BEECD74-8C9D-4779-9BA6-49CB2EE5619A}" srcOrd="2" destOrd="0" parTransId="{8B754F3D-80D1-4CA2-AE0B-AFDA2AB99244}" sibTransId="{5EF4E137-B497-487D-8BDC-DBC8752AAF09}"/>
    <dgm:cxn modelId="{E29ECC8D-3F8B-4591-A48A-4873D4C601FF}" srcId="{6BF2E01C-B815-4449-B53E-4D2BB55EE956}" destId="{B41E232B-1D51-474B-A57D-DBA5A8E52F4A}" srcOrd="3" destOrd="0" parTransId="{EF200C9C-18EB-4769-8F60-4F1EF06D9A94}" sibTransId="{7FD3C791-0D62-433E-90CD-EE4F200C23DF}"/>
    <dgm:cxn modelId="{A8D3638F-6FA6-42F7-850A-46F2DEF75B89}" type="presOf" srcId="{D8D89983-D0E1-4B90-8070-743D7242BBC4}" destId="{DBBAE32E-E3F8-41E9-86DF-F8A5001A61C2}" srcOrd="0" destOrd="0" presId="urn:microsoft.com/office/officeart/2008/layout/HorizontalMultiLevelHierarchy#1"/>
    <dgm:cxn modelId="{11FD5690-7669-4191-9640-41405A393FFF}" type="presOf" srcId="{44A845A5-3DB4-4E21-A436-BAB51C024674}" destId="{84E299CF-04B2-4797-8E7C-779A9733B661}" srcOrd="1" destOrd="0" presId="urn:microsoft.com/office/officeart/2008/layout/HorizontalMultiLevelHierarchy#1"/>
    <dgm:cxn modelId="{368DFE91-E267-469A-AC85-F18949C6D03F}" type="presOf" srcId="{2C8C5ABB-D092-4715-B0E8-BDF9462F5816}" destId="{04283609-90A2-4666-AB53-55947FB68596}" srcOrd="1" destOrd="0" presId="urn:microsoft.com/office/officeart/2008/layout/HorizontalMultiLevelHierarchy#1"/>
    <dgm:cxn modelId="{87A6B399-4CE3-4870-8F2A-82CEA5DAFC84}" type="presOf" srcId="{6852904A-82B5-474C-86FD-9561C1165658}" destId="{5332F038-70FE-441E-9B0F-FDF3E6841F07}" srcOrd="0" destOrd="0" presId="urn:microsoft.com/office/officeart/2008/layout/HorizontalMultiLevelHierarchy#1"/>
    <dgm:cxn modelId="{8262589A-74F5-42B0-BE9F-80043891EDA1}" type="presOf" srcId="{B41E232B-1D51-474B-A57D-DBA5A8E52F4A}" destId="{C7619621-D061-46EF-B283-2292709954B8}" srcOrd="0" destOrd="0" presId="urn:microsoft.com/office/officeart/2008/layout/HorizontalMultiLevelHierarchy#1"/>
    <dgm:cxn modelId="{7453A49D-CAC9-4126-8E12-A581B2468765}" type="presOf" srcId="{FE330DA6-E322-4431-96C3-63BAAE8083EA}" destId="{20E12846-A56E-40F3-A815-6ABA3143F430}" srcOrd="0" destOrd="0" presId="urn:microsoft.com/office/officeart/2008/layout/HorizontalMultiLevelHierarchy#1"/>
    <dgm:cxn modelId="{6B5D25A2-B34C-4CC9-B009-66B1954CC664}" srcId="{8DE9BAD7-AD0E-4322-AAF5-6B937CF341BE}" destId="{609431D5-09EC-4689-9697-27655E3EEF6F}" srcOrd="0" destOrd="0" parTransId="{C29A91BF-3902-4FDE-B121-DAF738A9D3F4}" sibTransId="{FE04F7B1-3B06-40AB-8851-FFBBAE6E2B58}"/>
    <dgm:cxn modelId="{3EE41AA5-411C-4E65-9985-A2D241DC7A1C}" type="presOf" srcId="{CA1CA50C-37D5-405A-8730-505B7AB4DD4D}" destId="{7D5F9842-8F68-4ABC-95EC-F854D71B5F56}" srcOrd="0" destOrd="0" presId="urn:microsoft.com/office/officeart/2008/layout/HorizontalMultiLevelHierarchy#1"/>
    <dgm:cxn modelId="{D03A28A8-11C1-4C78-AA4C-4C9D496BBD46}" srcId="{609431D5-09EC-4689-9697-27655E3EEF6F}" destId="{ECE8CACA-4F85-49EE-9354-19815B414A43}" srcOrd="1" destOrd="0" parTransId="{3B7DD8E1-A11D-4A94-9738-B2154F5E4278}" sibTransId="{186FC617-1E1A-4AEB-B624-0FEF4C0D9BFD}"/>
    <dgm:cxn modelId="{B141A3B0-BFDB-4DB3-B3F6-8144D5F39E2E}" srcId="{9468DCDD-AECF-49FB-A5EA-8CC15604CC74}" destId="{24A6D9F5-FE58-48BA-BBB0-C0778BF0A167}" srcOrd="3" destOrd="0" parTransId="{44A845A5-3DB4-4E21-A436-BAB51C024674}" sibTransId="{FC80F6D5-C2BF-424B-AFE6-000BCAE3A837}"/>
    <dgm:cxn modelId="{D176F5B2-4840-48F6-B630-7CC0DFE5BAFA}" type="presOf" srcId="{0429AC65-9DFF-47E4-A450-8919786E8C46}" destId="{A60F79CE-0DC8-4505-860D-8BE701771DD0}" srcOrd="0" destOrd="0" presId="urn:microsoft.com/office/officeart/2008/layout/HorizontalMultiLevelHierarchy#1"/>
    <dgm:cxn modelId="{2F28F1BB-1549-4C89-8550-8AFB5733521E}" srcId="{ECE8CACA-4F85-49EE-9354-19815B414A43}" destId="{6BF2E01C-B815-4449-B53E-4D2BB55EE956}" srcOrd="1" destOrd="0" parTransId="{45194066-1DE3-40B7-8BD5-D652EBA5267B}" sibTransId="{108F9DBD-5019-4B9B-98F5-1C58E0F204C0}"/>
    <dgm:cxn modelId="{1A67C1C2-542F-4018-A642-8C90025FC2FD}" type="presOf" srcId="{9468DCDD-AECF-49FB-A5EA-8CC15604CC74}" destId="{39E89EF4-1B69-4568-B723-F28640B2CF9B}" srcOrd="0" destOrd="0" presId="urn:microsoft.com/office/officeart/2008/layout/HorizontalMultiLevelHierarchy#1"/>
    <dgm:cxn modelId="{C8516DC3-1F1E-4291-981F-44919706D7D8}" type="presOf" srcId="{7B45359D-EC6F-4CCD-A9F4-A4CA568D967B}" destId="{F8C374CA-232C-4246-841B-321D085D2E8F}" srcOrd="0" destOrd="0" presId="urn:microsoft.com/office/officeart/2008/layout/HorizontalMultiLevelHierarchy#1"/>
    <dgm:cxn modelId="{907A8EC5-F8E8-4BBB-86B3-F7242BC85C47}" type="presOf" srcId="{45194066-1DE3-40B7-8BD5-D652EBA5267B}" destId="{B6173E44-27A1-4996-9597-012C7532CC2A}" srcOrd="0" destOrd="0" presId="urn:microsoft.com/office/officeart/2008/layout/HorizontalMultiLevelHierarchy#1"/>
    <dgm:cxn modelId="{5A3B8FC7-26DB-46EC-90A2-6762034C3A15}" type="presOf" srcId="{0429AC65-9DFF-47E4-A450-8919786E8C46}" destId="{F7732D20-F4D5-4D2C-9F4B-C651C0A71F38}" srcOrd="1" destOrd="0" presId="urn:microsoft.com/office/officeart/2008/layout/HorizontalMultiLevelHierarchy#1"/>
    <dgm:cxn modelId="{694F17CA-BB8A-4138-AB59-6A879543298F}" srcId="{9468DCDD-AECF-49FB-A5EA-8CC15604CC74}" destId="{A9F8D932-0903-4E8F-B024-95D3065702B9}" srcOrd="0" destOrd="0" parTransId="{4BBD0E2F-BAC0-4A39-9401-B3DFFBC74F3E}" sibTransId="{A45A4EB6-3C5B-4EAD-9873-53803E24AA0B}"/>
    <dgm:cxn modelId="{D9FDEBD1-3470-4DB6-9B08-E716E0230E68}" type="presOf" srcId="{44A845A5-3DB4-4E21-A436-BAB51C024674}" destId="{E8DD1B65-E2C1-4F51-A694-ED336198106D}" srcOrd="0" destOrd="0" presId="urn:microsoft.com/office/officeart/2008/layout/HorizontalMultiLevelHierarchy#1"/>
    <dgm:cxn modelId="{E14ECADB-7169-47DF-961E-7B865742642F}" type="presOf" srcId="{B713AF4A-F335-48A6-AC7C-1E807988F8E5}" destId="{291738EA-4A06-4EF8-B0E8-9ECFF85F71C8}" srcOrd="0" destOrd="0" presId="urn:microsoft.com/office/officeart/2008/layout/HorizontalMultiLevelHierarchy#1"/>
    <dgm:cxn modelId="{EBBB1CDD-678B-4B31-BA17-B6FB1BB6D85C}" type="presOf" srcId="{43851929-75BE-4E6A-9FCE-A4033C4CD97A}" destId="{C8A9A0DB-6157-4590-A7F7-F96C1F280CE6}" srcOrd="1" destOrd="0" presId="urn:microsoft.com/office/officeart/2008/layout/HorizontalMultiLevelHierarchy#1"/>
    <dgm:cxn modelId="{5AD89EDD-1DE1-4C52-A194-2A7DA6F0414B}" type="presOf" srcId="{8B754F3D-80D1-4CA2-AE0B-AFDA2AB99244}" destId="{6EE7692B-FD5E-491F-87E0-A2522F2468CB}" srcOrd="1" destOrd="0" presId="urn:microsoft.com/office/officeart/2008/layout/HorizontalMultiLevelHierarchy#1"/>
    <dgm:cxn modelId="{22465BE1-351C-4415-AD11-4C4D377B183F}" srcId="{6BF2E01C-B815-4449-B53E-4D2BB55EE956}" destId="{14F0FAFB-677F-4155-8225-CBD5F76A35A7}" srcOrd="2" destOrd="0" parTransId="{43851929-75BE-4E6A-9FCE-A4033C4CD97A}" sibTransId="{6F2A04FD-730F-4242-AE5E-3591A595D096}"/>
    <dgm:cxn modelId="{796FB8E5-96ED-4071-80E0-3479B234F352}" type="presOf" srcId="{3B7DD8E1-A11D-4A94-9738-B2154F5E4278}" destId="{D8F94803-31A2-4C25-B3BF-BC365B1BE0C5}" srcOrd="1" destOrd="0" presId="urn:microsoft.com/office/officeart/2008/layout/HorizontalMultiLevelHierarchy#1"/>
    <dgm:cxn modelId="{6A53D4E5-39B6-4150-90D9-ABBD3DD8DD8C}" type="presOf" srcId="{61A0A93F-E33E-40DC-92BF-98C7302ED61D}" destId="{D275D017-CD87-49E3-B468-BEB54AA92983}" srcOrd="0" destOrd="0" presId="urn:microsoft.com/office/officeart/2008/layout/HorizontalMultiLevelHierarchy#1"/>
    <dgm:cxn modelId="{D702AFE6-D5FB-437F-8BBF-CEF345D8C1FD}" type="presOf" srcId="{D8D89983-D0E1-4B90-8070-743D7242BBC4}" destId="{D7765543-63A8-4F25-93C9-DBE916892EAC}" srcOrd="1" destOrd="0" presId="urn:microsoft.com/office/officeart/2008/layout/HorizontalMultiLevelHierarchy#1"/>
    <dgm:cxn modelId="{C1F5FEE7-6CA3-45D3-8DC0-9AF4FD53AB51}" type="presOf" srcId="{45194066-1DE3-40B7-8BD5-D652EBA5267B}" destId="{19F5079B-B44E-42D7-BC50-09D556CD2E4A}" srcOrd="1" destOrd="0" presId="urn:microsoft.com/office/officeart/2008/layout/HorizontalMultiLevelHierarchy#1"/>
    <dgm:cxn modelId="{3DD96BEA-8E3D-4F14-8B87-26D158B837DE}" type="presOf" srcId="{6BF2E01C-B815-4449-B53E-4D2BB55EE956}" destId="{9E9349A9-71DB-4AD7-B64D-B34A61F1B52F}" srcOrd="0" destOrd="0" presId="urn:microsoft.com/office/officeart/2008/layout/HorizontalMultiLevelHierarchy#1"/>
    <dgm:cxn modelId="{81C641EB-C1BD-438C-8582-07E6D6F77A5E}" type="presOf" srcId="{FDED3242-8CB0-417F-8CEF-AE71E724220E}" destId="{A643AD2F-36BF-4054-855B-C1A9934EF91E}" srcOrd="0" destOrd="0" presId="urn:microsoft.com/office/officeart/2008/layout/HorizontalMultiLevelHierarchy#1"/>
    <dgm:cxn modelId="{B8D8AAEB-02D7-4067-A60C-05F182932B13}" type="presOf" srcId="{3B7DD8E1-A11D-4A94-9738-B2154F5E4278}" destId="{F6318166-BEF6-4B4A-8C3C-AAEBCEA697A3}" srcOrd="0" destOrd="0" presId="urn:microsoft.com/office/officeart/2008/layout/HorizontalMultiLevelHierarchy#1"/>
    <dgm:cxn modelId="{93ACDFED-BD54-4B71-8544-F69D8BA74765}" srcId="{9468DCDD-AECF-49FB-A5EA-8CC15604CC74}" destId="{50CAF9AF-BF6A-4A69-A326-2C322FC3A21D}" srcOrd="1" destOrd="0" parTransId="{7664FEB4-F66C-445A-886B-AAD1A5BB8E2A}" sibTransId="{8740B66A-F08E-4185-8F6C-DFCFF161694D}"/>
    <dgm:cxn modelId="{D0E6D4F3-AF41-4379-BA9E-7ABC485BA443}" type="presOf" srcId="{14F0FAFB-677F-4155-8225-CBD5F76A35A7}" destId="{2A07D080-A189-45B1-BE47-F78618FD7620}" srcOrd="0" destOrd="0" presId="urn:microsoft.com/office/officeart/2008/layout/HorizontalMultiLevelHierarchy#1"/>
    <dgm:cxn modelId="{0CC1A0F5-68CB-4FEA-B5DD-CCA9B4EC0E80}" type="presOf" srcId="{7664FEB4-F66C-445A-886B-AAD1A5BB8E2A}" destId="{AF576449-7BF5-4E9B-8E28-FCED6BE5E565}" srcOrd="0" destOrd="0" presId="urn:microsoft.com/office/officeart/2008/layout/HorizontalMultiLevelHierarchy#1"/>
    <dgm:cxn modelId="{392FDFFD-9560-46B0-AC78-4FFAF51C40C0}" type="presOf" srcId="{AF2CCA30-438B-44ED-B5F4-984290131262}" destId="{234B5827-B35D-4BB9-A82F-E2AC509F25A8}" srcOrd="0" destOrd="0" presId="urn:microsoft.com/office/officeart/2008/layout/HorizontalMultiLevelHierarchy#1"/>
    <dgm:cxn modelId="{855200FE-8902-4958-AF51-D1D43184363B}" type="presOf" srcId="{9BEECD74-8C9D-4779-9BA6-49CB2EE5619A}" destId="{A42D5A40-658F-400B-807C-41CA0D8FFE15}" srcOrd="0" destOrd="0" presId="urn:microsoft.com/office/officeart/2008/layout/HorizontalMultiLevelHierarchy#1"/>
    <dgm:cxn modelId="{7F1428A5-CF36-42E6-95E2-E4EB1E880143}" type="presParOf" srcId="{8DEA6347-BBE7-42A0-A4E8-C4B5D026D2EE}" destId="{AF6BC64C-F43C-406C-B9E7-652C253941A6}" srcOrd="0" destOrd="0" presId="urn:microsoft.com/office/officeart/2008/layout/HorizontalMultiLevelHierarchy#1"/>
    <dgm:cxn modelId="{42558FC8-A27A-42FE-9568-033D8785FA46}" type="presParOf" srcId="{AF6BC64C-F43C-406C-B9E7-652C253941A6}" destId="{C9A8487D-13D3-423F-878B-2BE332F04C3B}" srcOrd="0" destOrd="0" presId="urn:microsoft.com/office/officeart/2008/layout/HorizontalMultiLevelHierarchy#1"/>
    <dgm:cxn modelId="{9F35C8D5-B9DA-4D3C-A8F1-33BE6D551F31}" type="presParOf" srcId="{AF6BC64C-F43C-406C-B9E7-652C253941A6}" destId="{401AB234-8BF1-4283-8806-D03F83730399}" srcOrd="1" destOrd="0" presId="urn:microsoft.com/office/officeart/2008/layout/HorizontalMultiLevelHierarchy#1"/>
    <dgm:cxn modelId="{EC76EC58-E264-4125-98C4-03F81D427FCF}" type="presParOf" srcId="{401AB234-8BF1-4283-8806-D03F83730399}" destId="{C620370B-336D-4776-806D-719F487DB234}" srcOrd="0" destOrd="0" presId="urn:microsoft.com/office/officeart/2008/layout/HorizontalMultiLevelHierarchy#1"/>
    <dgm:cxn modelId="{8B8A672A-CF9B-4678-A19A-C5170E07FEE3}" type="presParOf" srcId="{C620370B-336D-4776-806D-719F487DB234}" destId="{9BE786DE-1FB1-4C4D-86CC-A9AA11D736FD}" srcOrd="0" destOrd="0" presId="urn:microsoft.com/office/officeart/2008/layout/HorizontalMultiLevelHierarchy#1"/>
    <dgm:cxn modelId="{ABD658C9-1A4D-42DC-A8A6-85E5599037D5}" type="presParOf" srcId="{401AB234-8BF1-4283-8806-D03F83730399}" destId="{BB5738BC-F716-4160-A5F9-FEF4DEE1FB48}" srcOrd="1" destOrd="0" presId="urn:microsoft.com/office/officeart/2008/layout/HorizontalMultiLevelHierarchy#1"/>
    <dgm:cxn modelId="{65C47CE1-42F2-429F-9F89-C2A861120A07}" type="presParOf" srcId="{BB5738BC-F716-4160-A5F9-FEF4DEE1FB48}" destId="{39E89EF4-1B69-4568-B723-F28640B2CF9B}" srcOrd="0" destOrd="0" presId="urn:microsoft.com/office/officeart/2008/layout/HorizontalMultiLevelHierarchy#1"/>
    <dgm:cxn modelId="{C6BBC3B5-4656-48FF-AC6D-0AF56B0DA4A2}" type="presParOf" srcId="{BB5738BC-F716-4160-A5F9-FEF4DEE1FB48}" destId="{B4CF89B4-40C5-4B79-8BAE-1EF5F24EDFB8}" srcOrd="1" destOrd="0" presId="urn:microsoft.com/office/officeart/2008/layout/HorizontalMultiLevelHierarchy#1"/>
    <dgm:cxn modelId="{AA06EFFB-064B-43EF-B58B-D68E7BEC5091}" type="presParOf" srcId="{B4CF89B4-40C5-4B79-8BAE-1EF5F24EDFB8}" destId="{42AB59CD-9750-4448-8D7B-832DCA450CE8}" srcOrd="0" destOrd="0" presId="urn:microsoft.com/office/officeart/2008/layout/HorizontalMultiLevelHierarchy#1"/>
    <dgm:cxn modelId="{69F7B25D-EDA2-493A-BAFD-EAF47D67707D}" type="presParOf" srcId="{42AB59CD-9750-4448-8D7B-832DCA450CE8}" destId="{3D7784C6-83E6-4E3D-AB5D-C2F214B3B5DE}" srcOrd="0" destOrd="0" presId="urn:microsoft.com/office/officeart/2008/layout/HorizontalMultiLevelHierarchy#1"/>
    <dgm:cxn modelId="{DC3D3064-2AC8-4990-B6A2-56B7FB7A839C}" type="presParOf" srcId="{B4CF89B4-40C5-4B79-8BAE-1EF5F24EDFB8}" destId="{5CA6DC20-7C7C-43CD-9620-B37D236E9BA9}" srcOrd="1" destOrd="0" presId="urn:microsoft.com/office/officeart/2008/layout/HorizontalMultiLevelHierarchy#1"/>
    <dgm:cxn modelId="{E46F88F8-77F1-4837-A61B-77138A158874}" type="presParOf" srcId="{5CA6DC20-7C7C-43CD-9620-B37D236E9BA9}" destId="{B0245779-B83D-4CFA-828A-A9347A8DC14F}" srcOrd="0" destOrd="0" presId="urn:microsoft.com/office/officeart/2008/layout/HorizontalMultiLevelHierarchy#1"/>
    <dgm:cxn modelId="{ED4DF00B-FE19-406A-A09E-585E67DB0B1F}" type="presParOf" srcId="{5CA6DC20-7C7C-43CD-9620-B37D236E9BA9}" destId="{DD597A7F-101E-4B92-A058-1AE0CDF362CC}" srcOrd="1" destOrd="0" presId="urn:microsoft.com/office/officeart/2008/layout/HorizontalMultiLevelHierarchy#1"/>
    <dgm:cxn modelId="{79190F5A-9091-4E27-93A6-A4A418DAE864}" type="presParOf" srcId="{B4CF89B4-40C5-4B79-8BAE-1EF5F24EDFB8}" destId="{AF576449-7BF5-4E9B-8E28-FCED6BE5E565}" srcOrd="2" destOrd="0" presId="urn:microsoft.com/office/officeart/2008/layout/HorizontalMultiLevelHierarchy#1"/>
    <dgm:cxn modelId="{094CDE2F-EA52-407A-B327-3545F9C05A75}" type="presParOf" srcId="{AF576449-7BF5-4E9B-8E28-FCED6BE5E565}" destId="{549DB685-0EF7-4A58-B4C9-933F040A5B51}" srcOrd="0" destOrd="0" presId="urn:microsoft.com/office/officeart/2008/layout/HorizontalMultiLevelHierarchy#1"/>
    <dgm:cxn modelId="{227E65E3-D37D-45EE-B145-9BDC15EE7630}" type="presParOf" srcId="{B4CF89B4-40C5-4B79-8BAE-1EF5F24EDFB8}" destId="{6DD676F6-382D-4F2C-A8B2-79B6B85DBB15}" srcOrd="3" destOrd="0" presId="urn:microsoft.com/office/officeart/2008/layout/HorizontalMultiLevelHierarchy#1"/>
    <dgm:cxn modelId="{0C19B738-9D87-457D-985C-470F39EE10E7}" type="presParOf" srcId="{6DD676F6-382D-4F2C-A8B2-79B6B85DBB15}" destId="{210F528C-1EC0-4E4A-A32E-CCC3454D9462}" srcOrd="0" destOrd="0" presId="urn:microsoft.com/office/officeart/2008/layout/HorizontalMultiLevelHierarchy#1"/>
    <dgm:cxn modelId="{EB92BE3A-2488-47B3-869E-CBB76F4F194F}" type="presParOf" srcId="{6DD676F6-382D-4F2C-A8B2-79B6B85DBB15}" destId="{370C2F96-141B-4986-9CB8-962500C8F929}" srcOrd="1" destOrd="0" presId="urn:microsoft.com/office/officeart/2008/layout/HorizontalMultiLevelHierarchy#1"/>
    <dgm:cxn modelId="{35242A3C-4E28-40D6-90C6-5DFDD82D6522}" type="presParOf" srcId="{B4CF89B4-40C5-4B79-8BAE-1EF5F24EDFB8}" destId="{0F9556B1-B960-4B63-A5B0-1EB392BE46E8}" srcOrd="4" destOrd="0" presId="urn:microsoft.com/office/officeart/2008/layout/HorizontalMultiLevelHierarchy#1"/>
    <dgm:cxn modelId="{CAAB4820-AA12-45BF-952C-FE3195E7F601}" type="presParOf" srcId="{0F9556B1-B960-4B63-A5B0-1EB392BE46E8}" destId="{6EE7692B-FD5E-491F-87E0-A2522F2468CB}" srcOrd="0" destOrd="0" presId="urn:microsoft.com/office/officeart/2008/layout/HorizontalMultiLevelHierarchy#1"/>
    <dgm:cxn modelId="{1B5EEA54-E49B-4B03-A045-2F9A8BA214C7}" type="presParOf" srcId="{B4CF89B4-40C5-4B79-8BAE-1EF5F24EDFB8}" destId="{D58E59E6-8C4E-4ADD-804F-F14363711E9D}" srcOrd="5" destOrd="0" presId="urn:microsoft.com/office/officeart/2008/layout/HorizontalMultiLevelHierarchy#1"/>
    <dgm:cxn modelId="{16F4E3E8-E7A7-473D-A506-BD187813D1EC}" type="presParOf" srcId="{D58E59E6-8C4E-4ADD-804F-F14363711E9D}" destId="{A42D5A40-658F-400B-807C-41CA0D8FFE15}" srcOrd="0" destOrd="0" presId="urn:microsoft.com/office/officeart/2008/layout/HorizontalMultiLevelHierarchy#1"/>
    <dgm:cxn modelId="{15DD71A4-3EFE-4326-8E8B-745F4B59D8E9}" type="presParOf" srcId="{D58E59E6-8C4E-4ADD-804F-F14363711E9D}" destId="{1CC673CF-99CF-4072-BD74-DAACCC282892}" srcOrd="1" destOrd="0" presId="urn:microsoft.com/office/officeart/2008/layout/HorizontalMultiLevelHierarchy#1"/>
    <dgm:cxn modelId="{12DF5206-06ED-4626-A038-8A722DD6ED6E}" type="presParOf" srcId="{B4CF89B4-40C5-4B79-8BAE-1EF5F24EDFB8}" destId="{E8DD1B65-E2C1-4F51-A694-ED336198106D}" srcOrd="6" destOrd="0" presId="urn:microsoft.com/office/officeart/2008/layout/HorizontalMultiLevelHierarchy#1"/>
    <dgm:cxn modelId="{241793B4-C30D-4EB6-AF48-96D7C133921D}" type="presParOf" srcId="{E8DD1B65-E2C1-4F51-A694-ED336198106D}" destId="{84E299CF-04B2-4797-8E7C-779A9733B661}" srcOrd="0" destOrd="0" presId="urn:microsoft.com/office/officeart/2008/layout/HorizontalMultiLevelHierarchy#1"/>
    <dgm:cxn modelId="{5EE8332C-17A6-4554-8B36-0D1D6DDBAA30}" type="presParOf" srcId="{B4CF89B4-40C5-4B79-8BAE-1EF5F24EDFB8}" destId="{27AE877E-4B57-4FE9-AEDB-43241520D886}" srcOrd="7" destOrd="0" presId="urn:microsoft.com/office/officeart/2008/layout/HorizontalMultiLevelHierarchy#1"/>
    <dgm:cxn modelId="{94747BFE-9E76-484D-ACC4-781CB0E85ED0}" type="presParOf" srcId="{27AE877E-4B57-4FE9-AEDB-43241520D886}" destId="{4CA0D506-8F05-47E5-AB6B-1A0048224BCF}" srcOrd="0" destOrd="0" presId="urn:microsoft.com/office/officeart/2008/layout/HorizontalMultiLevelHierarchy#1"/>
    <dgm:cxn modelId="{375EA58B-5DDA-4B5A-8E26-4A8E48EB69D7}" type="presParOf" srcId="{27AE877E-4B57-4FE9-AEDB-43241520D886}" destId="{A663BED3-0EB6-40F7-B809-3CA52DD0236B}" srcOrd="1" destOrd="0" presId="urn:microsoft.com/office/officeart/2008/layout/HorizontalMultiLevelHierarchy#1"/>
    <dgm:cxn modelId="{26DCC11A-C407-4973-8534-0450186D4E1E}" type="presParOf" srcId="{B4CF89B4-40C5-4B79-8BAE-1EF5F24EDFB8}" destId="{4DF03D7C-9C04-4FFE-88F4-3A989D2BF1B6}" srcOrd="8" destOrd="0" presId="urn:microsoft.com/office/officeart/2008/layout/HorizontalMultiLevelHierarchy#1"/>
    <dgm:cxn modelId="{04381FD0-2569-438A-82C4-E3A173359721}" type="presParOf" srcId="{4DF03D7C-9C04-4FFE-88F4-3A989D2BF1B6}" destId="{04283609-90A2-4666-AB53-55947FB68596}" srcOrd="0" destOrd="0" presId="urn:microsoft.com/office/officeart/2008/layout/HorizontalMultiLevelHierarchy#1"/>
    <dgm:cxn modelId="{60D1088C-FD09-4D82-A83C-04D35235E713}" type="presParOf" srcId="{B4CF89B4-40C5-4B79-8BAE-1EF5F24EDFB8}" destId="{886F32A1-FF9C-4993-8F52-FFA017908F35}" srcOrd="9" destOrd="0" presId="urn:microsoft.com/office/officeart/2008/layout/HorizontalMultiLevelHierarchy#1"/>
    <dgm:cxn modelId="{10A80C24-52D3-4CA6-AF43-A5E81AC39379}" type="presParOf" srcId="{886F32A1-FF9C-4993-8F52-FFA017908F35}" destId="{7D5F9842-8F68-4ABC-95EC-F854D71B5F56}" srcOrd="0" destOrd="0" presId="urn:microsoft.com/office/officeart/2008/layout/HorizontalMultiLevelHierarchy#1"/>
    <dgm:cxn modelId="{4574D9BA-A97D-488F-874E-C07258BBF961}" type="presParOf" srcId="{886F32A1-FF9C-4993-8F52-FFA017908F35}" destId="{C3B4728C-0445-4834-B60B-50D648AD7179}" srcOrd="1" destOrd="0" presId="urn:microsoft.com/office/officeart/2008/layout/HorizontalMultiLevelHierarchy#1"/>
    <dgm:cxn modelId="{D6431F17-780D-4FCE-A93D-629BE8A8CBB2}" type="presParOf" srcId="{B4CF89B4-40C5-4B79-8BAE-1EF5F24EDFB8}" destId="{F8C374CA-232C-4246-841B-321D085D2E8F}" srcOrd="10" destOrd="0" presId="urn:microsoft.com/office/officeart/2008/layout/HorizontalMultiLevelHierarchy#1"/>
    <dgm:cxn modelId="{B4A640F2-21D5-4F27-956A-9C98C0CAC0EC}" type="presParOf" srcId="{F8C374CA-232C-4246-841B-321D085D2E8F}" destId="{C2BE2BA4-9A08-49BA-B82E-4AA4AF0504E4}" srcOrd="0" destOrd="0" presId="urn:microsoft.com/office/officeart/2008/layout/HorizontalMultiLevelHierarchy#1"/>
    <dgm:cxn modelId="{FAF94763-25B7-40B6-B012-B5EBD5CA8143}" type="presParOf" srcId="{B4CF89B4-40C5-4B79-8BAE-1EF5F24EDFB8}" destId="{AC0166D6-8214-488F-870E-82B34080C5BB}" srcOrd="11" destOrd="0" presId="urn:microsoft.com/office/officeart/2008/layout/HorizontalMultiLevelHierarchy#1"/>
    <dgm:cxn modelId="{10D87B0F-73F6-4483-8D06-19E8876B92C5}" type="presParOf" srcId="{AC0166D6-8214-488F-870E-82B34080C5BB}" destId="{E806F987-8D89-4591-AF57-BB46085D4C93}" srcOrd="0" destOrd="0" presId="urn:microsoft.com/office/officeart/2008/layout/HorizontalMultiLevelHierarchy#1"/>
    <dgm:cxn modelId="{F5D58FD1-2FF4-4F06-B5FE-7F741D0DB211}" type="presParOf" srcId="{AC0166D6-8214-488F-870E-82B34080C5BB}" destId="{7192A405-F878-43AE-88DF-624F128A43BE}" srcOrd="1" destOrd="0" presId="urn:microsoft.com/office/officeart/2008/layout/HorizontalMultiLevelHierarchy#1"/>
    <dgm:cxn modelId="{11D60C89-C814-46D2-B7BC-EC19C4E3D627}" type="presParOf" srcId="{B4CF89B4-40C5-4B79-8BAE-1EF5F24EDFB8}" destId="{DBBAE32E-E3F8-41E9-86DF-F8A5001A61C2}" srcOrd="12" destOrd="0" presId="urn:microsoft.com/office/officeart/2008/layout/HorizontalMultiLevelHierarchy#1"/>
    <dgm:cxn modelId="{00FC1ED8-B927-4208-8EDA-33D5BAB82AE8}" type="presParOf" srcId="{DBBAE32E-E3F8-41E9-86DF-F8A5001A61C2}" destId="{D7765543-63A8-4F25-93C9-DBE916892EAC}" srcOrd="0" destOrd="0" presId="urn:microsoft.com/office/officeart/2008/layout/HorizontalMultiLevelHierarchy#1"/>
    <dgm:cxn modelId="{F29900E2-CA15-4C86-8478-92A854EA0960}" type="presParOf" srcId="{B4CF89B4-40C5-4B79-8BAE-1EF5F24EDFB8}" destId="{41F53028-0621-413A-A1D6-EDA1DBBFF01B}" srcOrd="13" destOrd="0" presId="urn:microsoft.com/office/officeart/2008/layout/HorizontalMultiLevelHierarchy#1"/>
    <dgm:cxn modelId="{5F5BA427-38D9-45BD-82BE-F7E2F74203C2}" type="presParOf" srcId="{41F53028-0621-413A-A1D6-EDA1DBBFF01B}" destId="{A643AD2F-36BF-4054-855B-C1A9934EF91E}" srcOrd="0" destOrd="0" presId="urn:microsoft.com/office/officeart/2008/layout/HorizontalMultiLevelHierarchy#1"/>
    <dgm:cxn modelId="{1C685F10-088A-4033-A23C-381C754071DA}" type="presParOf" srcId="{41F53028-0621-413A-A1D6-EDA1DBBFF01B}" destId="{3AD7B176-DF4A-432B-9990-E80BF865BF3A}" srcOrd="1" destOrd="0" presId="urn:microsoft.com/office/officeart/2008/layout/HorizontalMultiLevelHierarchy#1"/>
    <dgm:cxn modelId="{7509C731-DF9A-41C2-B351-AF859C75588A}" type="presParOf" srcId="{401AB234-8BF1-4283-8806-D03F83730399}" destId="{F6318166-BEF6-4B4A-8C3C-AAEBCEA697A3}" srcOrd="2" destOrd="0" presId="urn:microsoft.com/office/officeart/2008/layout/HorizontalMultiLevelHierarchy#1"/>
    <dgm:cxn modelId="{4E38518B-ECC0-4854-A45D-907AC056E4A2}" type="presParOf" srcId="{F6318166-BEF6-4B4A-8C3C-AAEBCEA697A3}" destId="{D8F94803-31A2-4C25-B3BF-BC365B1BE0C5}" srcOrd="0" destOrd="0" presId="urn:microsoft.com/office/officeart/2008/layout/HorizontalMultiLevelHierarchy#1"/>
    <dgm:cxn modelId="{E6F19C06-034D-445A-9A6E-8F9012ED8EBB}" type="presParOf" srcId="{401AB234-8BF1-4283-8806-D03F83730399}" destId="{F085197C-8C6B-4A5E-B502-ECD49AD321C7}" srcOrd="3" destOrd="0" presId="urn:microsoft.com/office/officeart/2008/layout/HorizontalMultiLevelHierarchy#1"/>
    <dgm:cxn modelId="{C8B3AD5C-CDB3-41A9-94E2-B2C5C1B0FECC}" type="presParOf" srcId="{F085197C-8C6B-4A5E-B502-ECD49AD321C7}" destId="{B89D03A5-C42E-4580-8AA4-DD9CF020DAC1}" srcOrd="0" destOrd="0" presId="urn:microsoft.com/office/officeart/2008/layout/HorizontalMultiLevelHierarchy#1"/>
    <dgm:cxn modelId="{780620DF-C299-4902-8AE0-28168D47DCB9}" type="presParOf" srcId="{F085197C-8C6B-4A5E-B502-ECD49AD321C7}" destId="{7C7E83BB-D542-4088-899F-F579A666B65D}" srcOrd="1" destOrd="0" presId="urn:microsoft.com/office/officeart/2008/layout/HorizontalMultiLevelHierarchy#1"/>
    <dgm:cxn modelId="{23C86AC5-09B6-407F-A2EC-1AC684CB009F}" type="presParOf" srcId="{7C7E83BB-D542-4088-899F-F579A666B65D}" destId="{D6A112FB-F07F-4952-BCE0-9B58432F3708}" srcOrd="0" destOrd="0" presId="urn:microsoft.com/office/officeart/2008/layout/HorizontalMultiLevelHierarchy#1"/>
    <dgm:cxn modelId="{08A1DB60-C630-4CA4-B046-0EED5F79F017}" type="presParOf" srcId="{D6A112FB-F07F-4952-BCE0-9B58432F3708}" destId="{6471DD9C-1B0F-4110-A6A2-4DC01ABF36DD}" srcOrd="0" destOrd="0" presId="urn:microsoft.com/office/officeart/2008/layout/HorizontalMultiLevelHierarchy#1"/>
    <dgm:cxn modelId="{1625FC14-28C3-41AE-9F21-20314C2ABFC9}" type="presParOf" srcId="{7C7E83BB-D542-4088-899F-F579A666B65D}" destId="{4F92315F-6553-4817-8FBE-4817608D54DA}" srcOrd="1" destOrd="0" presId="urn:microsoft.com/office/officeart/2008/layout/HorizontalMultiLevelHierarchy#1"/>
    <dgm:cxn modelId="{BBA24D52-F5DA-4FC8-AA9E-AE03137A51A2}" type="presParOf" srcId="{4F92315F-6553-4817-8FBE-4817608D54DA}" destId="{8AAD44D8-BD94-4CCB-9F33-5C10ABD1DD8C}" srcOrd="0" destOrd="0" presId="urn:microsoft.com/office/officeart/2008/layout/HorizontalMultiLevelHierarchy#1"/>
    <dgm:cxn modelId="{B73E7B10-19C3-4E8B-B868-DAAF39B24D86}" type="presParOf" srcId="{4F92315F-6553-4817-8FBE-4817608D54DA}" destId="{6414AA30-3E08-43FA-819C-2EFB8BD623F9}" srcOrd="1" destOrd="0" presId="urn:microsoft.com/office/officeart/2008/layout/HorizontalMultiLevelHierarchy#1"/>
    <dgm:cxn modelId="{C3CB7CA1-E509-423C-87A6-B47F99146B53}" type="presParOf" srcId="{7C7E83BB-D542-4088-899F-F579A666B65D}" destId="{B6173E44-27A1-4996-9597-012C7532CC2A}" srcOrd="2" destOrd="0" presId="urn:microsoft.com/office/officeart/2008/layout/HorizontalMultiLevelHierarchy#1"/>
    <dgm:cxn modelId="{F73FD797-7208-46A0-85D9-7F51AC798588}" type="presParOf" srcId="{B6173E44-27A1-4996-9597-012C7532CC2A}" destId="{19F5079B-B44E-42D7-BC50-09D556CD2E4A}" srcOrd="0" destOrd="0" presId="urn:microsoft.com/office/officeart/2008/layout/HorizontalMultiLevelHierarchy#1"/>
    <dgm:cxn modelId="{79ADCAE2-F02D-43FC-93BE-FF0915F93633}" type="presParOf" srcId="{7C7E83BB-D542-4088-899F-F579A666B65D}" destId="{8513B335-17A2-4EE5-B38E-D1E87EACC70F}" srcOrd="3" destOrd="0" presId="urn:microsoft.com/office/officeart/2008/layout/HorizontalMultiLevelHierarchy#1"/>
    <dgm:cxn modelId="{FC64EE88-97E5-4AEE-9701-DF38DBD3B825}" type="presParOf" srcId="{8513B335-17A2-4EE5-B38E-D1E87EACC70F}" destId="{9E9349A9-71DB-4AD7-B64D-B34A61F1B52F}" srcOrd="0" destOrd="0" presId="urn:microsoft.com/office/officeart/2008/layout/HorizontalMultiLevelHierarchy#1"/>
    <dgm:cxn modelId="{09EA459D-ACD1-4CBC-96F1-F241838FD266}" type="presParOf" srcId="{8513B335-17A2-4EE5-B38E-D1E87EACC70F}" destId="{C4327B3D-CEC4-4F5C-B160-A8467E731F1A}" srcOrd="1" destOrd="0" presId="urn:microsoft.com/office/officeart/2008/layout/HorizontalMultiLevelHierarchy#1"/>
    <dgm:cxn modelId="{2656E405-32CC-47F1-9947-9DED0AF51BDD}" type="presParOf" srcId="{C4327B3D-CEC4-4F5C-B160-A8467E731F1A}" destId="{20E12846-A56E-40F3-A815-6ABA3143F430}" srcOrd="0" destOrd="0" presId="urn:microsoft.com/office/officeart/2008/layout/HorizontalMultiLevelHierarchy#1"/>
    <dgm:cxn modelId="{C71D2664-1B8F-43BC-BF3F-473C8A62CEB9}" type="presParOf" srcId="{20E12846-A56E-40F3-A815-6ABA3143F430}" destId="{DB04D93C-135F-4B07-8822-F5CBE04E71D5}" srcOrd="0" destOrd="0" presId="urn:microsoft.com/office/officeart/2008/layout/HorizontalMultiLevelHierarchy#1"/>
    <dgm:cxn modelId="{955EF00F-2B36-431E-87E2-8D1320144969}" type="presParOf" srcId="{C4327B3D-CEC4-4F5C-B160-A8467E731F1A}" destId="{C8A5D416-A097-479D-810E-743D408273CC}" srcOrd="1" destOrd="0" presId="urn:microsoft.com/office/officeart/2008/layout/HorizontalMultiLevelHierarchy#1"/>
    <dgm:cxn modelId="{BC46E6C4-775C-48BA-9BE7-B439D5FA6EA6}" type="presParOf" srcId="{C8A5D416-A097-479D-810E-743D408273CC}" destId="{5332F038-70FE-441E-9B0F-FDF3E6841F07}" srcOrd="0" destOrd="0" presId="urn:microsoft.com/office/officeart/2008/layout/HorizontalMultiLevelHierarchy#1"/>
    <dgm:cxn modelId="{850A8985-D852-42D2-B2E7-D77F7A7B1A2C}" type="presParOf" srcId="{C8A5D416-A097-479D-810E-743D408273CC}" destId="{ED260C3E-8F2B-4629-BF05-05CD52D3CD2F}" srcOrd="1" destOrd="0" presId="urn:microsoft.com/office/officeart/2008/layout/HorizontalMultiLevelHierarchy#1"/>
    <dgm:cxn modelId="{37ACAF19-73BC-4989-8294-C6A1E420B47C}" type="presParOf" srcId="{C4327B3D-CEC4-4F5C-B160-A8467E731F1A}" destId="{A60F79CE-0DC8-4505-860D-8BE701771DD0}" srcOrd="2" destOrd="0" presId="urn:microsoft.com/office/officeart/2008/layout/HorizontalMultiLevelHierarchy#1"/>
    <dgm:cxn modelId="{9C5DB6A4-BE41-4136-999F-8DCDAFEB497C}" type="presParOf" srcId="{A60F79CE-0DC8-4505-860D-8BE701771DD0}" destId="{F7732D20-F4D5-4D2C-9F4B-C651C0A71F38}" srcOrd="0" destOrd="0" presId="urn:microsoft.com/office/officeart/2008/layout/HorizontalMultiLevelHierarchy#1"/>
    <dgm:cxn modelId="{58133867-C535-4380-BC22-D6303D7D1D7D}" type="presParOf" srcId="{C4327B3D-CEC4-4F5C-B160-A8467E731F1A}" destId="{30B5C3EA-C254-4A24-9A09-8CECCB2817DA}" srcOrd="3" destOrd="0" presId="urn:microsoft.com/office/officeart/2008/layout/HorizontalMultiLevelHierarchy#1"/>
    <dgm:cxn modelId="{261FC55C-5BD0-4BD0-BC77-C79DC963236D}" type="presParOf" srcId="{30B5C3EA-C254-4A24-9A09-8CECCB2817DA}" destId="{EC8BD67E-8824-4293-B988-9705FD0F1B7E}" srcOrd="0" destOrd="0" presId="urn:microsoft.com/office/officeart/2008/layout/HorizontalMultiLevelHierarchy#1"/>
    <dgm:cxn modelId="{7BF91FA3-2675-42AB-9DB5-DB9CFDD5D67B}" type="presParOf" srcId="{30B5C3EA-C254-4A24-9A09-8CECCB2817DA}" destId="{DDC99946-0C17-44C3-947F-B1170E66B3BD}" srcOrd="1" destOrd="0" presId="urn:microsoft.com/office/officeart/2008/layout/HorizontalMultiLevelHierarchy#1"/>
    <dgm:cxn modelId="{208F5E2C-A92A-41E9-9BB9-D85A2B7560B3}" type="presParOf" srcId="{C4327B3D-CEC4-4F5C-B160-A8467E731F1A}" destId="{247A7B22-9C64-478E-8099-2B3BD7217A7E}" srcOrd="4" destOrd="0" presId="urn:microsoft.com/office/officeart/2008/layout/HorizontalMultiLevelHierarchy#1"/>
    <dgm:cxn modelId="{769F4C8A-46F9-4EF4-978D-0340B40019D8}" type="presParOf" srcId="{247A7B22-9C64-478E-8099-2B3BD7217A7E}" destId="{C8A9A0DB-6157-4590-A7F7-F96C1F280CE6}" srcOrd="0" destOrd="0" presId="urn:microsoft.com/office/officeart/2008/layout/HorizontalMultiLevelHierarchy#1"/>
    <dgm:cxn modelId="{6290F239-80DA-4587-A954-403CB542C9A5}" type="presParOf" srcId="{C4327B3D-CEC4-4F5C-B160-A8467E731F1A}" destId="{15F9B0B2-C57E-453F-A435-90B9509188F0}" srcOrd="5" destOrd="0" presId="urn:microsoft.com/office/officeart/2008/layout/HorizontalMultiLevelHierarchy#1"/>
    <dgm:cxn modelId="{2FBA271E-BEE6-46BA-BDFC-6562106A4872}" type="presParOf" srcId="{15F9B0B2-C57E-453F-A435-90B9509188F0}" destId="{2A07D080-A189-45B1-BE47-F78618FD7620}" srcOrd="0" destOrd="0" presId="urn:microsoft.com/office/officeart/2008/layout/HorizontalMultiLevelHierarchy#1"/>
    <dgm:cxn modelId="{D48BD443-1D50-4692-917D-6A6F32BB86AB}" type="presParOf" srcId="{15F9B0B2-C57E-453F-A435-90B9509188F0}" destId="{C7BCEB8F-1C0A-432A-A2A8-491A1603791E}" srcOrd="1" destOrd="0" presId="urn:microsoft.com/office/officeart/2008/layout/HorizontalMultiLevelHierarchy#1"/>
    <dgm:cxn modelId="{8B396DCB-2ADA-47A6-82CD-DF9FB8AC2152}" type="presParOf" srcId="{C4327B3D-CEC4-4F5C-B160-A8467E731F1A}" destId="{78C5363E-06E1-4248-9059-C8CB73827625}" srcOrd="6" destOrd="0" presId="urn:microsoft.com/office/officeart/2008/layout/HorizontalMultiLevelHierarchy#1"/>
    <dgm:cxn modelId="{327E4CD1-F870-4CCF-BEE8-CBC63C7A9D35}" type="presParOf" srcId="{78C5363E-06E1-4248-9059-C8CB73827625}" destId="{938A30F4-F6EC-44A3-89C2-4011E6A9BB22}" srcOrd="0" destOrd="0" presId="urn:microsoft.com/office/officeart/2008/layout/HorizontalMultiLevelHierarchy#1"/>
    <dgm:cxn modelId="{61BC48B2-511D-4AEE-B94D-07DA7385876C}" type="presParOf" srcId="{C4327B3D-CEC4-4F5C-B160-A8467E731F1A}" destId="{2BC3DB02-21BB-405E-B0BA-5A3D8C2C2FFB}" srcOrd="7" destOrd="0" presId="urn:microsoft.com/office/officeart/2008/layout/HorizontalMultiLevelHierarchy#1"/>
    <dgm:cxn modelId="{70B9A26D-03E4-4855-9560-4B078BA66E8D}" type="presParOf" srcId="{2BC3DB02-21BB-405E-B0BA-5A3D8C2C2FFB}" destId="{C7619621-D061-46EF-B283-2292709954B8}" srcOrd="0" destOrd="0" presId="urn:microsoft.com/office/officeart/2008/layout/HorizontalMultiLevelHierarchy#1"/>
    <dgm:cxn modelId="{6465D780-BD45-47C0-B515-68CE2B884331}" type="presParOf" srcId="{2BC3DB02-21BB-405E-B0BA-5A3D8C2C2FFB}" destId="{7BD59025-2688-44A4-A818-E1F94E7EA1BB}" srcOrd="1" destOrd="0" presId="urn:microsoft.com/office/officeart/2008/layout/HorizontalMultiLevelHierarchy#1"/>
    <dgm:cxn modelId="{BFED7F5F-34B6-4805-8F29-F2E47E3EB8CF}" type="presParOf" srcId="{7C7E83BB-D542-4088-899F-F579A666B65D}" destId="{30A23C0B-5DE0-48C0-BCD4-00598B75D74A}" srcOrd="4" destOrd="0" presId="urn:microsoft.com/office/officeart/2008/layout/HorizontalMultiLevelHierarchy#1"/>
    <dgm:cxn modelId="{0FFFC1F6-C3BD-4F74-8F84-30FFC1708250}" type="presParOf" srcId="{30A23C0B-5DE0-48C0-BCD4-00598B75D74A}" destId="{2FCD69A3-ADD7-424D-8E87-00D29DC1AD7B}" srcOrd="0" destOrd="0" presId="urn:microsoft.com/office/officeart/2008/layout/HorizontalMultiLevelHierarchy#1"/>
    <dgm:cxn modelId="{A13A9572-7EBB-452A-9730-E1E6BD01506C}" type="presParOf" srcId="{7C7E83BB-D542-4088-899F-F579A666B65D}" destId="{86AE4FEF-4266-430A-A3E1-A5C14BF906A3}" srcOrd="5" destOrd="0" presId="urn:microsoft.com/office/officeart/2008/layout/HorizontalMultiLevelHierarchy#1"/>
    <dgm:cxn modelId="{E95165B6-A215-41F6-BC8B-C64A22E830F1}" type="presParOf" srcId="{86AE4FEF-4266-430A-A3E1-A5C14BF906A3}" destId="{234B5827-B35D-4BB9-A82F-E2AC509F25A8}" srcOrd="0" destOrd="0" presId="urn:microsoft.com/office/officeart/2008/layout/HorizontalMultiLevelHierarchy#1"/>
    <dgm:cxn modelId="{53E62D11-B2E8-41F7-A44C-3E0315B1CCB5}" type="presParOf" srcId="{86AE4FEF-4266-430A-A3E1-A5C14BF906A3}" destId="{54CCAC10-E6D7-41CE-A23E-535A6CF5BA14}" srcOrd="1" destOrd="0" presId="urn:microsoft.com/office/officeart/2008/layout/HorizontalMultiLevelHierarchy#1"/>
    <dgm:cxn modelId="{44ABA17F-8F56-4A75-AD40-BE16F0123FA6}" type="presParOf" srcId="{7C7E83BB-D542-4088-899F-F579A666B65D}" destId="{291738EA-4A06-4EF8-B0E8-9ECFF85F71C8}" srcOrd="6" destOrd="0" presId="urn:microsoft.com/office/officeart/2008/layout/HorizontalMultiLevelHierarchy#1"/>
    <dgm:cxn modelId="{7E2CAD82-BF8F-4249-B573-F29F1EC7C400}" type="presParOf" srcId="{291738EA-4A06-4EF8-B0E8-9ECFF85F71C8}" destId="{F4C37551-7941-483D-AFFB-BB333BED0332}" srcOrd="0" destOrd="0" presId="urn:microsoft.com/office/officeart/2008/layout/HorizontalMultiLevelHierarchy#1"/>
    <dgm:cxn modelId="{0F747598-6D61-41CD-9EDD-7EDB5AB22FD0}" type="presParOf" srcId="{7C7E83BB-D542-4088-899F-F579A666B65D}" destId="{65A8FB32-2C3D-4E3F-9913-C3E1C80DA667}" srcOrd="7" destOrd="0" presId="urn:microsoft.com/office/officeart/2008/layout/HorizontalMultiLevelHierarchy#1"/>
    <dgm:cxn modelId="{4463042D-3B78-4779-952A-772EF1CB0741}" type="presParOf" srcId="{65A8FB32-2C3D-4E3F-9913-C3E1C80DA667}" destId="{D275D017-CD87-49E3-B468-BEB54AA92983}" srcOrd="0" destOrd="0" presId="urn:microsoft.com/office/officeart/2008/layout/HorizontalMultiLevelHierarchy#1"/>
    <dgm:cxn modelId="{58B8B6F4-9541-49D4-931B-616E79769EDA}" type="presParOf" srcId="{65A8FB32-2C3D-4E3F-9913-C3E1C80DA667}" destId="{0FDE973E-8AEE-4EB3-92DA-D453936A5D1B}" srcOrd="1" destOrd="0" presId="urn:microsoft.com/office/officeart/2008/layout/HorizontalMultiLevel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1738EA-4A06-4EF8-B0E8-9ECFF85F71C8}">
      <dsp:nvSpPr>
        <dsp:cNvPr id="0" name=""/>
        <dsp:cNvSpPr/>
      </dsp:nvSpPr>
      <dsp:spPr>
        <a:xfrm>
          <a:off x="4844768" y="4486634"/>
          <a:ext cx="264471" cy="755921"/>
        </a:xfrm>
        <a:custGeom>
          <a:avLst/>
          <a:gdLst/>
          <a:ahLst/>
          <a:cxnLst/>
          <a:rect l="0" t="0" r="0" b="0"/>
          <a:pathLst>
            <a:path>
              <a:moveTo>
                <a:pt x="0" y="0"/>
              </a:moveTo>
              <a:lnTo>
                <a:pt x="132235" y="0"/>
              </a:lnTo>
              <a:lnTo>
                <a:pt x="132235" y="755921"/>
              </a:lnTo>
              <a:lnTo>
                <a:pt x="264471" y="75592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baseline="0">
            <a:latin typeface="微软雅黑" panose="020B0503020204020204" pitchFamily="34" charset="-122"/>
            <a:ea typeface="微软雅黑" panose="020B0503020204020204" pitchFamily="34" charset="-122"/>
          </a:endParaRPr>
        </a:p>
      </dsp:txBody>
      <dsp:txXfrm>
        <a:off x="4956982" y="4844573"/>
        <a:ext cx="40042" cy="40042"/>
      </dsp:txXfrm>
    </dsp:sp>
    <dsp:sp modelId="{30A23C0B-5DE0-48C0-BCD4-00598B75D74A}">
      <dsp:nvSpPr>
        <dsp:cNvPr id="0" name=""/>
        <dsp:cNvSpPr/>
      </dsp:nvSpPr>
      <dsp:spPr>
        <a:xfrm>
          <a:off x="4844768" y="4486634"/>
          <a:ext cx="264471" cy="251973"/>
        </a:xfrm>
        <a:custGeom>
          <a:avLst/>
          <a:gdLst/>
          <a:ahLst/>
          <a:cxnLst/>
          <a:rect l="0" t="0" r="0" b="0"/>
          <a:pathLst>
            <a:path>
              <a:moveTo>
                <a:pt x="0" y="0"/>
              </a:moveTo>
              <a:lnTo>
                <a:pt x="132235" y="0"/>
              </a:lnTo>
              <a:lnTo>
                <a:pt x="132235" y="251973"/>
              </a:lnTo>
              <a:lnTo>
                <a:pt x="264471" y="251973"/>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baseline="0">
            <a:latin typeface="微软雅黑" panose="020B0503020204020204" pitchFamily="34" charset="-122"/>
            <a:ea typeface="微软雅黑" panose="020B0503020204020204" pitchFamily="34" charset="-122"/>
          </a:endParaRPr>
        </a:p>
      </dsp:txBody>
      <dsp:txXfrm>
        <a:off x="4967871" y="4603489"/>
        <a:ext cx="18264" cy="18264"/>
      </dsp:txXfrm>
    </dsp:sp>
    <dsp:sp modelId="{78C5363E-06E1-4248-9059-C8CB73827625}">
      <dsp:nvSpPr>
        <dsp:cNvPr id="0" name=""/>
        <dsp:cNvSpPr/>
      </dsp:nvSpPr>
      <dsp:spPr>
        <a:xfrm>
          <a:off x="6431597" y="4234660"/>
          <a:ext cx="264471" cy="755921"/>
        </a:xfrm>
        <a:custGeom>
          <a:avLst/>
          <a:gdLst/>
          <a:ahLst/>
          <a:cxnLst/>
          <a:rect l="0" t="0" r="0" b="0"/>
          <a:pathLst>
            <a:path>
              <a:moveTo>
                <a:pt x="0" y="0"/>
              </a:moveTo>
              <a:lnTo>
                <a:pt x="132235" y="0"/>
              </a:lnTo>
              <a:lnTo>
                <a:pt x="132235" y="755921"/>
              </a:lnTo>
              <a:lnTo>
                <a:pt x="264471" y="755921"/>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baseline="0">
            <a:latin typeface="微软雅黑" panose="020B0503020204020204" pitchFamily="34" charset="-122"/>
            <a:ea typeface="微软雅黑" panose="020B0503020204020204" pitchFamily="34" charset="-122"/>
          </a:endParaRPr>
        </a:p>
      </dsp:txBody>
      <dsp:txXfrm>
        <a:off x="6543812" y="4592600"/>
        <a:ext cx="40042" cy="40042"/>
      </dsp:txXfrm>
    </dsp:sp>
    <dsp:sp modelId="{247A7B22-9C64-478E-8099-2B3BD7217A7E}">
      <dsp:nvSpPr>
        <dsp:cNvPr id="0" name=""/>
        <dsp:cNvSpPr/>
      </dsp:nvSpPr>
      <dsp:spPr>
        <a:xfrm>
          <a:off x="6431597" y="4234660"/>
          <a:ext cx="264471" cy="251973"/>
        </a:xfrm>
        <a:custGeom>
          <a:avLst/>
          <a:gdLst/>
          <a:ahLst/>
          <a:cxnLst/>
          <a:rect l="0" t="0" r="0" b="0"/>
          <a:pathLst>
            <a:path>
              <a:moveTo>
                <a:pt x="0" y="0"/>
              </a:moveTo>
              <a:lnTo>
                <a:pt x="132235" y="0"/>
              </a:lnTo>
              <a:lnTo>
                <a:pt x="132235" y="251973"/>
              </a:lnTo>
              <a:lnTo>
                <a:pt x="264471" y="251973"/>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baseline="0">
            <a:latin typeface="微软雅黑" panose="020B0503020204020204" pitchFamily="34" charset="-122"/>
            <a:ea typeface="微软雅黑" panose="020B0503020204020204" pitchFamily="34" charset="-122"/>
          </a:endParaRPr>
        </a:p>
      </dsp:txBody>
      <dsp:txXfrm>
        <a:off x="6554701" y="4351515"/>
        <a:ext cx="18264" cy="18264"/>
      </dsp:txXfrm>
    </dsp:sp>
    <dsp:sp modelId="{A60F79CE-0DC8-4505-860D-8BE701771DD0}">
      <dsp:nvSpPr>
        <dsp:cNvPr id="0" name=""/>
        <dsp:cNvSpPr/>
      </dsp:nvSpPr>
      <dsp:spPr>
        <a:xfrm>
          <a:off x="6431597" y="3982687"/>
          <a:ext cx="264471" cy="251973"/>
        </a:xfrm>
        <a:custGeom>
          <a:avLst/>
          <a:gdLst/>
          <a:ahLst/>
          <a:cxnLst/>
          <a:rect l="0" t="0" r="0" b="0"/>
          <a:pathLst>
            <a:path>
              <a:moveTo>
                <a:pt x="0" y="251973"/>
              </a:moveTo>
              <a:lnTo>
                <a:pt x="132235" y="251973"/>
              </a:lnTo>
              <a:lnTo>
                <a:pt x="132235" y="0"/>
              </a:lnTo>
              <a:lnTo>
                <a:pt x="264471" y="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baseline="0">
            <a:latin typeface="微软雅黑" panose="020B0503020204020204" pitchFamily="34" charset="-122"/>
            <a:ea typeface="微软雅黑" panose="020B0503020204020204" pitchFamily="34" charset="-122"/>
          </a:endParaRPr>
        </a:p>
      </dsp:txBody>
      <dsp:txXfrm>
        <a:off x="6554701" y="4099541"/>
        <a:ext cx="18264" cy="18264"/>
      </dsp:txXfrm>
    </dsp:sp>
    <dsp:sp modelId="{20E12846-A56E-40F3-A815-6ABA3143F430}">
      <dsp:nvSpPr>
        <dsp:cNvPr id="0" name=""/>
        <dsp:cNvSpPr/>
      </dsp:nvSpPr>
      <dsp:spPr>
        <a:xfrm>
          <a:off x="6431597" y="3478739"/>
          <a:ext cx="264471" cy="755921"/>
        </a:xfrm>
        <a:custGeom>
          <a:avLst/>
          <a:gdLst/>
          <a:ahLst/>
          <a:cxnLst/>
          <a:rect l="0" t="0" r="0" b="0"/>
          <a:pathLst>
            <a:path>
              <a:moveTo>
                <a:pt x="0" y="755921"/>
              </a:moveTo>
              <a:lnTo>
                <a:pt x="132235" y="755921"/>
              </a:lnTo>
              <a:lnTo>
                <a:pt x="132235" y="0"/>
              </a:lnTo>
              <a:lnTo>
                <a:pt x="264471" y="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baseline="0">
            <a:latin typeface="微软雅黑" panose="020B0503020204020204" pitchFamily="34" charset="-122"/>
            <a:ea typeface="微软雅黑" panose="020B0503020204020204" pitchFamily="34" charset="-122"/>
          </a:endParaRPr>
        </a:p>
      </dsp:txBody>
      <dsp:txXfrm>
        <a:off x="6543812" y="3836678"/>
        <a:ext cx="40042" cy="40042"/>
      </dsp:txXfrm>
    </dsp:sp>
    <dsp:sp modelId="{B6173E44-27A1-4996-9597-012C7532CC2A}">
      <dsp:nvSpPr>
        <dsp:cNvPr id="0" name=""/>
        <dsp:cNvSpPr/>
      </dsp:nvSpPr>
      <dsp:spPr>
        <a:xfrm>
          <a:off x="4844768" y="4234660"/>
          <a:ext cx="264471" cy="251973"/>
        </a:xfrm>
        <a:custGeom>
          <a:avLst/>
          <a:gdLst/>
          <a:ahLst/>
          <a:cxnLst/>
          <a:rect l="0" t="0" r="0" b="0"/>
          <a:pathLst>
            <a:path>
              <a:moveTo>
                <a:pt x="0" y="251973"/>
              </a:moveTo>
              <a:lnTo>
                <a:pt x="132235" y="251973"/>
              </a:lnTo>
              <a:lnTo>
                <a:pt x="132235" y="0"/>
              </a:lnTo>
              <a:lnTo>
                <a:pt x="264471" y="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baseline="0">
            <a:latin typeface="微软雅黑" panose="020B0503020204020204" pitchFamily="34" charset="-122"/>
            <a:ea typeface="微软雅黑" panose="020B0503020204020204" pitchFamily="34" charset="-122"/>
          </a:endParaRPr>
        </a:p>
      </dsp:txBody>
      <dsp:txXfrm>
        <a:off x="4967871" y="4351515"/>
        <a:ext cx="18264" cy="18264"/>
      </dsp:txXfrm>
    </dsp:sp>
    <dsp:sp modelId="{D6A112FB-F07F-4952-BCE0-9B58432F3708}">
      <dsp:nvSpPr>
        <dsp:cNvPr id="0" name=""/>
        <dsp:cNvSpPr/>
      </dsp:nvSpPr>
      <dsp:spPr>
        <a:xfrm>
          <a:off x="4844768" y="3730713"/>
          <a:ext cx="264471" cy="755921"/>
        </a:xfrm>
        <a:custGeom>
          <a:avLst/>
          <a:gdLst/>
          <a:ahLst/>
          <a:cxnLst/>
          <a:rect l="0" t="0" r="0" b="0"/>
          <a:pathLst>
            <a:path>
              <a:moveTo>
                <a:pt x="0" y="755921"/>
              </a:moveTo>
              <a:lnTo>
                <a:pt x="132235" y="755921"/>
              </a:lnTo>
              <a:lnTo>
                <a:pt x="132235" y="0"/>
              </a:lnTo>
              <a:lnTo>
                <a:pt x="264471" y="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baseline="0">
            <a:latin typeface="微软雅黑" panose="020B0503020204020204" pitchFamily="34" charset="-122"/>
            <a:ea typeface="微软雅黑" panose="020B0503020204020204" pitchFamily="34" charset="-122"/>
          </a:endParaRPr>
        </a:p>
      </dsp:txBody>
      <dsp:txXfrm>
        <a:off x="4956982" y="4088652"/>
        <a:ext cx="40042" cy="40042"/>
      </dsp:txXfrm>
    </dsp:sp>
    <dsp:sp modelId="{F6318166-BEF6-4B4A-8C3C-AAEBCEA697A3}">
      <dsp:nvSpPr>
        <dsp:cNvPr id="0" name=""/>
        <dsp:cNvSpPr/>
      </dsp:nvSpPr>
      <dsp:spPr>
        <a:xfrm>
          <a:off x="3257938" y="3100779"/>
          <a:ext cx="264471" cy="1385855"/>
        </a:xfrm>
        <a:custGeom>
          <a:avLst/>
          <a:gdLst/>
          <a:ahLst/>
          <a:cxnLst/>
          <a:rect l="0" t="0" r="0" b="0"/>
          <a:pathLst>
            <a:path>
              <a:moveTo>
                <a:pt x="0" y="0"/>
              </a:moveTo>
              <a:lnTo>
                <a:pt x="132235" y="0"/>
              </a:lnTo>
              <a:lnTo>
                <a:pt x="132235" y="1385855"/>
              </a:lnTo>
              <a:lnTo>
                <a:pt x="264471" y="1385855"/>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baseline="0">
            <a:latin typeface="微软雅黑" panose="020B0503020204020204" pitchFamily="34" charset="-122"/>
            <a:ea typeface="微软雅黑" panose="020B0503020204020204" pitchFamily="34" charset="-122"/>
          </a:endParaRPr>
        </a:p>
      </dsp:txBody>
      <dsp:txXfrm>
        <a:off x="3354902" y="3758435"/>
        <a:ext cx="70543" cy="70543"/>
      </dsp:txXfrm>
    </dsp:sp>
    <dsp:sp modelId="{DBBAE32E-E3F8-41E9-86DF-F8A5001A61C2}">
      <dsp:nvSpPr>
        <dsp:cNvPr id="0" name=""/>
        <dsp:cNvSpPr/>
      </dsp:nvSpPr>
      <dsp:spPr>
        <a:xfrm>
          <a:off x="4844768" y="1714923"/>
          <a:ext cx="264471" cy="1511842"/>
        </a:xfrm>
        <a:custGeom>
          <a:avLst/>
          <a:gdLst/>
          <a:ahLst/>
          <a:cxnLst/>
          <a:rect l="0" t="0" r="0" b="0"/>
          <a:pathLst>
            <a:path>
              <a:moveTo>
                <a:pt x="0" y="0"/>
              </a:moveTo>
              <a:lnTo>
                <a:pt x="132235" y="0"/>
              </a:lnTo>
              <a:lnTo>
                <a:pt x="132235" y="1511842"/>
              </a:lnTo>
              <a:lnTo>
                <a:pt x="264471" y="1511842"/>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baseline="0">
            <a:latin typeface="微软雅黑" panose="020B0503020204020204" pitchFamily="34" charset="-122"/>
            <a:ea typeface="微软雅黑" panose="020B0503020204020204" pitchFamily="34" charset="-122"/>
          </a:endParaRPr>
        </a:p>
      </dsp:txBody>
      <dsp:txXfrm>
        <a:off x="4938633" y="2432474"/>
        <a:ext cx="76740" cy="76740"/>
      </dsp:txXfrm>
    </dsp:sp>
    <dsp:sp modelId="{F8C374CA-232C-4246-841B-321D085D2E8F}">
      <dsp:nvSpPr>
        <dsp:cNvPr id="0" name=""/>
        <dsp:cNvSpPr/>
      </dsp:nvSpPr>
      <dsp:spPr>
        <a:xfrm>
          <a:off x="4844768" y="1714923"/>
          <a:ext cx="264471" cy="1007894"/>
        </a:xfrm>
        <a:custGeom>
          <a:avLst/>
          <a:gdLst/>
          <a:ahLst/>
          <a:cxnLst/>
          <a:rect l="0" t="0" r="0" b="0"/>
          <a:pathLst>
            <a:path>
              <a:moveTo>
                <a:pt x="0" y="0"/>
              </a:moveTo>
              <a:lnTo>
                <a:pt x="132235" y="0"/>
              </a:lnTo>
              <a:lnTo>
                <a:pt x="132235" y="1007894"/>
              </a:lnTo>
              <a:lnTo>
                <a:pt x="264471" y="1007894"/>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baseline="0">
            <a:latin typeface="微软雅黑" panose="020B0503020204020204" pitchFamily="34" charset="-122"/>
            <a:ea typeface="微软雅黑" panose="020B0503020204020204" pitchFamily="34" charset="-122"/>
          </a:endParaRPr>
        </a:p>
      </dsp:txBody>
      <dsp:txXfrm>
        <a:off x="4950953" y="2192820"/>
        <a:ext cx="52100" cy="52100"/>
      </dsp:txXfrm>
    </dsp:sp>
    <dsp:sp modelId="{4DF03D7C-9C04-4FFE-88F4-3A989D2BF1B6}">
      <dsp:nvSpPr>
        <dsp:cNvPr id="0" name=""/>
        <dsp:cNvSpPr/>
      </dsp:nvSpPr>
      <dsp:spPr>
        <a:xfrm>
          <a:off x="4844768" y="1714923"/>
          <a:ext cx="264471" cy="503947"/>
        </a:xfrm>
        <a:custGeom>
          <a:avLst/>
          <a:gdLst/>
          <a:ahLst/>
          <a:cxnLst/>
          <a:rect l="0" t="0" r="0" b="0"/>
          <a:pathLst>
            <a:path>
              <a:moveTo>
                <a:pt x="0" y="0"/>
              </a:moveTo>
              <a:lnTo>
                <a:pt x="132235" y="0"/>
              </a:lnTo>
              <a:lnTo>
                <a:pt x="132235" y="503947"/>
              </a:lnTo>
              <a:lnTo>
                <a:pt x="264471" y="503947"/>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baseline="0">
            <a:latin typeface="微软雅黑" panose="020B0503020204020204" pitchFamily="34" charset="-122"/>
            <a:ea typeface="微软雅黑" panose="020B0503020204020204" pitchFamily="34" charset="-122"/>
          </a:endParaRPr>
        </a:p>
      </dsp:txBody>
      <dsp:txXfrm>
        <a:off x="4962775" y="1952669"/>
        <a:ext cx="28456" cy="28456"/>
      </dsp:txXfrm>
    </dsp:sp>
    <dsp:sp modelId="{E8DD1B65-E2C1-4F51-A694-ED336198106D}">
      <dsp:nvSpPr>
        <dsp:cNvPr id="0" name=""/>
        <dsp:cNvSpPr/>
      </dsp:nvSpPr>
      <dsp:spPr>
        <a:xfrm>
          <a:off x="4844768" y="1669203"/>
          <a:ext cx="264471" cy="91440"/>
        </a:xfrm>
        <a:custGeom>
          <a:avLst/>
          <a:gdLst/>
          <a:ahLst/>
          <a:cxnLst/>
          <a:rect l="0" t="0" r="0" b="0"/>
          <a:pathLst>
            <a:path>
              <a:moveTo>
                <a:pt x="0" y="45720"/>
              </a:moveTo>
              <a:lnTo>
                <a:pt x="264471" y="4572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baseline="0">
            <a:latin typeface="微软雅黑" panose="020B0503020204020204" pitchFamily="34" charset="-122"/>
            <a:ea typeface="微软雅黑" panose="020B0503020204020204" pitchFamily="34" charset="-122"/>
          </a:endParaRPr>
        </a:p>
      </dsp:txBody>
      <dsp:txXfrm>
        <a:off x="4970392" y="1708311"/>
        <a:ext cx="13223" cy="13223"/>
      </dsp:txXfrm>
    </dsp:sp>
    <dsp:sp modelId="{0F9556B1-B960-4B63-A5B0-1EB392BE46E8}">
      <dsp:nvSpPr>
        <dsp:cNvPr id="0" name=""/>
        <dsp:cNvSpPr/>
      </dsp:nvSpPr>
      <dsp:spPr>
        <a:xfrm>
          <a:off x="4844768" y="1210976"/>
          <a:ext cx="264471" cy="503947"/>
        </a:xfrm>
        <a:custGeom>
          <a:avLst/>
          <a:gdLst/>
          <a:ahLst/>
          <a:cxnLst/>
          <a:rect l="0" t="0" r="0" b="0"/>
          <a:pathLst>
            <a:path>
              <a:moveTo>
                <a:pt x="0" y="503947"/>
              </a:moveTo>
              <a:lnTo>
                <a:pt x="132235" y="503947"/>
              </a:lnTo>
              <a:lnTo>
                <a:pt x="132235" y="0"/>
              </a:lnTo>
              <a:lnTo>
                <a:pt x="264471" y="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baseline="0">
            <a:latin typeface="微软雅黑" panose="020B0503020204020204" pitchFamily="34" charset="-122"/>
            <a:ea typeface="微软雅黑" panose="020B0503020204020204" pitchFamily="34" charset="-122"/>
          </a:endParaRPr>
        </a:p>
      </dsp:txBody>
      <dsp:txXfrm>
        <a:off x="4962775" y="1448721"/>
        <a:ext cx="28456" cy="28456"/>
      </dsp:txXfrm>
    </dsp:sp>
    <dsp:sp modelId="{AF576449-7BF5-4E9B-8E28-FCED6BE5E565}">
      <dsp:nvSpPr>
        <dsp:cNvPr id="0" name=""/>
        <dsp:cNvSpPr/>
      </dsp:nvSpPr>
      <dsp:spPr>
        <a:xfrm>
          <a:off x="4844768" y="707028"/>
          <a:ext cx="264471" cy="1007894"/>
        </a:xfrm>
        <a:custGeom>
          <a:avLst/>
          <a:gdLst/>
          <a:ahLst/>
          <a:cxnLst/>
          <a:rect l="0" t="0" r="0" b="0"/>
          <a:pathLst>
            <a:path>
              <a:moveTo>
                <a:pt x="0" y="1007894"/>
              </a:moveTo>
              <a:lnTo>
                <a:pt x="132235" y="1007894"/>
              </a:lnTo>
              <a:lnTo>
                <a:pt x="132235" y="0"/>
              </a:lnTo>
              <a:lnTo>
                <a:pt x="264471" y="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baseline="0">
            <a:latin typeface="微软雅黑" panose="020B0503020204020204" pitchFamily="34" charset="-122"/>
            <a:ea typeface="微软雅黑" panose="020B0503020204020204" pitchFamily="34" charset="-122"/>
          </a:endParaRPr>
        </a:p>
      </dsp:txBody>
      <dsp:txXfrm>
        <a:off x="4950953" y="1184925"/>
        <a:ext cx="52100" cy="52100"/>
      </dsp:txXfrm>
    </dsp:sp>
    <dsp:sp modelId="{42AB59CD-9750-4448-8D7B-832DCA450CE8}">
      <dsp:nvSpPr>
        <dsp:cNvPr id="0" name=""/>
        <dsp:cNvSpPr/>
      </dsp:nvSpPr>
      <dsp:spPr>
        <a:xfrm>
          <a:off x="4844768" y="203081"/>
          <a:ext cx="264471" cy="1511842"/>
        </a:xfrm>
        <a:custGeom>
          <a:avLst/>
          <a:gdLst/>
          <a:ahLst/>
          <a:cxnLst/>
          <a:rect l="0" t="0" r="0" b="0"/>
          <a:pathLst>
            <a:path>
              <a:moveTo>
                <a:pt x="0" y="1511842"/>
              </a:moveTo>
              <a:lnTo>
                <a:pt x="132235" y="1511842"/>
              </a:lnTo>
              <a:lnTo>
                <a:pt x="132235" y="0"/>
              </a:lnTo>
              <a:lnTo>
                <a:pt x="264471" y="0"/>
              </a:lnTo>
            </a:path>
          </a:pathLst>
        </a:custGeom>
        <a:noFill/>
        <a:ln w="25400" cap="flat" cmpd="sng" algn="ctr">
          <a:solidFill>
            <a:schemeClr val="dk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baseline="0">
            <a:latin typeface="微软雅黑" panose="020B0503020204020204" pitchFamily="34" charset="-122"/>
            <a:ea typeface="微软雅黑" panose="020B0503020204020204" pitchFamily="34" charset="-122"/>
          </a:endParaRPr>
        </a:p>
      </dsp:txBody>
      <dsp:txXfrm>
        <a:off x="4938633" y="920632"/>
        <a:ext cx="76740" cy="76740"/>
      </dsp:txXfrm>
    </dsp:sp>
    <dsp:sp modelId="{C620370B-336D-4776-806D-719F487DB234}">
      <dsp:nvSpPr>
        <dsp:cNvPr id="0" name=""/>
        <dsp:cNvSpPr/>
      </dsp:nvSpPr>
      <dsp:spPr>
        <a:xfrm>
          <a:off x="3257938" y="1714923"/>
          <a:ext cx="264471" cy="1385855"/>
        </a:xfrm>
        <a:custGeom>
          <a:avLst/>
          <a:gdLst/>
          <a:ahLst/>
          <a:cxnLst/>
          <a:rect l="0" t="0" r="0" b="0"/>
          <a:pathLst>
            <a:path>
              <a:moveTo>
                <a:pt x="0" y="1385855"/>
              </a:moveTo>
              <a:lnTo>
                <a:pt x="132235" y="1385855"/>
              </a:lnTo>
              <a:lnTo>
                <a:pt x="132235" y="0"/>
              </a:lnTo>
              <a:lnTo>
                <a:pt x="264471" y="0"/>
              </a:lnTo>
            </a:path>
          </a:pathLst>
        </a:custGeom>
        <a:noFill/>
        <a:ln w="2540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baseline="0">
            <a:latin typeface="微软雅黑" panose="020B0503020204020204" pitchFamily="34" charset="-122"/>
            <a:ea typeface="微软雅黑" panose="020B0503020204020204" pitchFamily="34" charset="-122"/>
          </a:endParaRPr>
        </a:p>
      </dsp:txBody>
      <dsp:txXfrm>
        <a:off x="3354902" y="2372579"/>
        <a:ext cx="70543" cy="70543"/>
      </dsp:txXfrm>
    </dsp:sp>
    <dsp:sp modelId="{C9A8487D-13D3-423F-878B-2BE332F04C3B}">
      <dsp:nvSpPr>
        <dsp:cNvPr id="0" name=""/>
        <dsp:cNvSpPr/>
      </dsp:nvSpPr>
      <dsp:spPr>
        <a:xfrm rot="16200000">
          <a:off x="1995417" y="2899200"/>
          <a:ext cx="2121883" cy="40315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solidFill>
            <a:srgbClr val="FF0000"/>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baseline="0" dirty="0">
              <a:ea typeface="微软雅黑" panose="020B0503020204020204" pitchFamily="34" charset="-122"/>
            </a:rPr>
            <a:t>图</a:t>
          </a:r>
        </a:p>
      </dsp:txBody>
      <dsp:txXfrm>
        <a:off x="1995417" y="2899200"/>
        <a:ext cx="2121883" cy="403157"/>
      </dsp:txXfrm>
    </dsp:sp>
    <dsp:sp modelId="{39E89EF4-1B69-4568-B723-F28640B2CF9B}">
      <dsp:nvSpPr>
        <dsp:cNvPr id="0" name=""/>
        <dsp:cNvSpPr/>
      </dsp:nvSpPr>
      <dsp:spPr>
        <a:xfrm>
          <a:off x="3522410" y="1513344"/>
          <a:ext cx="1322358" cy="40315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solidFill>
            <a:srgbClr val="FF0000"/>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baseline="0" dirty="0">
              <a:ea typeface="微软雅黑" panose="020B0503020204020204" pitchFamily="34" charset="-122"/>
            </a:rPr>
            <a:t>结构图</a:t>
          </a:r>
        </a:p>
      </dsp:txBody>
      <dsp:txXfrm>
        <a:off x="3522410" y="1513344"/>
        <a:ext cx="1322358" cy="403157"/>
      </dsp:txXfrm>
    </dsp:sp>
    <dsp:sp modelId="{B0245779-B83D-4CFA-828A-A9347A8DC14F}">
      <dsp:nvSpPr>
        <dsp:cNvPr id="0" name=""/>
        <dsp:cNvSpPr/>
      </dsp:nvSpPr>
      <dsp:spPr>
        <a:xfrm>
          <a:off x="5109239" y="1502"/>
          <a:ext cx="1322358" cy="40315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baseline="0" dirty="0">
              <a:ea typeface="微软雅黑" panose="020B0503020204020204" pitchFamily="34" charset="-122"/>
            </a:rPr>
            <a:t>类图</a:t>
          </a:r>
        </a:p>
      </dsp:txBody>
      <dsp:txXfrm>
        <a:off x="5109239" y="1502"/>
        <a:ext cx="1322358" cy="403157"/>
      </dsp:txXfrm>
    </dsp:sp>
    <dsp:sp modelId="{210F528C-1EC0-4E4A-A32E-CCC3454D9462}">
      <dsp:nvSpPr>
        <dsp:cNvPr id="0" name=""/>
        <dsp:cNvSpPr/>
      </dsp:nvSpPr>
      <dsp:spPr>
        <a:xfrm>
          <a:off x="5109239" y="505449"/>
          <a:ext cx="1322358" cy="40315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baseline="0" dirty="0">
              <a:ea typeface="微软雅黑" panose="020B0503020204020204" pitchFamily="34" charset="-122"/>
            </a:rPr>
            <a:t>组合结构图</a:t>
          </a:r>
        </a:p>
      </dsp:txBody>
      <dsp:txXfrm>
        <a:off x="5109239" y="505449"/>
        <a:ext cx="1322358" cy="403157"/>
      </dsp:txXfrm>
    </dsp:sp>
    <dsp:sp modelId="{A42D5A40-658F-400B-807C-41CA0D8FFE15}">
      <dsp:nvSpPr>
        <dsp:cNvPr id="0" name=""/>
        <dsp:cNvSpPr/>
      </dsp:nvSpPr>
      <dsp:spPr>
        <a:xfrm>
          <a:off x="5109239" y="1009397"/>
          <a:ext cx="1322358" cy="40315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baseline="0" dirty="0">
              <a:ea typeface="微软雅黑" panose="020B0503020204020204" pitchFamily="34" charset="-122"/>
            </a:rPr>
            <a:t>构件图</a:t>
          </a:r>
        </a:p>
      </dsp:txBody>
      <dsp:txXfrm>
        <a:off x="5109239" y="1009397"/>
        <a:ext cx="1322358" cy="403157"/>
      </dsp:txXfrm>
    </dsp:sp>
    <dsp:sp modelId="{4CA0D506-8F05-47E5-AB6B-1A0048224BCF}">
      <dsp:nvSpPr>
        <dsp:cNvPr id="0" name=""/>
        <dsp:cNvSpPr/>
      </dsp:nvSpPr>
      <dsp:spPr>
        <a:xfrm>
          <a:off x="5109239" y="1513344"/>
          <a:ext cx="1322358" cy="40315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baseline="0" dirty="0">
              <a:ea typeface="微软雅黑" panose="020B0503020204020204" pitchFamily="34" charset="-122"/>
            </a:rPr>
            <a:t>部署图</a:t>
          </a:r>
        </a:p>
      </dsp:txBody>
      <dsp:txXfrm>
        <a:off x="5109239" y="1513344"/>
        <a:ext cx="1322358" cy="403157"/>
      </dsp:txXfrm>
    </dsp:sp>
    <dsp:sp modelId="{7D5F9842-8F68-4ABC-95EC-F854D71B5F56}">
      <dsp:nvSpPr>
        <dsp:cNvPr id="0" name=""/>
        <dsp:cNvSpPr/>
      </dsp:nvSpPr>
      <dsp:spPr>
        <a:xfrm>
          <a:off x="5109239" y="2017292"/>
          <a:ext cx="1322358" cy="40315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baseline="0" dirty="0">
              <a:ea typeface="微软雅黑" panose="020B0503020204020204" pitchFamily="34" charset="-122"/>
            </a:rPr>
            <a:t>对象图</a:t>
          </a:r>
        </a:p>
      </dsp:txBody>
      <dsp:txXfrm>
        <a:off x="5109239" y="2017292"/>
        <a:ext cx="1322358" cy="403157"/>
      </dsp:txXfrm>
    </dsp:sp>
    <dsp:sp modelId="{E806F987-8D89-4591-AF57-BB46085D4C93}">
      <dsp:nvSpPr>
        <dsp:cNvPr id="0" name=""/>
        <dsp:cNvSpPr/>
      </dsp:nvSpPr>
      <dsp:spPr>
        <a:xfrm>
          <a:off x="5109239" y="2521239"/>
          <a:ext cx="1322358" cy="40315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baseline="0" dirty="0">
              <a:ea typeface="微软雅黑" panose="020B0503020204020204" pitchFamily="34" charset="-122"/>
            </a:rPr>
            <a:t>包图</a:t>
          </a:r>
        </a:p>
      </dsp:txBody>
      <dsp:txXfrm>
        <a:off x="5109239" y="2521239"/>
        <a:ext cx="1322358" cy="403157"/>
      </dsp:txXfrm>
    </dsp:sp>
    <dsp:sp modelId="{A643AD2F-36BF-4054-855B-C1A9934EF91E}">
      <dsp:nvSpPr>
        <dsp:cNvPr id="0" name=""/>
        <dsp:cNvSpPr/>
      </dsp:nvSpPr>
      <dsp:spPr>
        <a:xfrm>
          <a:off x="5109239" y="3025186"/>
          <a:ext cx="1322358" cy="40315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baseline="0" dirty="0">
              <a:ea typeface="微软雅黑" panose="020B0503020204020204" pitchFamily="34" charset="-122"/>
            </a:rPr>
            <a:t>外廓图</a:t>
          </a:r>
        </a:p>
      </dsp:txBody>
      <dsp:txXfrm>
        <a:off x="5109239" y="3025186"/>
        <a:ext cx="1322358" cy="403157"/>
      </dsp:txXfrm>
    </dsp:sp>
    <dsp:sp modelId="{B89D03A5-C42E-4580-8AA4-DD9CF020DAC1}">
      <dsp:nvSpPr>
        <dsp:cNvPr id="0" name=""/>
        <dsp:cNvSpPr/>
      </dsp:nvSpPr>
      <dsp:spPr>
        <a:xfrm>
          <a:off x="3522410" y="4285055"/>
          <a:ext cx="1322358" cy="40315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solidFill>
            <a:srgbClr val="FF0000"/>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baseline="0" dirty="0">
              <a:ea typeface="微软雅黑" panose="020B0503020204020204" pitchFamily="34" charset="-122"/>
            </a:rPr>
            <a:t>行为图</a:t>
          </a:r>
        </a:p>
      </dsp:txBody>
      <dsp:txXfrm>
        <a:off x="3522410" y="4285055"/>
        <a:ext cx="1322358" cy="403157"/>
      </dsp:txXfrm>
    </dsp:sp>
    <dsp:sp modelId="{8AAD44D8-BD94-4CCB-9F33-5C10ABD1DD8C}">
      <dsp:nvSpPr>
        <dsp:cNvPr id="0" name=""/>
        <dsp:cNvSpPr/>
      </dsp:nvSpPr>
      <dsp:spPr>
        <a:xfrm>
          <a:off x="5109239" y="3529134"/>
          <a:ext cx="1322358" cy="40315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baseline="0" dirty="0">
              <a:ea typeface="微软雅黑" panose="020B0503020204020204" pitchFamily="34" charset="-122"/>
            </a:rPr>
            <a:t>活动图</a:t>
          </a:r>
        </a:p>
      </dsp:txBody>
      <dsp:txXfrm>
        <a:off x="5109239" y="3529134"/>
        <a:ext cx="1322358" cy="403157"/>
      </dsp:txXfrm>
    </dsp:sp>
    <dsp:sp modelId="{9E9349A9-71DB-4AD7-B64D-B34A61F1B52F}">
      <dsp:nvSpPr>
        <dsp:cNvPr id="0" name=""/>
        <dsp:cNvSpPr/>
      </dsp:nvSpPr>
      <dsp:spPr>
        <a:xfrm>
          <a:off x="5109239" y="4033081"/>
          <a:ext cx="1322358" cy="40315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solidFill>
            <a:srgbClr val="FF0000"/>
          </a:solid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baseline="0" dirty="0">
              <a:ea typeface="微软雅黑" panose="020B0503020204020204" pitchFamily="34" charset="-122"/>
            </a:rPr>
            <a:t>交互图</a:t>
          </a:r>
        </a:p>
      </dsp:txBody>
      <dsp:txXfrm>
        <a:off x="5109239" y="4033081"/>
        <a:ext cx="1322358" cy="403157"/>
      </dsp:txXfrm>
    </dsp:sp>
    <dsp:sp modelId="{5332F038-70FE-441E-9B0F-FDF3E6841F07}">
      <dsp:nvSpPr>
        <dsp:cNvPr id="0" name=""/>
        <dsp:cNvSpPr/>
      </dsp:nvSpPr>
      <dsp:spPr>
        <a:xfrm>
          <a:off x="6696069" y="3277160"/>
          <a:ext cx="1322358" cy="40315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baseline="0" dirty="0">
              <a:ea typeface="微软雅黑" panose="020B0503020204020204" pitchFamily="34" charset="-122"/>
            </a:rPr>
            <a:t>顺序图</a:t>
          </a:r>
        </a:p>
      </dsp:txBody>
      <dsp:txXfrm>
        <a:off x="6696069" y="3277160"/>
        <a:ext cx="1322358" cy="403157"/>
      </dsp:txXfrm>
    </dsp:sp>
    <dsp:sp modelId="{EC8BD67E-8824-4293-B988-9705FD0F1B7E}">
      <dsp:nvSpPr>
        <dsp:cNvPr id="0" name=""/>
        <dsp:cNvSpPr/>
      </dsp:nvSpPr>
      <dsp:spPr>
        <a:xfrm>
          <a:off x="6696069" y="3781108"/>
          <a:ext cx="1322358" cy="40315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baseline="0" dirty="0">
              <a:ea typeface="微软雅黑" panose="020B0503020204020204" pitchFamily="34" charset="-122"/>
            </a:rPr>
            <a:t>通信图</a:t>
          </a:r>
        </a:p>
      </dsp:txBody>
      <dsp:txXfrm>
        <a:off x="6696069" y="3781108"/>
        <a:ext cx="1322358" cy="403157"/>
      </dsp:txXfrm>
    </dsp:sp>
    <dsp:sp modelId="{2A07D080-A189-45B1-BE47-F78618FD7620}">
      <dsp:nvSpPr>
        <dsp:cNvPr id="0" name=""/>
        <dsp:cNvSpPr/>
      </dsp:nvSpPr>
      <dsp:spPr>
        <a:xfrm>
          <a:off x="6696069" y="4285055"/>
          <a:ext cx="1322358" cy="40315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baseline="0" dirty="0">
              <a:ea typeface="微软雅黑" panose="020B0503020204020204" pitchFamily="34" charset="-122"/>
            </a:rPr>
            <a:t>时间图</a:t>
          </a:r>
        </a:p>
      </dsp:txBody>
      <dsp:txXfrm>
        <a:off x="6696069" y="4285055"/>
        <a:ext cx="1322358" cy="403157"/>
      </dsp:txXfrm>
    </dsp:sp>
    <dsp:sp modelId="{C7619621-D061-46EF-B283-2292709954B8}">
      <dsp:nvSpPr>
        <dsp:cNvPr id="0" name=""/>
        <dsp:cNvSpPr/>
      </dsp:nvSpPr>
      <dsp:spPr>
        <a:xfrm>
          <a:off x="6696069" y="4789002"/>
          <a:ext cx="1322358" cy="40315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baseline="0" dirty="0">
              <a:ea typeface="微软雅黑" panose="020B0503020204020204" pitchFamily="34" charset="-122"/>
            </a:rPr>
            <a:t>交互概览图</a:t>
          </a:r>
        </a:p>
      </dsp:txBody>
      <dsp:txXfrm>
        <a:off x="6696069" y="4789002"/>
        <a:ext cx="1322358" cy="403157"/>
      </dsp:txXfrm>
    </dsp:sp>
    <dsp:sp modelId="{234B5827-B35D-4BB9-A82F-E2AC509F25A8}">
      <dsp:nvSpPr>
        <dsp:cNvPr id="0" name=""/>
        <dsp:cNvSpPr/>
      </dsp:nvSpPr>
      <dsp:spPr>
        <a:xfrm>
          <a:off x="5109239" y="4537029"/>
          <a:ext cx="1322358" cy="40315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baseline="0" dirty="0">
              <a:ea typeface="微软雅黑" panose="020B0503020204020204" pitchFamily="34" charset="-122"/>
            </a:rPr>
            <a:t>状态机图</a:t>
          </a:r>
        </a:p>
      </dsp:txBody>
      <dsp:txXfrm>
        <a:off x="5109239" y="4537029"/>
        <a:ext cx="1322358" cy="403157"/>
      </dsp:txXfrm>
    </dsp:sp>
    <dsp:sp modelId="{D275D017-CD87-49E3-B468-BEB54AA92983}">
      <dsp:nvSpPr>
        <dsp:cNvPr id="0" name=""/>
        <dsp:cNvSpPr/>
      </dsp:nvSpPr>
      <dsp:spPr>
        <a:xfrm>
          <a:off x="5109239" y="5040976"/>
          <a:ext cx="1322358" cy="403157"/>
        </a:xfrm>
        <a:prstGeom prst="rect">
          <a:avLst/>
        </a:prstGeom>
        <a:gradFill rotWithShape="0">
          <a:gsLst>
            <a:gs pos="0">
              <a:schemeClr val="lt1">
                <a:hueOff val="0"/>
                <a:satOff val="0"/>
                <a:lumOff val="0"/>
                <a:alphaOff val="0"/>
                <a:tint val="50000"/>
                <a:satMod val="300000"/>
              </a:schemeClr>
            </a:gs>
            <a:gs pos="35000">
              <a:schemeClr val="lt1">
                <a:hueOff val="0"/>
                <a:satOff val="0"/>
                <a:lumOff val="0"/>
                <a:alphaOff val="0"/>
                <a:tint val="37000"/>
                <a:satMod val="300000"/>
              </a:schemeClr>
            </a:gs>
            <a:gs pos="100000">
              <a:schemeClr val="l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baseline="0" dirty="0">
              <a:ea typeface="微软雅黑" panose="020B0503020204020204" pitchFamily="34" charset="-122"/>
            </a:rPr>
            <a:t>用例图</a:t>
          </a:r>
        </a:p>
      </dsp:txBody>
      <dsp:txXfrm>
        <a:off x="5109239" y="5040976"/>
        <a:ext cx="1322358" cy="403157"/>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1">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endSty" val="noArr"/>
                        <dgm:param type="connRout" val="bend"/>
                        <dgm:param type="begPts" val="midR"/>
                        <dgm:param type="endPts" val="midL"/>
                      </dgm:alg>
                    </dgm:if>
                    <dgm:else name="Name18">
                      <dgm:alg type="conn">
                        <dgm:param type="dim" val="1D"/>
                        <dgm:param type="endSty" val="noArr"/>
                        <dgm:param type="connRout" val="bend"/>
                        <dgm:param type="begPts" val="midL"/>
                        <dgm:param type="endPts" val="midR"/>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1">
  <dgm:title val=""/>
  <dgm:desc val=""/>
  <dgm:catLst>
    <dgm:cat type="simple" pri="103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0594"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defTabSz="990600">
              <a:defRPr sz="1300" b="0">
                <a:latin typeface="Arial" panose="020B0604020202020204" pitchFamily="34" charset="0"/>
              </a:defRPr>
            </a:lvl1pPr>
          </a:lstStyle>
          <a:p>
            <a:pPr>
              <a:defRPr/>
            </a:pPr>
            <a:endParaRPr lang="zh-CN" altLang="en-US"/>
          </a:p>
        </p:txBody>
      </p:sp>
      <p:sp>
        <p:nvSpPr>
          <p:cNvPr id="110595" name="Rectangle 3"/>
          <p:cNvSpPr>
            <a:spLocks noGrp="1" noChangeArrowheads="1"/>
          </p:cNvSpPr>
          <p:nvPr>
            <p:ph type="dt" sz="quarter" idx="1"/>
          </p:nvPr>
        </p:nvSpPr>
        <p:spPr bwMode="auto">
          <a:xfrm>
            <a:off x="4021138" y="0"/>
            <a:ext cx="3076575" cy="511175"/>
          </a:xfrm>
          <a:prstGeom prst="rect">
            <a:avLst/>
          </a:prstGeom>
          <a:noFill/>
          <a:ln w="9525">
            <a:noFill/>
            <a:miter lim="800000"/>
          </a:ln>
          <a:effectLst/>
        </p:spPr>
        <p:txBody>
          <a:bodyPr vert="horz" wrap="square" lIns="99048" tIns="49524" rIns="99048" bIns="49524" numCol="1" anchor="t" anchorCtr="0" compatLnSpc="1"/>
          <a:lstStyle>
            <a:lvl1pPr algn="r" defTabSz="990600">
              <a:defRPr sz="1300" b="0">
                <a:latin typeface="Arial" panose="020B0604020202020204" pitchFamily="34" charset="0"/>
              </a:defRPr>
            </a:lvl1pPr>
          </a:lstStyle>
          <a:p>
            <a:pPr>
              <a:defRPr/>
            </a:pPr>
            <a:endParaRPr lang="en-US" altLang="zh-CN"/>
          </a:p>
        </p:txBody>
      </p:sp>
      <p:sp>
        <p:nvSpPr>
          <p:cNvPr id="110596" name="Rectangle 4"/>
          <p:cNvSpPr>
            <a:spLocks noGrp="1" noChangeArrowheads="1"/>
          </p:cNvSpPr>
          <p:nvPr>
            <p:ph type="ftr" sz="quarter" idx="2"/>
          </p:nvPr>
        </p:nvSpPr>
        <p:spPr bwMode="auto">
          <a:xfrm>
            <a:off x="0" y="9721850"/>
            <a:ext cx="3076575" cy="511175"/>
          </a:xfrm>
          <a:prstGeom prst="rect">
            <a:avLst/>
          </a:prstGeom>
          <a:noFill/>
          <a:ln w="9525">
            <a:noFill/>
            <a:miter lim="800000"/>
          </a:ln>
          <a:effectLst/>
        </p:spPr>
        <p:txBody>
          <a:bodyPr vert="horz" wrap="square" lIns="99048" tIns="49524" rIns="99048" bIns="49524" numCol="1" anchor="b" anchorCtr="0" compatLnSpc="1"/>
          <a:lstStyle>
            <a:lvl1pPr defTabSz="990600">
              <a:defRPr sz="1300" b="0">
                <a:latin typeface="Arial" panose="020B0604020202020204" pitchFamily="34" charset="0"/>
              </a:defRPr>
            </a:lvl1pPr>
          </a:lstStyle>
          <a:p>
            <a:pPr>
              <a:defRPr/>
            </a:pPr>
            <a:endParaRPr lang="en-US" altLang="zh-CN"/>
          </a:p>
        </p:txBody>
      </p:sp>
      <p:sp>
        <p:nvSpPr>
          <p:cNvPr id="110597" name="Rectangle 5"/>
          <p:cNvSpPr>
            <a:spLocks noGrp="1" noChangeArrowheads="1"/>
          </p:cNvSpPr>
          <p:nvPr>
            <p:ph type="sldNum" sz="quarter" idx="3"/>
          </p:nvPr>
        </p:nvSpPr>
        <p:spPr bwMode="auto">
          <a:xfrm>
            <a:off x="4021138" y="9721850"/>
            <a:ext cx="3076575" cy="511175"/>
          </a:xfrm>
          <a:prstGeom prst="rect">
            <a:avLst/>
          </a:prstGeom>
          <a:noFill/>
          <a:ln w="9525">
            <a:noFill/>
            <a:miter lim="800000"/>
          </a:ln>
          <a:effectLst/>
        </p:spPr>
        <p:txBody>
          <a:bodyPr vert="horz" wrap="square" lIns="99048" tIns="49524" rIns="99048" bIns="49524" numCol="1" anchor="b" anchorCtr="0" compatLnSpc="1"/>
          <a:lstStyle>
            <a:lvl1pPr algn="r" defTabSz="990600">
              <a:defRPr sz="1300" b="0">
                <a:latin typeface="Arial" panose="020B0604020202020204" pitchFamily="34" charset="0"/>
              </a:defRPr>
            </a:lvl1pPr>
          </a:lstStyle>
          <a:p>
            <a:pPr>
              <a:defRPr/>
            </a:pPr>
            <a:fld id="{6457A214-3559-4BD8-A032-319DD952FC99}" type="slidenum">
              <a:rPr lang="zh-CN" altLang="en-US"/>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07:44:43.096"/>
    </inkml:context>
    <inkml:brush xml:id="br0">
      <inkml:brushProperty name="width" value="0.035" units="cm"/>
      <inkml:brushProperty name="height" value="0.035" units="cm"/>
    </inkml:brush>
  </inkml:definitions>
  <inkml:trace contextRef="#ctx0" brushRef="#br0">0 0 24575,'11'2'0,"-1"0"0,0 0 0,1 1 0,-1 0 0,0 1 0,0 0 0,-1 0 0,1 1 0,9 7 0,3 0 0,0 2 0,0 1 0,39 33 0,-42-31 0,1-1 0,1-1 0,31 17 0,37 18 0,42 19 0,-92-55 0,0-1 0,1-3 0,55 8 0,-57-11 0,27 2 0,-50-8 0,1 0 0,-1 1 0,0 1 0,0 1 0,0 0 0,-1 1 0,18 8 0,75 42 0,31 17 0,-113-58-1365,-2-3-5461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6738"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48" tIns="49524" rIns="99048" bIns="49524" numCol="1" anchor="t" anchorCtr="0" compatLnSpc="1"/>
          <a:lstStyle>
            <a:lvl1pPr defTabSz="990600">
              <a:defRPr sz="1300" b="0">
                <a:latin typeface="Arial" panose="020B0604020202020204" pitchFamily="34" charset="0"/>
              </a:defRPr>
            </a:lvl1pPr>
          </a:lstStyle>
          <a:p>
            <a:pPr>
              <a:defRPr/>
            </a:pPr>
            <a:endParaRPr lang="zh-CN" altLang="en-US"/>
          </a:p>
        </p:txBody>
      </p:sp>
      <p:sp>
        <p:nvSpPr>
          <p:cNvPr id="116739" name="Rectangle 3"/>
          <p:cNvSpPr>
            <a:spLocks noGrp="1" noChangeArrowheads="1"/>
          </p:cNvSpPr>
          <p:nvPr>
            <p:ph type="dt" idx="1"/>
          </p:nvPr>
        </p:nvSpPr>
        <p:spPr bwMode="auto">
          <a:xfrm>
            <a:off x="4021138" y="0"/>
            <a:ext cx="3076575" cy="511175"/>
          </a:xfrm>
          <a:prstGeom prst="rect">
            <a:avLst/>
          </a:prstGeom>
          <a:noFill/>
          <a:ln w="9525">
            <a:noFill/>
            <a:miter lim="800000"/>
          </a:ln>
          <a:effectLst/>
        </p:spPr>
        <p:txBody>
          <a:bodyPr vert="horz" wrap="square" lIns="99048" tIns="49524" rIns="99048" bIns="49524" numCol="1" anchor="t" anchorCtr="0" compatLnSpc="1"/>
          <a:lstStyle>
            <a:lvl1pPr algn="r" defTabSz="990600">
              <a:defRPr sz="1300" b="0">
                <a:latin typeface="Arial" panose="020B0604020202020204" pitchFamily="34" charset="0"/>
              </a:defRPr>
            </a:lvl1pPr>
          </a:lstStyle>
          <a:p>
            <a:pPr>
              <a:defRPr/>
            </a:pPr>
            <a:endParaRPr lang="en-US" altLang="zh-CN"/>
          </a:p>
        </p:txBody>
      </p:sp>
      <p:sp>
        <p:nvSpPr>
          <p:cNvPr id="115716" name="Rectangle 4"/>
          <p:cNvSpPr>
            <a:spLocks noGrp="1" noRot="1" noChangeAspect="1" noChangeArrowheads="1" noTextEdit="1"/>
          </p:cNvSpPr>
          <p:nvPr>
            <p:ph type="sldImg" idx="2"/>
          </p:nvPr>
        </p:nvSpPr>
        <p:spPr bwMode="auto">
          <a:xfrm>
            <a:off x="139700" y="768350"/>
            <a:ext cx="6819900" cy="38369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6741" name="Rectangle 5"/>
          <p:cNvSpPr>
            <a:spLocks noGrp="1" noChangeArrowheads="1"/>
          </p:cNvSpPr>
          <p:nvPr>
            <p:ph type="body" sz="quarter" idx="3"/>
          </p:nvPr>
        </p:nvSpPr>
        <p:spPr bwMode="auto">
          <a:xfrm>
            <a:off x="709613" y="4860925"/>
            <a:ext cx="5680075" cy="4605338"/>
          </a:xfrm>
          <a:prstGeom prst="rect">
            <a:avLst/>
          </a:prstGeom>
          <a:noFill/>
          <a:ln w="9525">
            <a:noFill/>
            <a:miter lim="800000"/>
          </a:ln>
          <a:effectLst/>
        </p:spPr>
        <p:txBody>
          <a:bodyPr vert="horz" wrap="square" lIns="99048" tIns="49524" rIns="99048" bIns="49524"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16742" name="Rectangle 6"/>
          <p:cNvSpPr>
            <a:spLocks noGrp="1" noChangeArrowheads="1"/>
          </p:cNvSpPr>
          <p:nvPr>
            <p:ph type="ftr" sz="quarter" idx="4"/>
          </p:nvPr>
        </p:nvSpPr>
        <p:spPr bwMode="auto">
          <a:xfrm>
            <a:off x="0" y="9721850"/>
            <a:ext cx="3076575" cy="511175"/>
          </a:xfrm>
          <a:prstGeom prst="rect">
            <a:avLst/>
          </a:prstGeom>
          <a:noFill/>
          <a:ln w="9525">
            <a:noFill/>
            <a:miter lim="800000"/>
          </a:ln>
          <a:effectLst/>
        </p:spPr>
        <p:txBody>
          <a:bodyPr vert="horz" wrap="square" lIns="99048" tIns="49524" rIns="99048" bIns="49524" numCol="1" anchor="b" anchorCtr="0" compatLnSpc="1"/>
          <a:lstStyle>
            <a:lvl1pPr defTabSz="990600">
              <a:defRPr sz="1300" b="0">
                <a:latin typeface="Arial" panose="020B0604020202020204" pitchFamily="34" charset="0"/>
              </a:defRPr>
            </a:lvl1pPr>
          </a:lstStyle>
          <a:p>
            <a:pPr>
              <a:defRPr/>
            </a:pPr>
            <a:endParaRPr lang="en-US" altLang="zh-CN"/>
          </a:p>
        </p:txBody>
      </p:sp>
      <p:sp>
        <p:nvSpPr>
          <p:cNvPr id="116743" name="Rectangle 7"/>
          <p:cNvSpPr>
            <a:spLocks noGrp="1" noChangeArrowheads="1"/>
          </p:cNvSpPr>
          <p:nvPr>
            <p:ph type="sldNum" sz="quarter" idx="5"/>
          </p:nvPr>
        </p:nvSpPr>
        <p:spPr bwMode="auto">
          <a:xfrm>
            <a:off x="4021138" y="9721850"/>
            <a:ext cx="3076575" cy="511175"/>
          </a:xfrm>
          <a:prstGeom prst="rect">
            <a:avLst/>
          </a:prstGeom>
          <a:noFill/>
          <a:ln w="9525">
            <a:noFill/>
            <a:miter lim="800000"/>
          </a:ln>
          <a:effectLst/>
        </p:spPr>
        <p:txBody>
          <a:bodyPr vert="horz" wrap="square" lIns="99048" tIns="49524" rIns="99048" bIns="49524" numCol="1" anchor="b" anchorCtr="0" compatLnSpc="1"/>
          <a:lstStyle>
            <a:lvl1pPr algn="r" defTabSz="990600">
              <a:defRPr sz="1300" b="0">
                <a:latin typeface="Arial" panose="020B0604020202020204" pitchFamily="34" charset="0"/>
              </a:defRPr>
            </a:lvl1pPr>
          </a:lstStyle>
          <a:p>
            <a:pPr>
              <a:defRPr/>
            </a:pPr>
            <a:fld id="{5D5963AB-51D7-4B56-957C-52AD6A606A3F}"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大家好，我是</a:t>
            </a:r>
            <a:r>
              <a:rPr lang="en-US" altLang="zh-CN" dirty="0"/>
              <a:t>G01</a:t>
            </a:r>
            <a:r>
              <a:rPr lang="zh-CN" altLang="en-US" dirty="0"/>
              <a:t>小组</a:t>
            </a:r>
            <a:r>
              <a:rPr lang="en-US" altLang="zh-CN" dirty="0"/>
              <a:t>《UML</a:t>
            </a:r>
            <a:r>
              <a:rPr lang="zh-CN" altLang="en-US" dirty="0"/>
              <a:t>概述</a:t>
            </a:r>
            <a:r>
              <a:rPr lang="en-US" altLang="zh-CN" dirty="0"/>
              <a:t>》</a:t>
            </a:r>
            <a:r>
              <a:rPr lang="zh-CN" altLang="en-US" dirty="0"/>
              <a:t>翻转课堂的主讲人：李俊翰。</a:t>
            </a:r>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1</a:t>
            </a:fld>
            <a:endParaRPr lang="en-US" altLang="zh-CN"/>
          </a:p>
        </p:txBody>
      </p:sp>
    </p:spTree>
    <p:extLst>
      <p:ext uri="{BB962C8B-B14F-4D97-AF65-F5344CB8AC3E}">
        <p14:creationId xmlns:p14="http://schemas.microsoft.com/office/powerpoint/2010/main" val="3485528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我将会根据以下</a:t>
            </a:r>
            <a:r>
              <a:rPr lang="en-US" altLang="zh-CN" dirty="0"/>
              <a:t>5</a:t>
            </a:r>
            <a:r>
              <a:rPr lang="zh-CN" altLang="en-US" dirty="0"/>
              <a:t>个部分进行展示。</a:t>
            </a:r>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2</a:t>
            </a:fld>
            <a:endParaRPr lang="en-US" altLang="zh-CN"/>
          </a:p>
        </p:txBody>
      </p:sp>
    </p:spTree>
    <p:extLst>
      <p:ext uri="{BB962C8B-B14F-4D97-AF65-F5344CB8AC3E}">
        <p14:creationId xmlns:p14="http://schemas.microsoft.com/office/powerpoint/2010/main" val="32581736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首先第一个部分是</a:t>
            </a:r>
            <a:r>
              <a:rPr lang="en-US" altLang="zh-CN" dirty="0"/>
              <a:t>UML</a:t>
            </a:r>
            <a:r>
              <a:rPr lang="zh-CN" altLang="en-US" dirty="0"/>
              <a:t>的定义是什么，我们为什么会用到</a:t>
            </a:r>
            <a:r>
              <a:rPr lang="en-US" altLang="zh-CN" dirty="0"/>
              <a:t>UML</a:t>
            </a:r>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3</a:t>
            </a:fld>
            <a:endParaRPr lang="en-US" altLang="zh-CN"/>
          </a:p>
        </p:txBody>
      </p:sp>
    </p:spTree>
    <p:extLst>
      <p:ext uri="{BB962C8B-B14F-4D97-AF65-F5344CB8AC3E}">
        <p14:creationId xmlns:p14="http://schemas.microsoft.com/office/powerpoint/2010/main" val="26745208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大家先来看这样一个场景：客户说：“我想要一块石头”，然后我们给了他一块，他又说，差不多，但我要小一点的，然后我们又给了个小一点的石头，他又说，很好，但是他要蓝色的，然后我们给了他蓝色的石头，但是，他又嫌弃太小了。然后我们给他大一点的石头，结果他又要刚开始的那个石头了。这就是很典型的，需求不确定的问题。</a:t>
            </a:r>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4</a:t>
            </a:fld>
            <a:endParaRPr lang="en-US" altLang="zh-CN"/>
          </a:p>
        </p:txBody>
      </p:sp>
    </p:spTree>
    <p:extLst>
      <p:ext uri="{BB962C8B-B14F-4D97-AF65-F5344CB8AC3E}">
        <p14:creationId xmlns:p14="http://schemas.microsoft.com/office/powerpoint/2010/main" val="35288357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因此，我们引入建模这个方法。</a:t>
            </a:r>
            <a:r>
              <a:rPr lang="en-US" altLang="zh-CN" dirty="0"/>
              <a:t>……</a:t>
            </a:r>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5</a:t>
            </a:fld>
            <a:endParaRPr lang="en-US" altLang="zh-CN"/>
          </a:p>
        </p:txBody>
      </p:sp>
    </p:spTree>
    <p:extLst>
      <p:ext uri="{BB962C8B-B14F-4D97-AF65-F5344CB8AC3E}">
        <p14:creationId xmlns:p14="http://schemas.microsoft.com/office/powerpoint/2010/main" val="10016833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而</a:t>
            </a:r>
            <a:r>
              <a:rPr lang="en-US" altLang="zh-CN" dirty="0"/>
              <a:t>UML</a:t>
            </a:r>
            <a:r>
              <a:rPr lang="zh-CN" altLang="en-US" dirty="0"/>
              <a:t>，它是一个统一建模语言。又戏称是</a:t>
            </a:r>
            <a:r>
              <a:rPr lang="en-US" altLang="zh-CN" dirty="0"/>
              <a:t>You Must Learn,</a:t>
            </a:r>
            <a:r>
              <a:rPr lang="zh-CN" altLang="en-US" dirty="0"/>
              <a:t>它的英文全称是</a:t>
            </a:r>
            <a:r>
              <a:rPr lang="en-US" altLang="zh-CN" dirty="0"/>
              <a:t>Unified Modeling Language,……</a:t>
            </a:r>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6</a:t>
            </a:fld>
            <a:endParaRPr lang="en-US" altLang="zh-CN"/>
          </a:p>
        </p:txBody>
      </p:sp>
    </p:spTree>
    <p:extLst>
      <p:ext uri="{BB962C8B-B14F-4D97-AF65-F5344CB8AC3E}">
        <p14:creationId xmlns:p14="http://schemas.microsoft.com/office/powerpoint/2010/main" val="41602246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7</a:t>
            </a:fld>
            <a:endParaRPr lang="en-US" altLang="zh-CN"/>
          </a:p>
        </p:txBody>
      </p:sp>
    </p:spTree>
    <p:extLst>
      <p:ext uri="{BB962C8B-B14F-4D97-AF65-F5344CB8AC3E}">
        <p14:creationId xmlns:p14="http://schemas.microsoft.com/office/powerpoint/2010/main" val="30322618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上世纪</a:t>
            </a:r>
            <a:r>
              <a:rPr lang="en-US" altLang="zh-CN" dirty="0"/>
              <a:t>90</a:t>
            </a:r>
            <a:r>
              <a:rPr lang="zh-CN" altLang="en-US" dirty="0"/>
              <a:t>年代，面向对象方法领域有三座大山，他们各自有一套建模方法：</a:t>
            </a:r>
            <a:r>
              <a:rPr lang="en-US" altLang="zh-CN" dirty="0"/>
              <a:t>Grady Booch </a:t>
            </a:r>
            <a:r>
              <a:rPr lang="zh-CN" altLang="en-US" dirty="0"/>
              <a:t>的</a:t>
            </a:r>
            <a:r>
              <a:rPr lang="en-US" altLang="zh-CN" dirty="0"/>
              <a:t>Booch</a:t>
            </a:r>
            <a:r>
              <a:rPr lang="zh-CN" altLang="en-US" dirty="0"/>
              <a:t>方法，</a:t>
            </a:r>
            <a:r>
              <a:rPr lang="en-US" altLang="zh-CN" dirty="0" err="1"/>
              <a:t>Lvar</a:t>
            </a:r>
            <a:r>
              <a:rPr lang="en-US" altLang="zh-CN" dirty="0"/>
              <a:t> Jacobson </a:t>
            </a:r>
            <a:r>
              <a:rPr lang="zh-CN" altLang="en-US" dirty="0"/>
              <a:t>的</a:t>
            </a:r>
            <a:r>
              <a:rPr lang="en-US" altLang="zh-CN" dirty="0"/>
              <a:t>OOSE</a:t>
            </a:r>
            <a:r>
              <a:rPr lang="zh-CN" altLang="en-US" dirty="0"/>
              <a:t>面向对象软件工程，和</a:t>
            </a:r>
            <a:r>
              <a:rPr lang="en-US" altLang="zh-CN" dirty="0"/>
              <a:t>James Rumbaugh</a:t>
            </a:r>
            <a:r>
              <a:rPr lang="zh-CN" altLang="en-US" dirty="0"/>
              <a:t>的</a:t>
            </a:r>
            <a:r>
              <a:rPr lang="en-US" altLang="zh-CN" dirty="0"/>
              <a:t>OMT</a:t>
            </a:r>
            <a:r>
              <a:rPr lang="zh-CN" altLang="en-US" dirty="0"/>
              <a:t>对象建模技术。</a:t>
            </a:r>
            <a:endParaRPr lang="en-US" altLang="zh-CN" dirty="0"/>
          </a:p>
          <a:p>
            <a:r>
              <a:rPr lang="zh-CN" altLang="en-US" dirty="0"/>
              <a:t>这三人后来一起加入</a:t>
            </a:r>
            <a:r>
              <a:rPr lang="en-US" altLang="zh-CN" dirty="0"/>
              <a:t>Rational</a:t>
            </a:r>
            <a:r>
              <a:rPr lang="zh-CN" altLang="en-US" dirty="0"/>
              <a:t>公司，将各自的方法统一，形成了</a:t>
            </a:r>
            <a:r>
              <a:rPr lang="en-US" altLang="zh-CN" dirty="0"/>
              <a:t>UML1.0</a:t>
            </a:r>
            <a:r>
              <a:rPr lang="zh-CN" altLang="en-US" dirty="0"/>
              <a:t>，他们三位又称</a:t>
            </a:r>
            <a:r>
              <a:rPr lang="en-US" altLang="zh-CN" dirty="0"/>
              <a:t>”Three amigos”</a:t>
            </a:r>
            <a:r>
              <a:rPr lang="zh-CN" altLang="en-US" dirty="0"/>
              <a:t>三个伙伴</a:t>
            </a:r>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9</a:t>
            </a:fld>
            <a:endParaRPr lang="en-US" altLang="zh-CN"/>
          </a:p>
        </p:txBody>
      </p:sp>
    </p:spTree>
    <p:extLst>
      <p:ext uri="{BB962C8B-B14F-4D97-AF65-F5344CB8AC3E}">
        <p14:creationId xmlns:p14="http://schemas.microsoft.com/office/powerpoint/2010/main" val="8367621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前面介绍了三位大咖统一了</a:t>
            </a:r>
            <a:r>
              <a:rPr lang="en-US" altLang="zh-CN" dirty="0"/>
              <a:t>UML</a:t>
            </a:r>
            <a:r>
              <a:rPr lang="zh-CN" altLang="en-US" dirty="0"/>
              <a:t>，现在介绍一下他统一的内容。</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首先是</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开发生命周期</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的统一。</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覆盖了从需求分析、设计、实现到测试、部署的整个过程，不再是一个方法只管分析、另一个方法只管设计。第二是</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应用领域</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的统一。无论是嵌入式系统、企业级应用，还是实时系统，</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都提供了一套通用的表达方式，不用为不同领域重新学一套语言。第三是</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实现语言和平台</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的统一。</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与具体的编程语言无关，你可以用 </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设计系统，再用 </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Java</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C++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或 </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Python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去实现，模型与代码之间可以保持一致性。第四是</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开发过程</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的统一。</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本身不是一种开发过程，但它可以适配不同的过程</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无论是瀑布式、迭代式还是敏捷开发，都可以按需使用 </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的不同部分。最后是</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自身的内部概念</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的统一。在 </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出现之前，不同方法对“类”“对象”“交互”等概念的定义和表示都不一样。</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把这些概念统一起来，形成了一套标准化的术语和图形符号。正是因为这五个层面的统一，</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最终</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成为了行业标准</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。使需求分析、系统设计、团队沟通甚至文档交付，都有了一种</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统一的语言</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10</a:t>
            </a:fld>
            <a:endParaRPr lang="en-US" altLang="zh-CN"/>
          </a:p>
        </p:txBody>
      </p:sp>
    </p:spTree>
    <p:extLst>
      <p:ext uri="{BB962C8B-B14F-4D97-AF65-F5344CB8AC3E}">
        <p14:creationId xmlns:p14="http://schemas.microsoft.com/office/powerpoint/2010/main" val="31964459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前面讲到过，三位大拿统一了</a:t>
            </a:r>
            <a:r>
              <a:rPr lang="en-US" altLang="zh-CN" dirty="0"/>
              <a:t>UML</a:t>
            </a:r>
            <a:r>
              <a:rPr lang="zh-CN" altLang="en-US" dirty="0"/>
              <a:t>后，形成了</a:t>
            </a:r>
            <a:r>
              <a:rPr lang="en-US" altLang="zh-CN" dirty="0"/>
              <a:t>UML1.0</a:t>
            </a:r>
            <a:r>
              <a:rPr lang="zh-CN" altLang="en-US" dirty="0"/>
              <a:t>，</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9</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月发布了</a:t>
            </a:r>
            <a:r>
              <a:rPr lang="en-US" altLang="zh-CN" sz="1200" b="1" i="0" kern="1200" dirty="0">
                <a:solidFill>
                  <a:schemeClr val="tx1"/>
                </a:solidFill>
                <a:effectLst/>
                <a:latin typeface="Arial" panose="020B0604020202020204" pitchFamily="34" charset="0"/>
                <a:ea typeface="宋体" panose="02010600030101010101" pitchFamily="2" charset="-122"/>
                <a:cs typeface="+mn-cs"/>
              </a:rPr>
              <a:t>UML 1.1</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，并正式提交给</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OMG</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（对象管理组织），成为行业标准。从这之后，</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不再是某一家公司的私有方法，而是开放的标准。后续</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 1.5</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到</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2.0</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2.4</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，再到</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2015</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年的</a:t>
            </a:r>
            <a:r>
              <a:rPr lang="en-US" altLang="zh-CN" sz="1200" b="1" i="0" kern="1200" dirty="0">
                <a:solidFill>
                  <a:schemeClr val="tx1"/>
                </a:solidFill>
                <a:effectLst/>
                <a:latin typeface="Arial" panose="020B0604020202020204" pitchFamily="34" charset="0"/>
                <a:ea typeface="宋体" panose="02010600030101010101" pitchFamily="2" charset="-122"/>
                <a:cs typeface="+mn-cs"/>
              </a:rPr>
              <a:t>UML 2.5</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不断在增强表达能力、完善语义，并且被主流建模工具和开发流程广泛采用，真正成为软件工业中通用的建模语言。</a:t>
            </a:r>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11</a:t>
            </a:fld>
            <a:endParaRPr lang="en-US" altLang="zh-CN"/>
          </a:p>
        </p:txBody>
      </p:sp>
    </p:spTree>
    <p:extLst>
      <p:ext uri="{BB962C8B-B14F-4D97-AF65-F5344CB8AC3E}">
        <p14:creationId xmlns:p14="http://schemas.microsoft.com/office/powerpoint/2010/main" val="189756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UML</a:t>
            </a:r>
            <a:r>
              <a:rPr lang="zh-CN" altLang="en-US" dirty="0"/>
              <a:t>的历史讲完了，现在讲一下</a:t>
            </a:r>
            <a:r>
              <a:rPr lang="en-US" altLang="zh-CN" dirty="0"/>
              <a:t>UML</a:t>
            </a:r>
            <a:r>
              <a:rPr lang="zh-CN" altLang="en-US" dirty="0"/>
              <a:t>的概念模型</a:t>
            </a:r>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12</a:t>
            </a:fld>
            <a:endParaRPr lang="en-US" altLang="zh-CN"/>
          </a:p>
        </p:txBody>
      </p:sp>
    </p:spTree>
    <p:extLst>
      <p:ext uri="{BB962C8B-B14F-4D97-AF65-F5344CB8AC3E}">
        <p14:creationId xmlns:p14="http://schemas.microsoft.com/office/powerpoint/2010/main" val="4153167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的概念模型可以用三个层次来理解：</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构造块</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通用机制</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和</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架构</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。最底层是</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构造块</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，它是</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的基本元素，包括事物、关系和图。这是</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的“词汇”。中间层是</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通用机制</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，它是在构造块之上的一些通用方法，包括规格说明、修饰、通用划分和扩展机制。这是</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的“语法规则”。最上层是</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架构</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，也就是著名的“</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4+1</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视图”模型，它告诉我们如何用</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从不同视角来描述一个系统。这是</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的“用法”。</a:t>
            </a: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这三个层次由底向上，从基础元素到通用方法，再到整体架构，共同构成了</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的概念模型。</a:t>
            </a:r>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13</a:t>
            </a:fld>
            <a:endParaRPr lang="en-US" altLang="zh-CN"/>
          </a:p>
        </p:txBody>
      </p:sp>
    </p:spTree>
    <p:extLst>
      <p:ext uri="{BB962C8B-B14F-4D97-AF65-F5344CB8AC3E}">
        <p14:creationId xmlns:p14="http://schemas.microsoft.com/office/powerpoint/2010/main" val="35020010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然后是</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构造块的三个组成部分：事物、关系、图</a:t>
            </a: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事物</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模型中的基本元素，可以理解为模型中的“名词”。它又分为四类：结构事物（如类、接口、用例）、行为事物（如交互、状态机）、分组事物（如包）和注释事物（用于添加说明）。</a:t>
            </a: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关系</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是事物之间的连接，可以理解为“动词”。</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中有四种关系：依赖、关联、泛化和实现。它们紧密程度依次增强，依赖最弱，实现最强。</a:t>
            </a: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是事物和关系的可视化呈现。</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 2.5</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中一共有</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14</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种图，分为</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7</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种静态图和</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7</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种动态图。</a:t>
            </a: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这些就是</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的“基本词汇”，掌握了它们，就等于掌握了</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的语法基础。</a:t>
            </a: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结构事物</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是描述的是模型的静态部分，也就是系统“有什么”</a:t>
            </a: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行为事物</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描述的是跨越时间和空间的行为，也就是系统“做什么”</a:t>
            </a:r>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14</a:t>
            </a:fld>
            <a:endParaRPr lang="en-US" altLang="zh-CN"/>
          </a:p>
        </p:txBody>
      </p:sp>
    </p:spTree>
    <p:extLst>
      <p:ext uri="{BB962C8B-B14F-4D97-AF65-F5344CB8AC3E}">
        <p14:creationId xmlns:p14="http://schemas.microsoft.com/office/powerpoint/2010/main" val="36320172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接下来我们来</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讲解</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中的四种关系</a:t>
            </a: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依赖</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是最弱的一种关系，表示一个事物临时使用另一个事物。比如一个类作为方法的参数或局部变量。依赖用带箭头的虚线表示，箭头指向被依赖的一方。</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关联</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是一种强一些的结构化关系，表示两个事物之间存在长期的连接。比如一个类持有另一个类的实例作为属性。关联用实线表示，可以标注多重性（如</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1</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对多、</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1</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对</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1</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等）。</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泛化</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是继承关系，表示子类继承了父类的所有属性和方法，是一种“</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is a”</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的关系。比如“学生”泛化自“人”。泛化用带空心三角箭头的实线表示，箭头指向父类。</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实现</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是接口与实现类之间的关系，表示一个类实现了接口定义的所有操作。实现用带空心三角箭头的虚线表示，箭头指向接口。</a:t>
            </a: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这四种关系的紧密程度是递进的：依赖最弱，关联较强，泛化更强，实现最强。</a:t>
            </a:r>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15</a:t>
            </a:fld>
            <a:endParaRPr lang="en-US" altLang="zh-CN"/>
          </a:p>
        </p:txBody>
      </p:sp>
    </p:spTree>
    <p:extLst>
      <p:ext uri="{BB962C8B-B14F-4D97-AF65-F5344CB8AC3E}">
        <p14:creationId xmlns:p14="http://schemas.microsoft.com/office/powerpoint/2010/main" val="20898099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UML</a:t>
            </a:r>
            <a:r>
              <a:rPr lang="zh-CN" altLang="en-US" dirty="0"/>
              <a:t>中有</a:t>
            </a:r>
            <a:r>
              <a:rPr lang="en-US" altLang="zh-CN" dirty="0"/>
              <a:t>14</a:t>
            </a:r>
            <a:r>
              <a:rPr lang="zh-CN" altLang="en-US" dirty="0"/>
              <a:t>个图。</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静态图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也叫结构图，共</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7</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种：类图、对象图、构件图、部署图、包图、组合结构图、外廓图。它们描述的是系统的静态结构。</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动态图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也叫行为图，共</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7</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种：用例图、顺序图、通信图、状态机图、活动图、时间图、交互纵览图。它们描述的是系统的动态行为。</a:t>
            </a: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在后续的章节中，我们会重点讲解需求分析阶段最常用的三种图：用例图、活动图和状态机图。</a:t>
            </a:r>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17</a:t>
            </a:fld>
            <a:endParaRPr lang="en-US" altLang="zh-CN"/>
          </a:p>
        </p:txBody>
      </p:sp>
    </p:spTree>
    <p:extLst>
      <p:ext uri="{BB962C8B-B14F-4D97-AF65-F5344CB8AC3E}">
        <p14:creationId xmlns:p14="http://schemas.microsoft.com/office/powerpoint/2010/main" val="6009086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接下来讲通用机制，通用机制是</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概念模型的中间层。</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总共有四大通用机制</a:t>
            </a: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规格说明</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的“文本维度”。每个图形元素背后都有详细的文字说明，用来补充图形无法表达的信息。比如一个用例图上的“借书”用例，它的规格说明会包括前置条件、后置条件、主事件流、异常流等。</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修饰</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是用来描述建模元素的细节信息，比如类的可见性（</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public</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private</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）、关系的多重性（</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1</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0..1</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）等。</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通用划分</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是建模时对事物的划分方法，主要有两种：类与对象的划分、接口与实现的划分。</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扩展机制</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让</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可以适应特定领域的建模需求，包括构造型（用</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&lt;&lt;&gt;&gt;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表示）、约束（用</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表示）和标记值（用</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{key=value}</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表示）。</a:t>
            </a: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通用机制让</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既能保持简洁的图形表达，又能承载丰富的语义信息。</a:t>
            </a:r>
          </a:p>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18</a:t>
            </a:fld>
            <a:endParaRPr lang="en-US" altLang="zh-CN"/>
          </a:p>
        </p:txBody>
      </p:sp>
    </p:spTree>
    <p:extLst>
      <p:ext uri="{BB962C8B-B14F-4D97-AF65-F5344CB8AC3E}">
        <p14:creationId xmlns:p14="http://schemas.microsoft.com/office/powerpoint/2010/main" val="896124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接下来我们介绍非常著名的</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4+1</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视图”架构</a:t>
            </a: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r>
              <a:rPr lang="en-US" altLang="zh-CN" sz="1200" b="1" i="0" kern="1200" dirty="0">
                <a:solidFill>
                  <a:schemeClr val="tx1"/>
                </a:solidFill>
                <a:effectLst/>
                <a:latin typeface="Arial" panose="020B0604020202020204" pitchFamily="34" charset="0"/>
                <a:ea typeface="宋体" panose="02010600030101010101" pitchFamily="2" charset="-122"/>
                <a:cs typeface="+mn-cs"/>
              </a:rPr>
              <a:t>4+1</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视图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由</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Philippe Kruchten</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提出，是描述软件系统架构的模型。它包括</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5</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个视图，其中</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4</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个核心视图，</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1</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个统一视图：</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逻辑视图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：从分析人员</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设计人员的视角，描述系统的功能结构，主要用类图、对象图、状态机图等。</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开发视图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：从开发人员的视角，描述软件的模块划分和组织结构，主要用包图、构件图等。</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进程视图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：从系统集成人员的视角，描述系统的并发和同步机制，主要用活动图、顺序图等。</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物理视图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：从系统工程师的视角，描述软件在硬件上的部署，主要用部署图。</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用例视图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：统一上述</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4</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个视图，从用户的视角描述系统需求</a:t>
            </a: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0" kern="1200" dirty="0">
                <a:solidFill>
                  <a:schemeClr val="tx1"/>
                </a:solidFill>
                <a:effectLst/>
                <a:latin typeface="Arial" panose="020B0604020202020204" pitchFamily="34" charset="0"/>
                <a:ea typeface="宋体" panose="02010600030101010101" pitchFamily="2" charset="-122"/>
                <a:cs typeface="+mn-cs"/>
              </a:rPr>
              <a:t>用例视图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是所有其他视图的基础。它捕获项目干系人的需求，把系统的基本需求表达为用例，并为构造其他视图提供依据。</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19</a:t>
            </a:fld>
            <a:endParaRPr lang="en-US" altLang="zh-CN"/>
          </a:p>
        </p:txBody>
      </p:sp>
    </p:spTree>
    <p:extLst>
      <p:ext uri="{BB962C8B-B14F-4D97-AF65-F5344CB8AC3E}">
        <p14:creationId xmlns:p14="http://schemas.microsoft.com/office/powerpoint/2010/main" val="12924395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panose="020B0604020202020204" pitchFamily="34" charset="0"/>
                <a:ea typeface="宋体" panose="02010600030101010101" pitchFamily="2" charset="-122"/>
                <a:cs typeface="+mn-cs"/>
              </a:rPr>
              <a:t>它们被分为两大类：</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静态模型</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和</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动态模型，接下来我们详细的介绍一下</a:t>
            </a:r>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21</a:t>
            </a:fld>
            <a:endParaRPr lang="en-US" altLang="zh-CN"/>
          </a:p>
        </p:txBody>
      </p:sp>
    </p:spTree>
    <p:extLst>
      <p:ext uri="{BB962C8B-B14F-4D97-AF65-F5344CB8AC3E}">
        <p14:creationId xmlns:p14="http://schemas.microsoft.com/office/powerpoint/2010/main" val="13724221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panose="020B0604020202020204" pitchFamily="34" charset="0"/>
                <a:ea typeface="宋体" panose="02010600030101010101" pitchFamily="2" charset="-122"/>
                <a:cs typeface="+mn-cs"/>
              </a:rPr>
              <a:t>静态模型又称结构模型图，他中共包含</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7</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种图</a:t>
            </a: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首先是</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类图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，它是</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中使用最广泛的一种图。类图描述的是系统中</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类</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以及类与类之间的关系，比如关联、依赖、泛化等。类图是设计阶段的核心图，但在需求阶段，我们也可以用它来梳理问题域的关键概念。</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包图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是类图的一种组织方式。当系统很大、类很多时，我们按功能或模块把相关的类放进一个“包”里，包图描述的就是包与包之间的依赖关系，起到</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分层、分组、管理复杂度</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的作用。</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对象图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可以理解为类图的“快照”。类图描述的是抽象的概念和关系，对象图则展示在某个具体时刻，对象实例是如何存在和连接的。它通常用于分析某个特定场景下的系统状态。</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构件图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描述的是系统中可复用的</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构件</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以及构件之间的依赖关系。在大型系统中，我们会把系统拆分成多个独立的构件，每个构件负责一部分功能，构件图就是用来展示这种组件化结构的。</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组合结构图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比构件图更深入一层，它展示的是某个类或构件</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内部</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的组成结构。比如一个“汽车”类，内部由“发动机”、“轮胎”、“方向盘”等部件组合而成，组合结构图就是用来描述这种“整体</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部分”关系的。</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部署图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描述的是系统的</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物理部署</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软件构件运行在哪些硬件节点上，节点之间如何连接。它通常用于系统架构设计阶段，帮助团队理解系统的运行环境。</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外廓图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的扩展机制。</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本身是通用的，但有时候我们需要针对特定领域（比如嵌入式系统、</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Web</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应用）定制一些特殊的建模元素，外廓图就是用来定义这些自定义元素的。</a:t>
            </a:r>
          </a:p>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22</a:t>
            </a:fld>
            <a:endParaRPr lang="en-US" altLang="zh-CN"/>
          </a:p>
        </p:txBody>
      </p:sp>
    </p:spTree>
    <p:extLst>
      <p:ext uri="{BB962C8B-B14F-4D97-AF65-F5344CB8AC3E}">
        <p14:creationId xmlns:p14="http://schemas.microsoft.com/office/powerpoint/2010/main" val="34214416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Arial" panose="020B0604020202020204" pitchFamily="34" charset="0"/>
                <a:ea typeface="宋体" panose="02010600030101010101" pitchFamily="2" charset="-122"/>
                <a:cs typeface="+mn-cs"/>
              </a:rPr>
              <a:t>活动图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是需求阶段非常核心的图。它用来描述业务流程或用例内部的工作流，展示动作之间的执行顺序、分支、并发和同步。活动图的好处是非常直观，业务人员和开发人员都能看懂。</a:t>
            </a: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交互模型是一组用来描述</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对象之间如何交互</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的图，包括四种：</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顺序图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是最常用的一种，强调</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时间顺序</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哪个对象先发消息，哪个对象后响应。</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通信图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（也叫协作图）强调的是</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对象之间的连接关系</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，而不是时间顺序。</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时间图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关注的是</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真实的时间约束</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，比如某个状态必须在</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3</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秒内完成，或者信号必须在特定时刻发出。</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交互纵览图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则像是把多个交互图拼在一起，展示多个交互之间的执行顺序。</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状态机图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描述的是一个对象在其生命周期中</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经历的状态变化</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。它展示对象在什么事件触发下，从哪个状态转移到哪个状态，以及转移过程中会执行什么动作。状态机图非常适合用来描述那些</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有明确状态转换规则</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的对象，比如订单、图书、工单等。</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用例图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是需求阶段的</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核心图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。它从外部用户的视角，描述系统提供了哪些功能。用例图不关心功能内部怎么实现，只关心“谁能用这个系统做什么事”。</a:t>
            </a: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可以说，用例图是需求分析的起点，活动图和状态机图是对用例的进一步细化。</a:t>
            </a:r>
          </a:p>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23</a:t>
            </a:fld>
            <a:endParaRPr lang="en-US" altLang="zh-CN"/>
          </a:p>
        </p:txBody>
      </p:sp>
    </p:spTree>
    <p:extLst>
      <p:ext uri="{BB962C8B-B14F-4D97-AF65-F5344CB8AC3E}">
        <p14:creationId xmlns:p14="http://schemas.microsoft.com/office/powerpoint/2010/main" val="12830121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panose="020B0604020202020204" pitchFamily="34" charset="0"/>
                <a:ea typeface="宋体" panose="02010600030101010101" pitchFamily="2" charset="-122"/>
                <a:cs typeface="+mn-cs"/>
              </a:rPr>
              <a:t>用例图包含三个核心要素：</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参与者</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用例</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和</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关系</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参与者</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是系统外部的实体，可以是人、其他系统或硬件设备。参与者在用例图中用“小人”图标表示。</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用例</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是系统提供的功能单元，通常用椭圆表示。</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t>用例之间关系：扩展、包括、泛化</a:t>
            </a:r>
          </a:p>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24</a:t>
            </a:fld>
            <a:endParaRPr lang="en-US" altLang="zh-CN"/>
          </a:p>
        </p:txBody>
      </p:sp>
    </p:spTree>
    <p:extLst>
      <p:ext uri="{BB962C8B-B14F-4D97-AF65-F5344CB8AC3E}">
        <p14:creationId xmlns:p14="http://schemas.microsoft.com/office/powerpoint/2010/main" val="36761596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Arial" panose="020B0604020202020204" pitchFamily="34" charset="0"/>
                <a:ea typeface="宋体" panose="02010600030101010101" pitchFamily="2" charset="-122"/>
                <a:cs typeface="+mn-cs"/>
              </a:rPr>
              <a:t>这是用例图的一些规范，可以供大家参考，比如：参与者用小人，用例用椭圆，系统边界用矩形框，不同的关系用不同的箭头线来表示</a:t>
            </a:r>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25</a:t>
            </a:fld>
            <a:endParaRPr lang="en-US" altLang="zh-CN"/>
          </a:p>
        </p:txBody>
      </p:sp>
    </p:spTree>
    <p:extLst>
      <p:ext uri="{BB962C8B-B14F-4D97-AF65-F5344CB8AC3E}">
        <p14:creationId xmlns:p14="http://schemas.microsoft.com/office/powerpoint/2010/main" val="18824434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这是一个图书馆管理系统的用例图。读者可以预约图书、查询图书信息、查询借阅信息，工作人员可以查询图书信息，查询借阅信息等等。</a:t>
            </a:r>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26</a:t>
            </a:fld>
            <a:endParaRPr lang="en-US" altLang="zh-CN"/>
          </a:p>
        </p:txBody>
      </p:sp>
    </p:spTree>
    <p:extLst>
      <p:ext uri="{BB962C8B-B14F-4D97-AF65-F5344CB8AC3E}">
        <p14:creationId xmlns:p14="http://schemas.microsoft.com/office/powerpoint/2010/main" val="3884974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panose="020B0604020202020204" pitchFamily="34" charset="0"/>
                <a:ea typeface="宋体" panose="02010600030101010101" pitchFamily="2" charset="-122"/>
                <a:cs typeface="+mn-cs"/>
              </a:rPr>
              <a:t>活动图用来描述</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业务流程或用例内部的工作流</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。它的核心概念包括：</a:t>
            </a: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状态、活动、组合活动、对象</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起始节点</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：用实心圆表示，代表流程的开始。</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活动节点</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：用圆角矩形表示，代表一个动作或步骤。</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控制流</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：用带箭头的实线表示，代表活动的执行顺序。</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分支</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：用菱形表示，代表条件判断，根据条件走不同的分支。</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并发</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：用分叉（粗横线）表示，代表多个活动可以同时执行。</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同步</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：用汇合（粗横线）表示，代表多个并发活动都完成后，才继续往下执行。</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泳道</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：用纵向或横向的分隔区域表示，将活动按职责划分给不同的参与者或部门。</a:t>
            </a:r>
          </a:p>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27</a:t>
            </a:fld>
            <a:endParaRPr lang="en-US" altLang="zh-CN"/>
          </a:p>
        </p:txBody>
      </p:sp>
    </p:spTree>
    <p:extLst>
      <p:ext uri="{BB962C8B-B14F-4D97-AF65-F5344CB8AC3E}">
        <p14:creationId xmlns:p14="http://schemas.microsoft.com/office/powerpoint/2010/main" val="9287566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0" kern="1200" dirty="0">
                <a:solidFill>
                  <a:schemeClr val="tx1"/>
                </a:solidFill>
                <a:effectLst/>
                <a:latin typeface="Arial" panose="020B0604020202020204" pitchFamily="34" charset="0"/>
                <a:ea typeface="宋体" panose="02010600030101010101" pitchFamily="2" charset="-122"/>
                <a:cs typeface="+mn-cs"/>
              </a:rPr>
              <a:t>这是活动图的一些规范，比如活动用</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圆角矩形表示，对象用矩形标识等等</a:t>
            </a:r>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28</a:t>
            </a:fld>
            <a:endParaRPr lang="en-US" altLang="zh-CN"/>
          </a:p>
        </p:txBody>
      </p:sp>
    </p:spTree>
    <p:extLst>
      <p:ext uri="{BB962C8B-B14F-4D97-AF65-F5344CB8AC3E}">
        <p14:creationId xmlns:p14="http://schemas.microsoft.com/office/powerpoint/2010/main" val="25228541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这是一张借书的活动图。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通过这张图，我们可以清晰地看到“借书”业务的完整逻辑，包括正常流程和异常流程。以及不同人员之间需要做的事情</a:t>
            </a:r>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29</a:t>
            </a:fld>
            <a:endParaRPr lang="en-US" altLang="zh-CN"/>
          </a:p>
        </p:txBody>
      </p:sp>
    </p:spTree>
    <p:extLst>
      <p:ext uri="{BB962C8B-B14F-4D97-AF65-F5344CB8AC3E}">
        <p14:creationId xmlns:p14="http://schemas.microsoft.com/office/powerpoint/2010/main" val="189289609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panose="020B0604020202020204" pitchFamily="34" charset="0"/>
                <a:ea typeface="宋体" panose="02010600030101010101" pitchFamily="2" charset="-122"/>
                <a:cs typeface="+mn-cs"/>
              </a:rPr>
              <a:t>状态机图描述的是</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对象在其生命周期中所经历的状态序列</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，以及</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触发状态变化的事件</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核心要素包括：</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状态</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：对象满足某些条件、执行某些活动或等待某些事件的时刻。</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事件</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：触发状态转移的发生的现象，比如用户操作、时间到达、外部信号等。</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转移</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：从源状态到目标状态的路径，通常标注触发事件和伴随动作。</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动作</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：状态转移时执行的原子操作，不可中断。</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活动</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：在某个状态下持续进行的行为。</a:t>
            </a: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状态机图可以帮助我们理解对象的行为规律，确保系统的状态逻辑完整、正确。</a:t>
            </a:r>
          </a:p>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30</a:t>
            </a:fld>
            <a:endParaRPr lang="en-US" altLang="zh-CN"/>
          </a:p>
        </p:txBody>
      </p:sp>
    </p:spTree>
    <p:extLst>
      <p:ext uri="{BB962C8B-B14F-4D97-AF65-F5344CB8AC3E}">
        <p14:creationId xmlns:p14="http://schemas.microsoft.com/office/powerpoint/2010/main" val="1361412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i="0" kern="1200" dirty="0">
                <a:solidFill>
                  <a:schemeClr val="tx1"/>
                </a:solidFill>
                <a:effectLst/>
                <a:latin typeface="Arial" panose="020B0604020202020204" pitchFamily="34" charset="0"/>
                <a:ea typeface="宋体" panose="02010600030101010101" pitchFamily="2" charset="-122"/>
                <a:cs typeface="+mn-cs"/>
              </a:rPr>
              <a:t>这是状态图的一些规范，大家看一眼熟悉一下就行</a:t>
            </a:r>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31</a:t>
            </a:fld>
            <a:endParaRPr lang="en-US" altLang="zh-CN"/>
          </a:p>
        </p:txBody>
      </p:sp>
    </p:spTree>
    <p:extLst>
      <p:ext uri="{BB962C8B-B14F-4D97-AF65-F5344CB8AC3E}">
        <p14:creationId xmlns:p14="http://schemas.microsoft.com/office/powerpoint/2010/main" val="28488610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这是图书这个类的状态机图。</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通过这张状态机图，我们可以清晰地理解图书在整个生命周期中的所有状态以及状态之间的转换规则。</a:t>
            </a:r>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32</a:t>
            </a:fld>
            <a:endParaRPr lang="en-US" altLang="zh-CN"/>
          </a:p>
        </p:txBody>
      </p:sp>
    </p:spTree>
    <p:extLst>
      <p:ext uri="{BB962C8B-B14F-4D97-AF65-F5344CB8AC3E}">
        <p14:creationId xmlns:p14="http://schemas.microsoft.com/office/powerpoint/2010/main" val="28788373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介绍完了所有的图，下面简单介绍一下绘制</a:t>
            </a:r>
            <a:r>
              <a:rPr lang="en-US" altLang="zh-CN" dirty="0"/>
              <a:t>UML</a:t>
            </a:r>
            <a:r>
              <a:rPr lang="zh-CN" altLang="en-US" dirty="0"/>
              <a:t>的工具。主流工具有</a:t>
            </a:r>
            <a:r>
              <a:rPr lang="en-US" altLang="zh-CN" sz="1200" b="1" i="0" kern="1200" dirty="0">
                <a:solidFill>
                  <a:schemeClr val="tx1"/>
                </a:solidFill>
                <a:effectLst/>
                <a:latin typeface="Arial" panose="020B0604020202020204" pitchFamily="34" charset="0"/>
                <a:ea typeface="宋体" panose="02010600030101010101" pitchFamily="2" charset="-122"/>
                <a:cs typeface="+mn-cs"/>
              </a:rPr>
              <a:t>IBM Rational Suite</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系列的例如</a:t>
            </a:r>
            <a:r>
              <a:rPr lang="en-US" altLang="zh-CN" sz="1200" b="1" i="0" kern="1200" dirty="0">
                <a:solidFill>
                  <a:schemeClr val="tx1"/>
                </a:solidFill>
                <a:effectLst/>
                <a:latin typeface="Arial" panose="020B0604020202020204" pitchFamily="34" charset="0"/>
                <a:ea typeface="宋体" panose="02010600030101010101" pitchFamily="2" charset="-122"/>
                <a:cs typeface="+mn-cs"/>
              </a:rPr>
              <a:t>Rational Rose 2003</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：经典的</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建模工具，目前仍有广泛应用，但不支持</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 2.0</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kern="1200" dirty="0">
                <a:solidFill>
                  <a:schemeClr val="tx1"/>
                </a:solidFill>
                <a:effectLst/>
                <a:latin typeface="Arial" panose="020B0604020202020204" pitchFamily="34" charset="0"/>
                <a:ea typeface="宋体" panose="02010600030101010101" pitchFamily="2" charset="-122"/>
                <a:cs typeface="+mn-cs"/>
              </a:rPr>
              <a:t>这些都是商业工具，功能强大，但通常需要付费。</a:t>
            </a:r>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34</a:t>
            </a:fld>
            <a:endParaRPr lang="en-US" altLang="zh-CN"/>
          </a:p>
        </p:txBody>
      </p:sp>
    </p:spTree>
    <p:extLst>
      <p:ext uri="{BB962C8B-B14F-4D97-AF65-F5344CB8AC3E}">
        <p14:creationId xmlns:p14="http://schemas.microsoft.com/office/powerpoint/2010/main" val="27131530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a:solidFill>
                  <a:schemeClr val="tx1"/>
                </a:solidFill>
                <a:effectLst/>
                <a:latin typeface="Arial" panose="020B0604020202020204" pitchFamily="34" charset="0"/>
                <a:ea typeface="宋体" panose="02010600030101010101" pitchFamily="2" charset="-122"/>
                <a:cs typeface="+mn-cs"/>
              </a:rPr>
              <a:t>Enterprise Architect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：一款功能全面的</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建模工具，支持</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 2.5</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，性价比高，在业界应用广泛。</a:t>
            </a:r>
          </a:p>
          <a:p>
            <a:r>
              <a:rPr lang="en-US" altLang="zh-CN" sz="1200" b="1" i="0" kern="1200" dirty="0">
                <a:solidFill>
                  <a:schemeClr val="tx1"/>
                </a:solidFill>
                <a:effectLst/>
                <a:latin typeface="Arial" panose="020B0604020202020204" pitchFamily="34" charset="0"/>
                <a:ea typeface="宋体" panose="02010600030101010101" pitchFamily="2" charset="-122"/>
                <a:cs typeface="+mn-cs"/>
              </a:rPr>
              <a:t>Sybase </a:t>
            </a:r>
            <a:r>
              <a:rPr lang="en-US" altLang="zh-CN" sz="1200" b="1" i="0" kern="1200" dirty="0" err="1">
                <a:solidFill>
                  <a:schemeClr val="tx1"/>
                </a:solidFill>
                <a:effectLst/>
                <a:latin typeface="Arial" panose="020B0604020202020204" pitchFamily="34" charset="0"/>
                <a:ea typeface="宋体" panose="02010600030101010101" pitchFamily="2" charset="-122"/>
                <a:cs typeface="+mn-cs"/>
              </a:rPr>
              <a:t>PowerDesigner</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：除了</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建模外，还支持数据建模、企业架构建模，是一款综合性的建模工具。</a:t>
            </a:r>
          </a:p>
          <a:p>
            <a:r>
              <a:rPr lang="en-US" altLang="zh-CN" sz="1200" b="1" i="0" kern="1200" dirty="0">
                <a:solidFill>
                  <a:schemeClr val="tx1"/>
                </a:solidFill>
                <a:effectLst/>
                <a:latin typeface="Arial" panose="020B0604020202020204" pitchFamily="34" charset="0"/>
                <a:ea typeface="宋体" panose="02010600030101010101" pitchFamily="2" charset="-122"/>
                <a:cs typeface="+mn-cs"/>
              </a:rPr>
              <a:t>Microsoft Visio</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：虽然不是专门的</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工具，但提供了</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模板，适合绘制简单的</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图。</a:t>
            </a: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此外，还有大量开源和免费工具，如</a:t>
            </a:r>
            <a:r>
              <a:rPr lang="en-US" altLang="zh-CN" sz="1200" b="1" i="0" kern="1200" dirty="0" err="1">
                <a:solidFill>
                  <a:schemeClr val="tx1"/>
                </a:solidFill>
                <a:effectLst/>
                <a:latin typeface="Arial" panose="020B0604020202020204" pitchFamily="34" charset="0"/>
                <a:ea typeface="宋体" panose="02010600030101010101" pitchFamily="2" charset="-122"/>
                <a:cs typeface="+mn-cs"/>
              </a:rPr>
              <a:t>StarUML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r>
              <a:rPr lang="en-US" altLang="zh-CN" sz="1200" b="1" i="0" kern="1200" dirty="0" err="1">
                <a:solidFill>
                  <a:schemeClr val="tx1"/>
                </a:solidFill>
                <a:effectLst/>
                <a:latin typeface="Arial" panose="020B0604020202020204" pitchFamily="34" charset="0"/>
                <a:ea typeface="宋体" panose="02010600030101010101" pitchFamily="2" charset="-122"/>
                <a:cs typeface="+mn-cs"/>
              </a:rPr>
              <a:t>ArgoUML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等。</a:t>
            </a:r>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35</a:t>
            </a:fld>
            <a:endParaRPr lang="en-US" altLang="zh-CN"/>
          </a:p>
        </p:txBody>
      </p:sp>
    </p:spTree>
    <p:extLst>
      <p:ext uri="{BB962C8B-B14F-4D97-AF65-F5344CB8AC3E}">
        <p14:creationId xmlns:p14="http://schemas.microsoft.com/office/powerpoint/2010/main" val="35327643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接下来我们了解一下</a:t>
            </a:r>
            <a:r>
              <a:rPr lang="en-US" altLang="zh-CN" dirty="0" err="1">
                <a:latin typeface="华文楷体" panose="02010600040101010101" pitchFamily="2" charset="-122"/>
                <a:ea typeface="华文楷体" panose="02010600040101010101" pitchFamily="2" charset="-122"/>
                <a:sym typeface="+mn-ea"/>
              </a:rPr>
              <a:t>UML在需求分析中的应用</a:t>
            </a:r>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36</a:t>
            </a:fld>
            <a:endParaRPr lang="en-US" altLang="zh-CN"/>
          </a:p>
        </p:txBody>
      </p:sp>
    </p:spTree>
    <p:extLst>
      <p:ext uri="{BB962C8B-B14F-4D97-AF65-F5344CB8AC3E}">
        <p14:creationId xmlns:p14="http://schemas.microsoft.com/office/powerpoint/2010/main" val="12796134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panose="020B0604020202020204" pitchFamily="34" charset="0"/>
                <a:ea typeface="宋体" panose="02010600030101010101" pitchFamily="2" charset="-122"/>
                <a:cs typeface="+mn-cs"/>
              </a:rPr>
              <a:t>需求工程包括三大活动：</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定义需求</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：理解用户的需要，建立用户可理解的系统需求模型。这个阶段的核心是“搞清楚用户要什么”，用用户能理解的语言和图形来描述需求。</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分析需求</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：根据需求模型，建立开发者无二义性解释的分析模型。这个阶段的核心是把用户需求转化为技术可实现的规格，确保开发团队对需求的理解是一致的、无歧义的。</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需求管理</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：在项目整个生命周期中，跟踪需求的变化，确保需求的一致性、完整性和可追溯性。</a:t>
            </a:r>
          </a:p>
          <a:p>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在这三个活动中都能发挥作用，尤其是在定义需求和分析需求阶段。</a:t>
            </a:r>
          </a:p>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37</a:t>
            </a:fld>
            <a:endParaRPr lang="en-US" altLang="zh-CN"/>
          </a:p>
        </p:txBody>
      </p:sp>
    </p:spTree>
    <p:extLst>
      <p:ext uri="{BB962C8B-B14F-4D97-AF65-F5344CB8AC3E}">
        <p14:creationId xmlns:p14="http://schemas.microsoft.com/office/powerpoint/2010/main" val="25277207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panose="020B0604020202020204" pitchFamily="34" charset="0"/>
                <a:ea typeface="宋体" panose="02010600030101010101" pitchFamily="2" charset="-122"/>
                <a:cs typeface="+mn-cs"/>
              </a:rPr>
              <a:t>系统需求不是凭空产生的，而是源于对业务的理解。我们需要先理解业务是怎么运作的，再从中提炼出系统需求。</a:t>
            </a: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这里有一些常见的对应关系：</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业务用例</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 → 系统（或子系统）</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业务参与者</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 → 系统参与者</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业务工人</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 → 系统参与者</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业务工人的操作</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 → 系统用例</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业务实体</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 → 实体类</a:t>
            </a: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简单来说，我们要先画业务模型（业务流程、业务角色等），再从中推导出系统应该支持哪些功能、应该有哪些用户角色。</a:t>
            </a:r>
          </a:p>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38</a:t>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比如，这张图中，业务实体映射到系统中，就是实体类。操作映射成系统用例。业务工人和业务参与者映射系统参与者。业务用例映射系统用例。</a:t>
            </a:r>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39</a:t>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defTabSz="99060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defTabSz="990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defTabSz="990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defTabSz="990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defTabSz="990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defTabSz="990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defTabSz="990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defTabSz="990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fld id="{568DD9CF-5DC3-417A-ADD6-D523250DFA39}" type="slidenum">
              <a:rPr lang="zh-CN" altLang="en-US" sz="1300" b="0" smtClean="0">
                <a:latin typeface="Arial" panose="020B0604020202020204" pitchFamily="34" charset="0"/>
              </a:rPr>
              <a:t>40</a:t>
            </a:fld>
            <a:endParaRPr lang="en-US" altLang="zh-CN" sz="1300" b="0">
              <a:latin typeface="Arial" panose="020B0604020202020204" pitchFamily="34" charset="0"/>
            </a:endParaRPr>
          </a:p>
        </p:txBody>
      </p:sp>
      <p:sp>
        <p:nvSpPr>
          <p:cNvPr id="136195" name="Rectangle 2"/>
          <p:cNvSpPr>
            <a:spLocks noGrp="1" noRot="1" noChangeAspect="1" noChangeArrowheads="1" noTextEdit="1"/>
          </p:cNvSpPr>
          <p:nvPr>
            <p:ph type="sldImg"/>
          </p:nvPr>
        </p:nvSpPr>
        <p:spPr>
          <a:xfrm>
            <a:off x="139700" y="768350"/>
            <a:ext cx="6819900" cy="3836988"/>
          </a:xfrm>
        </p:spPr>
      </p:sp>
      <p:sp>
        <p:nvSpPr>
          <p:cNvPr id="136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1200" b="1" i="0" kern="1200" dirty="0">
                <a:solidFill>
                  <a:schemeClr val="tx1"/>
                </a:solidFill>
                <a:effectLst/>
                <a:latin typeface="Arial" panose="020B0604020202020204" pitchFamily="34" charset="0"/>
                <a:ea typeface="宋体" panose="02010600030101010101" pitchFamily="2" charset="-122"/>
                <a:cs typeface="+mn-cs"/>
              </a:rPr>
              <a:t>第一步：获取原始需求</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通过访谈、问卷、观察、文档分析等方式，从涉众那里收集需求信息。</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第二步：开发一个可以理解的需求</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具体包括：</a:t>
            </a:r>
          </a:p>
          <a:p>
            <a:r>
              <a:rPr lang="en-US" altLang="zh-CN" sz="1200" b="0" i="0" kern="1200" dirty="0">
                <a:solidFill>
                  <a:schemeClr val="tx1"/>
                </a:solidFill>
                <a:effectLst/>
                <a:latin typeface="Arial" panose="020B0604020202020204" pitchFamily="34" charset="0"/>
                <a:ea typeface="宋体" panose="02010600030101010101" pitchFamily="2" charset="-122"/>
                <a:cs typeface="+mn-cs"/>
              </a:rPr>
              <a:t>2.1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识别参与者</a:t>
            </a:r>
          </a:p>
          <a:p>
            <a:r>
              <a:rPr lang="en-US" altLang="zh-CN" sz="1200" b="0" i="0" kern="1200" dirty="0">
                <a:solidFill>
                  <a:schemeClr val="tx1"/>
                </a:solidFill>
                <a:effectLst/>
                <a:latin typeface="Arial" panose="020B0604020202020204" pitchFamily="34" charset="0"/>
                <a:ea typeface="宋体" panose="02010600030101010101" pitchFamily="2" charset="-122"/>
                <a:cs typeface="+mn-cs"/>
              </a:rPr>
              <a:t>2.2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识别用例</a:t>
            </a:r>
          </a:p>
          <a:p>
            <a:r>
              <a:rPr lang="en-US" altLang="zh-CN" sz="1200" b="0" i="0" kern="1200" dirty="0">
                <a:solidFill>
                  <a:schemeClr val="tx1"/>
                </a:solidFill>
                <a:effectLst/>
                <a:latin typeface="Arial" panose="020B0604020202020204" pitchFamily="34" charset="0"/>
                <a:ea typeface="宋体" panose="02010600030101010101" pitchFamily="2" charset="-122"/>
                <a:cs typeface="+mn-cs"/>
              </a:rPr>
              <a:t>2.3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绘制用例图</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第三步：详细、完整地描述需求</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编写用例文档，把每个用例的细节写清楚。</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第四步：重构用例模型</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具体包括：</a:t>
            </a:r>
          </a:p>
          <a:p>
            <a:r>
              <a:rPr lang="en-US" altLang="zh-CN" sz="1200" b="0" i="0" kern="1200" dirty="0">
                <a:solidFill>
                  <a:schemeClr val="tx1"/>
                </a:solidFill>
                <a:effectLst/>
                <a:latin typeface="Arial" panose="020B0604020202020204" pitchFamily="34" charset="0"/>
                <a:ea typeface="宋体" panose="02010600030101010101" pitchFamily="2" charset="-122"/>
                <a:cs typeface="+mn-cs"/>
              </a:rPr>
              <a:t>4.1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识别用例间的关系（包含、扩展、泛化）</a:t>
            </a:r>
          </a:p>
          <a:p>
            <a:r>
              <a:rPr lang="en-US" altLang="zh-CN" sz="1200" b="0" i="0" kern="1200" dirty="0">
                <a:solidFill>
                  <a:schemeClr val="tx1"/>
                </a:solidFill>
                <a:effectLst/>
                <a:latin typeface="Arial" panose="020B0604020202020204" pitchFamily="34" charset="0"/>
                <a:ea typeface="宋体" panose="02010600030101010101" pitchFamily="2" charset="-122"/>
                <a:cs typeface="+mn-cs"/>
              </a:rPr>
              <a:t>4.2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对用例进行分包和分级</a:t>
            </a: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这个流程是迭代的，随着对需求理解的深入，我们可能需要反复回到前面的步骤。</a:t>
            </a: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任何会影响系统，或被系统影响的人，都是涉众。</a:t>
            </a:r>
            <a:endParaRPr lang="zh-CN" altLang="en-US" sz="1200" b="0" i="0" kern="1200" dirty="0">
              <a:solidFill>
                <a:schemeClr val="tx1"/>
              </a:solidFill>
              <a:effectLst/>
              <a:latin typeface="Arial" panose="020B0604020202020204" pitchFamily="34" charset="0"/>
              <a:ea typeface="宋体" panose="02010600030101010101" pitchFamily="2" charset="-122"/>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1" i="0" kern="1200" dirty="0">
                <a:solidFill>
                  <a:schemeClr val="tx1"/>
                </a:solidFill>
                <a:effectLst/>
                <a:latin typeface="Arial" panose="020B0604020202020204" pitchFamily="34" charset="0"/>
                <a:ea typeface="宋体" panose="02010600030101010101" pitchFamily="2" charset="-122"/>
                <a:cs typeface="+mn-cs"/>
              </a:rPr>
              <a:t>需求只能来自涉众</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涉众包括最终用户、客户、政府</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法律、开发人员、管理人员、竞争对手等。</a:t>
            </a: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但这里有一个关键问题：</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涉众无法直接提供需求</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。如果你问用户“你们的需求是什么？”，用户往往回答不出来。</a:t>
            </a:r>
          </a:p>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41</a:t>
            </a:fld>
            <a:endParaRPr lang="en-US" altLang="zh-CN"/>
          </a:p>
        </p:txBody>
      </p:sp>
    </p:spTree>
    <p:extLst>
      <p:ext uri="{BB962C8B-B14F-4D97-AF65-F5344CB8AC3E}">
        <p14:creationId xmlns:p14="http://schemas.microsoft.com/office/powerpoint/2010/main" val="6807823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panose="020B0604020202020204" pitchFamily="34" charset="0"/>
                <a:ea typeface="宋体" panose="02010600030101010101" pitchFamily="2" charset="-122"/>
                <a:cs typeface="+mn-cs"/>
              </a:rPr>
              <a:t>因为用户描述的是</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现状</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，描述的是他们当前的工作方式。对于未来软件的工作模式，用户很难想象清楚。用户提供的只是</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个人或组织的需要或想法</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，而不是最终的系统需求。</a:t>
            </a: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所以，需求分析师的任务就是：</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透过这些原始的需要，挖掘和提炼出真正的系统需求</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p>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42</a:t>
            </a:fld>
            <a:endParaRPr lang="en-US" altLang="zh-CN"/>
          </a:p>
        </p:txBody>
      </p:sp>
    </p:spTree>
    <p:extLst>
      <p:ext uri="{BB962C8B-B14F-4D97-AF65-F5344CB8AC3E}">
        <p14:creationId xmlns:p14="http://schemas.microsoft.com/office/powerpoint/2010/main" val="42801827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接下来我们介绍一个实例，通过对这个实例的分析让大家更深刻感知到</a:t>
            </a:r>
            <a:r>
              <a:rPr lang="en-US" altLang="zh-CN" dirty="0"/>
              <a:t>UML</a:t>
            </a:r>
            <a:r>
              <a:rPr lang="zh-CN" altLang="en-US" dirty="0"/>
              <a:t>在需求分析中的作用。比如我们接下来介绍的旅游业务申请系统。由于篇幅原因这里简单介绍一下：</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dirty="0">
                <a:latin typeface="Arial" panose="020B0604020202020204" pitchFamily="34" charset="0"/>
              </a:rPr>
              <a:t>那么我们就按照</a:t>
            </a:r>
            <a:r>
              <a:rPr lang="zh-CN" altLang="en-US" sz="1200" dirty="0"/>
              <a:t>识别系统参与者、识别系统用例、绘制用例图来简单走一次这个流程。</a:t>
            </a:r>
            <a:endParaRPr lang="en-US" altLang="zh-CN" sz="1200" dirty="0"/>
          </a:p>
          <a:p>
            <a:endParaRPr lang="en-US" altLang="zh-CN"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43</a:t>
            </a:fld>
            <a:endParaRPr lang="en-US" altLang="zh-CN"/>
          </a:p>
        </p:txBody>
      </p:sp>
    </p:spTree>
    <p:extLst>
      <p:ext uri="{BB962C8B-B14F-4D97-AF65-F5344CB8AC3E}">
        <p14:creationId xmlns:p14="http://schemas.microsoft.com/office/powerpoint/2010/main" val="21096288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首先是剥离系统参与者</a:t>
            </a:r>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44</a:t>
            </a:fld>
            <a:endParaRPr lang="en-US" altLang="zh-CN"/>
          </a:p>
        </p:txBody>
      </p:sp>
    </p:spTree>
    <p:extLst>
      <p:ext uri="{BB962C8B-B14F-4D97-AF65-F5344CB8AC3E}">
        <p14:creationId xmlns:p14="http://schemas.microsoft.com/office/powerpoint/2010/main" val="20327920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然后是从参与者的角度获取用例</a:t>
            </a:r>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45</a:t>
            </a:fld>
            <a:endParaRPr lang="en-US" altLang="zh-CN"/>
          </a:p>
        </p:txBody>
      </p:sp>
    </p:spTree>
    <p:extLst>
      <p:ext uri="{BB962C8B-B14F-4D97-AF65-F5344CB8AC3E}">
        <p14:creationId xmlns:p14="http://schemas.microsoft.com/office/powerpoint/2010/main" val="27792278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再根据剥离的用例构建用例图</a:t>
            </a:r>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46</a:t>
            </a:fld>
            <a:endParaRPr lang="en-US" altLang="zh-CN"/>
          </a:p>
        </p:txBody>
      </p:sp>
    </p:spTree>
    <p:extLst>
      <p:ext uri="{BB962C8B-B14F-4D97-AF65-F5344CB8AC3E}">
        <p14:creationId xmlns:p14="http://schemas.microsoft.com/office/powerpoint/2010/main" val="24633324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优化一下，就构成了非常</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清晰、结构化，便于维护和理解的用例图，可以直观地看到这个系统的功能范围和各角色的权限</a:t>
            </a:r>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47</a:t>
            </a:fld>
            <a:endParaRPr lang="en-US" altLang="zh-CN"/>
          </a:p>
        </p:txBody>
      </p:sp>
    </p:spTree>
    <p:extLst>
      <p:ext uri="{BB962C8B-B14F-4D97-AF65-F5344CB8AC3E}">
        <p14:creationId xmlns:p14="http://schemas.microsoft.com/office/powerpoint/2010/main" val="18599662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48</a:t>
            </a:fld>
            <a:endParaRPr lang="en-US" altLang="zh-CN"/>
          </a:p>
        </p:txBody>
      </p:sp>
    </p:spTree>
    <p:extLst>
      <p:ext uri="{BB962C8B-B14F-4D97-AF65-F5344CB8AC3E}">
        <p14:creationId xmlns:p14="http://schemas.microsoft.com/office/powerpoint/2010/main" val="200234141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不是万能的，但是在</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在合适的地方能发挥巨大作用</a:t>
            </a: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它在需求分析中的定位可以用四个关键词概括</a:t>
            </a: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沟通语言</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是业务人员、用户、分析师、开发人员之间的共同语言，让不同角色能在同一张图上讨论需求。</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用户视角</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从用户的角度描述系统功能，而不是从技术实现的角度。</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直接表达</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一张</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图胜过千行文字描述，图形化的表达让复杂的业务逻辑一目了然。</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可选工具</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不是必须的，它是一种可选工具。如果项目简单，不用</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也能成功；如果项目复杂，</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能帮你降低风险。</a:t>
            </a:r>
          </a:p>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49</a:t>
            </a:fld>
            <a:endParaRPr lang="en-US" altLang="zh-CN"/>
          </a:p>
        </p:txBody>
      </p:sp>
    </p:spTree>
    <p:extLst>
      <p:ext uri="{BB962C8B-B14F-4D97-AF65-F5344CB8AC3E}">
        <p14:creationId xmlns:p14="http://schemas.microsoft.com/office/powerpoint/2010/main" val="135602805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在沟通语言方面：</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提供了一套标准化的图形语言，让所有人都能看懂同一张图，理解同一件事。比如一张用例图，业务人员能看懂功能范围，开发人员能看懂接口边界</a:t>
            </a: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在直接表达方面</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：文字的缺点是线性、抽象，难以表达复杂的逻辑关系。而</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图是二维的、图形的，可以直观地展示结构、流程、状态。一张活动图可能胜过千行文字描述，大大降低理解偏差。</a:t>
            </a:r>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50</a:t>
            </a:fld>
            <a:endParaRPr lang="en-US" altLang="zh-CN"/>
          </a:p>
        </p:txBody>
      </p:sp>
    </p:spTree>
    <p:extLst>
      <p:ext uri="{BB962C8B-B14F-4D97-AF65-F5344CB8AC3E}">
        <p14:creationId xmlns:p14="http://schemas.microsoft.com/office/powerpoint/2010/main" val="25279943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的核心价值之一就是</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让系统分析师能从用户视角出发，用系统观点去思考和表达</a:t>
            </a:r>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51</a:t>
            </a:fld>
            <a:endParaRPr lang="en-US" altLang="zh-CN"/>
          </a:p>
        </p:txBody>
      </p:sp>
    </p:spTree>
    <p:extLst>
      <p:ext uri="{BB962C8B-B14F-4D97-AF65-F5344CB8AC3E}">
        <p14:creationId xmlns:p14="http://schemas.microsoft.com/office/powerpoint/2010/main" val="297952348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panose="020B0604020202020204" pitchFamily="34" charset="0"/>
                <a:ea typeface="宋体" panose="02010600030101010101" pitchFamily="2" charset="-122"/>
                <a:cs typeface="+mn-cs"/>
              </a:rPr>
              <a:t>需求分析阶段面临的主要挑战是：</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沟通困难、需求多变、理解偏差</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endParaRPr lang="en-US" altLang="zh-CN" sz="1200" b="0" i="0" kern="1200" dirty="0">
              <a:solidFill>
                <a:schemeClr val="tx1"/>
              </a:solidFill>
              <a:effectLst/>
              <a:latin typeface="Arial" panose="020B0604020202020204" pitchFamily="34" charset="0"/>
              <a:ea typeface="宋体" panose="02010600030101010101" pitchFamily="2" charset="-122"/>
              <a:cs typeface="+mn-cs"/>
            </a:endParaRPr>
          </a:p>
          <a:p>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可以帮助我们应对这些挑战，</a:t>
            </a:r>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52</a:t>
            </a:fld>
            <a:endParaRPr lang="en-US" altLang="zh-CN"/>
          </a:p>
        </p:txBody>
      </p:sp>
    </p:spTree>
    <p:extLst>
      <p:ext uri="{BB962C8B-B14F-4D97-AF65-F5344CB8AC3E}">
        <p14:creationId xmlns:p14="http://schemas.microsoft.com/office/powerpoint/2010/main" val="367876296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Arial" panose="020B0604020202020204" pitchFamily="34" charset="0"/>
                <a:ea typeface="宋体" panose="02010600030101010101" pitchFamily="2" charset="-122"/>
                <a:cs typeface="+mn-cs"/>
              </a:rPr>
              <a:t>它的三个核心优势是：</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可视化</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：系统的规模和设计都比较复杂，通过图形抽象地表达复杂概念，降低开发风险。</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规范化</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：采用一套通用的图形语言和符号体系，描述组织的业务流程和软件需求。</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提高沟通效率</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：促进业务人员、开发人员之间一致、高效的交流。</a:t>
            </a: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简单来说，</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让需求分析从“你说我猜”变成“一起看图”，大大提升了沟通效率和质量。</a:t>
            </a:r>
          </a:p>
          <a:p>
            <a:endParaRPr lang="zh-CN" altLang="en-US" dirty="0"/>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53</a:t>
            </a:fld>
            <a:endParaRPr lang="en-US" altLang="zh-CN"/>
          </a:p>
        </p:txBody>
      </p:sp>
    </p:spTree>
    <p:extLst>
      <p:ext uri="{BB962C8B-B14F-4D97-AF65-F5344CB8AC3E}">
        <p14:creationId xmlns:p14="http://schemas.microsoft.com/office/powerpoint/2010/main" val="412874958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不是必须的，有些场合确实不适合使用</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传统做法已完全适用</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项目对面向对象技术要求不高，用传统方式已经很成功，没有改进的必要。</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开发的系统比较简单</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直接用源码配上少量的文字就能解决问题，软件开发文档也无需添加图形来辅助说明。</a:t>
            </a:r>
          </a:p>
          <a:p>
            <a:r>
              <a:rPr lang="zh-CN" altLang="en-US" sz="1200" b="1" i="0" kern="1200" dirty="0">
                <a:solidFill>
                  <a:schemeClr val="tx1"/>
                </a:solidFill>
                <a:effectLst/>
                <a:latin typeface="Arial" panose="020B0604020202020204" pitchFamily="34" charset="0"/>
                <a:ea typeface="宋体" panose="02010600030101010101" pitchFamily="2" charset="-122"/>
                <a:cs typeface="+mn-cs"/>
              </a:rPr>
              <a:t>开发的系统本身不属于</a:t>
            </a:r>
            <a:r>
              <a:rPr lang="en-US" altLang="zh-CN" sz="1200" b="1" i="0" kern="1200" dirty="0">
                <a:solidFill>
                  <a:schemeClr val="tx1"/>
                </a:solidFill>
                <a:effectLst/>
                <a:latin typeface="Arial" panose="020B0604020202020204" pitchFamily="34" charset="0"/>
                <a:ea typeface="宋体" panose="02010600030101010101" pitchFamily="2" charset="-122"/>
                <a:cs typeface="+mn-cs"/>
              </a:rPr>
              <a:t>OO</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方法、</a:t>
            </a:r>
            <a:r>
              <a:rPr lang="en-US" altLang="zh-CN" sz="1200" b="1"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适用的范围</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比如纯数据驱动的系统、非面向对象的嵌入式系统等。</a:t>
            </a:r>
          </a:p>
          <a:p>
            <a:r>
              <a:rPr lang="zh-CN" altLang="en-US" sz="1200" b="0" i="0" kern="1200" dirty="0">
                <a:solidFill>
                  <a:schemeClr val="tx1"/>
                </a:solidFill>
                <a:effectLst/>
                <a:latin typeface="Arial" panose="020B0604020202020204" pitchFamily="34" charset="0"/>
                <a:ea typeface="宋体" panose="02010600030101010101" pitchFamily="2" charset="-122"/>
                <a:cs typeface="+mn-cs"/>
              </a:rPr>
              <a:t>选择</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UML</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与否，取决于项目的特点和团队的成熟度。</a:t>
            </a:r>
            <a:r>
              <a:rPr lang="zh-CN" altLang="en-US" sz="1200" b="1" i="0" kern="1200" dirty="0">
                <a:solidFill>
                  <a:schemeClr val="tx1"/>
                </a:solidFill>
                <a:effectLst/>
                <a:latin typeface="Arial" panose="020B0604020202020204" pitchFamily="34" charset="0"/>
                <a:ea typeface="宋体" panose="02010600030101010101" pitchFamily="2" charset="-122"/>
                <a:cs typeface="+mn-cs"/>
              </a:rPr>
              <a:t>合适的才是最好的</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a:t>
            </a:r>
          </a:p>
        </p:txBody>
      </p:sp>
      <p:sp>
        <p:nvSpPr>
          <p:cNvPr id="4" name="灯片编号占位符 3"/>
          <p:cNvSpPr>
            <a:spLocks noGrp="1"/>
          </p:cNvSpPr>
          <p:nvPr>
            <p:ph type="sldNum" sz="quarter" idx="5"/>
          </p:nvPr>
        </p:nvSpPr>
        <p:spPr/>
        <p:txBody>
          <a:bodyPr/>
          <a:lstStyle/>
          <a:p>
            <a:pPr>
              <a:defRPr/>
            </a:pPr>
            <a:fld id="{5D5963AB-51D7-4B56-957C-52AD6A606A3F}" type="slidenum">
              <a:rPr lang="zh-CN" altLang="en-US" smtClean="0"/>
              <a:t>54</a:t>
            </a:fld>
            <a:endParaRPr lang="en-US" altLang="zh-CN"/>
          </a:p>
        </p:txBody>
      </p:sp>
    </p:spTree>
    <p:extLst>
      <p:ext uri="{BB962C8B-B14F-4D97-AF65-F5344CB8AC3E}">
        <p14:creationId xmlns:p14="http://schemas.microsoft.com/office/powerpoint/2010/main" val="322609853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5" name="Rectangle 6"/>
          <p:cNvSpPr>
            <a:spLocks noChangeArrowheads="1"/>
          </p:cNvSpPr>
          <p:nvPr/>
        </p:nvSpPr>
        <p:spPr bwMode="auto">
          <a:xfrm>
            <a:off x="0" y="6656388"/>
            <a:ext cx="12192000" cy="228600"/>
          </a:xfrm>
          <a:prstGeom prst="rect">
            <a:avLst/>
          </a:prstGeom>
          <a:solidFill>
            <a:schemeClr val="folHlink"/>
          </a:solidFill>
          <a:ln w="9525">
            <a:solidFill>
              <a:schemeClr val="tx1"/>
            </a:solidFill>
            <a:miter lim="800000"/>
          </a:ln>
          <a:effectLst/>
        </p:spPr>
        <p:txBody>
          <a:bodyPr wrap="none" anchor="ctr"/>
          <a:lstStyle/>
          <a:p>
            <a:pPr>
              <a:defRPr/>
            </a:pPr>
            <a:endParaRPr lang="zh-CN" altLang="en-US" sz="2400"/>
          </a:p>
        </p:txBody>
      </p:sp>
      <p:sp>
        <p:nvSpPr>
          <p:cNvPr id="6" name="Rectangle 7"/>
          <p:cNvSpPr>
            <a:spLocks noChangeArrowheads="1"/>
          </p:cNvSpPr>
          <p:nvPr/>
        </p:nvSpPr>
        <p:spPr bwMode="auto">
          <a:xfrm>
            <a:off x="4470400" y="6324600"/>
            <a:ext cx="3048000" cy="457200"/>
          </a:xfrm>
          <a:prstGeom prst="rect">
            <a:avLst/>
          </a:prstGeom>
          <a:noFill/>
          <a:ln w="9525">
            <a:noFill/>
            <a:miter lim="800000"/>
          </a:ln>
          <a:effectLst/>
        </p:spPr>
        <p:txBody>
          <a:bodyPr anchor="b"/>
          <a:lstStyle/>
          <a:p>
            <a:pPr algn="ctr">
              <a:defRPr/>
            </a:pPr>
            <a:endParaRPr kumimoji="0" lang="en-US" altLang="zh-CN" sz="1400" b="0"/>
          </a:p>
        </p:txBody>
      </p:sp>
      <p:pic>
        <p:nvPicPr>
          <p:cNvPr id="7" name="Picture 9" descr="nbl12_1_1_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14417" y="5948366"/>
            <a:ext cx="2438400"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074" name="Rectangle 2"/>
          <p:cNvSpPr>
            <a:spLocks noGrp="1" noChangeArrowheads="1"/>
          </p:cNvSpPr>
          <p:nvPr>
            <p:ph type="ctrTitle"/>
          </p:nvPr>
        </p:nvSpPr>
        <p:spPr>
          <a:xfrm>
            <a:off x="912284" y="2565400"/>
            <a:ext cx="10363200" cy="1143000"/>
          </a:xfrm>
        </p:spPr>
        <p:txBody>
          <a:bodyPr/>
          <a:lstStyle>
            <a:lvl1pPr algn="ctr" fontAlgn="ctr">
              <a:defRPr sz="4800" baseline="0">
                <a:effectLst>
                  <a:outerShdw blurRad="38100" dist="38100" dir="2700000" algn="tl">
                    <a:srgbClr val="C0C0C0"/>
                  </a:outerShdw>
                </a:effectLst>
                <a:latin typeface="Arial" panose="020B0604020202020204" pitchFamily="34" charset="0"/>
                <a:ea typeface="微软雅黑" panose="020B0503020204020204" pitchFamily="34" charset="-122"/>
              </a:defRPr>
            </a:lvl1pPr>
          </a:lstStyle>
          <a:p>
            <a:r>
              <a:rPr lang="zh-CN" altLang="en-US" dirty="0"/>
              <a:t>单击此处编辑母版标题样式</a:t>
            </a:r>
          </a:p>
        </p:txBody>
      </p:sp>
      <p:sp>
        <p:nvSpPr>
          <p:cNvPr id="131075" name="Rectangle 3"/>
          <p:cNvSpPr>
            <a:spLocks noGrp="1" noChangeArrowheads="1"/>
          </p:cNvSpPr>
          <p:nvPr>
            <p:ph type="subTitle" idx="1"/>
          </p:nvPr>
        </p:nvSpPr>
        <p:spPr>
          <a:xfrm>
            <a:off x="1828800" y="3860800"/>
            <a:ext cx="8534400" cy="1752600"/>
          </a:xfrm>
        </p:spPr>
        <p:txBody>
          <a:bodyPr/>
          <a:lstStyle>
            <a:lvl1pPr marL="0" indent="0" algn="ctr">
              <a:buFont typeface="Wingdings" panose="05000000000000000000" pitchFamily="2" charset="2"/>
              <a:buNone/>
              <a:defRPr/>
            </a:lvl1pPr>
          </a:lstStyle>
          <a:p>
            <a:r>
              <a:rPr lang="zh-CN" altLang="en-US"/>
              <a:t>单击此处编辑母版副标题样式</a:t>
            </a:r>
          </a:p>
        </p:txBody>
      </p:sp>
      <p:sp>
        <p:nvSpPr>
          <p:cNvPr id="8" name="Rectangle 4"/>
          <p:cNvSpPr>
            <a:spLocks noGrp="1" noChangeArrowheads="1"/>
          </p:cNvSpPr>
          <p:nvPr>
            <p:ph type="dt" sz="half" idx="10"/>
          </p:nvPr>
        </p:nvSpPr>
        <p:spPr>
          <a:xfrm>
            <a:off x="1320800" y="6248400"/>
            <a:ext cx="2540000" cy="457200"/>
          </a:xfrm>
        </p:spPr>
        <p:txBody>
          <a:bodyPr/>
          <a:lstStyle>
            <a:lvl1pPr>
              <a:defRPr>
                <a:solidFill>
                  <a:schemeClr val="bg2"/>
                </a:solidFill>
              </a:defRPr>
            </a:lvl1pPr>
          </a:lstStyle>
          <a:p>
            <a:pPr>
              <a:defRPr/>
            </a:pPr>
            <a:endParaRPr lang="en-US" altLang="zh-CN"/>
          </a:p>
        </p:txBody>
      </p:sp>
      <p:sp>
        <p:nvSpPr>
          <p:cNvPr id="9" name="Rectangle 8"/>
          <p:cNvSpPr>
            <a:spLocks noGrp="1" noChangeArrowheads="1"/>
          </p:cNvSpPr>
          <p:nvPr>
            <p:ph type="sldNum" sz="quarter" idx="11"/>
          </p:nvPr>
        </p:nvSpPr>
        <p:spPr>
          <a:xfrm>
            <a:off x="8737600" y="6245225"/>
            <a:ext cx="2844800" cy="476250"/>
          </a:xfrm>
        </p:spPr>
        <p:txBody>
          <a:bodyPr/>
          <a:lstStyle>
            <a:lvl1pPr>
              <a:defRPr sz="1400">
                <a:solidFill>
                  <a:schemeClr val="tx1"/>
                </a:solidFill>
              </a:defRPr>
            </a:lvl1pPr>
          </a:lstStyle>
          <a:p>
            <a:pPr>
              <a:defRPr/>
            </a:pPr>
            <a:fld id="{55A6ACB9-5BFE-4EF3-B91C-463DEBBCCA89}" type="slidenum">
              <a:rPr lang="zh-CN" altLang="en-US"/>
              <a:t>‹#›</a:t>
            </a:fld>
            <a:endParaRPr lang="en-US" altLang="zh-CN"/>
          </a:p>
        </p:txBody>
      </p:sp>
      <p:pic>
        <p:nvPicPr>
          <p:cNvPr id="3" name="图片 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13429"/>
            <a:ext cx="1213198" cy="922149"/>
          </a:xfrm>
          <a:prstGeom prst="rect">
            <a:avLst/>
          </a:prstGeom>
        </p:spPr>
      </p:pic>
      <p:sp>
        <p:nvSpPr>
          <p:cNvPr id="10" name="文本框 9"/>
          <p:cNvSpPr txBox="1"/>
          <p:nvPr userDrawn="1"/>
        </p:nvSpPr>
        <p:spPr>
          <a:xfrm>
            <a:off x="1320800" y="95879"/>
            <a:ext cx="5423272" cy="707886"/>
          </a:xfrm>
          <a:prstGeom prst="rect">
            <a:avLst/>
          </a:prstGeom>
          <a:noFill/>
        </p:spPr>
        <p:txBody>
          <a:bodyPr wrap="square" rtlCol="0">
            <a:spAutoFit/>
          </a:bodyPr>
          <a:lstStyle/>
          <a:p>
            <a:r>
              <a:rPr lang="en-US" altLang="zh-CN" sz="4000" dirty="0"/>
              <a:t>G01</a:t>
            </a:r>
            <a:r>
              <a:rPr lang="zh-CN" altLang="en-US" sz="4000" dirty="0"/>
              <a:t>一站式</a:t>
            </a:r>
            <a:r>
              <a:rPr lang="en-US" altLang="zh-CN" sz="4000" dirty="0"/>
              <a:t>AI</a:t>
            </a:r>
            <a:r>
              <a:rPr lang="zh-CN" altLang="en-US" sz="4000" dirty="0"/>
              <a:t>平台开发</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标题 6"/>
          <p:cNvSpPr>
            <a:spLocks noGrp="1"/>
          </p:cNvSpPr>
          <p:nvPr>
            <p:ph type="title"/>
          </p:nvPr>
        </p:nvSpPr>
        <p:spPr/>
        <p:txBody>
          <a:bodyPr/>
          <a:lstStyle/>
          <a:p>
            <a:r>
              <a:rPr lang="zh-CN" altLang="en-US"/>
              <a:t>单击此处编辑母版标题样式</a:t>
            </a:r>
          </a:p>
        </p:txBody>
      </p:sp>
      <p:sp>
        <p:nvSpPr>
          <p:cNvPr id="8" name="日期占位符 7"/>
          <p:cNvSpPr>
            <a:spLocks noGrp="1"/>
          </p:cNvSpPr>
          <p:nvPr>
            <p:ph type="dt" sz="half" idx="10"/>
          </p:nvPr>
        </p:nvSpPr>
        <p:spPr/>
        <p:txBody>
          <a:bodyPr/>
          <a:lstStyle/>
          <a:p>
            <a:pPr>
              <a:defRPr/>
            </a:pPr>
            <a:endParaRPr lang="en-US" altLang="zh-CN"/>
          </a:p>
        </p:txBody>
      </p:sp>
      <p:sp>
        <p:nvSpPr>
          <p:cNvPr id="9" name="页脚占位符 8"/>
          <p:cNvSpPr>
            <a:spLocks noGrp="1"/>
          </p:cNvSpPr>
          <p:nvPr>
            <p:ph type="ftr" sz="quarter" idx="11"/>
          </p:nvPr>
        </p:nvSpPr>
        <p:spPr/>
        <p:txBody>
          <a:bodyPr/>
          <a:lstStyle/>
          <a:p>
            <a:pPr>
              <a:defRPr/>
            </a:pPr>
            <a:endParaRPr lang="en-US" altLang="zh-CN"/>
          </a:p>
        </p:txBody>
      </p:sp>
      <p:sp>
        <p:nvSpPr>
          <p:cNvPr id="10" name="灯片编号占位符 9"/>
          <p:cNvSpPr>
            <a:spLocks noGrp="1"/>
          </p:cNvSpPr>
          <p:nvPr>
            <p:ph type="sldNum" sz="quarter" idx="12"/>
          </p:nvPr>
        </p:nvSpPr>
        <p:spPr/>
        <p:txBody>
          <a:bodyPr/>
          <a:lstStyle/>
          <a:p>
            <a:pPr>
              <a:defRPr/>
            </a:pPr>
            <a:r>
              <a:rPr lang="en-US" altLang="zh-CN"/>
              <a:t>-</a:t>
            </a:r>
            <a:fld id="{84D0465F-A6A2-4704-8971-06036326BA03}" type="slidenum">
              <a:rPr lang="en-US" altLang="zh-CN" smtClean="0"/>
              <a:t>‹#›</a:t>
            </a:fld>
            <a:r>
              <a:rPr lang="en-US" altLang="zh-CN"/>
              <a:t>-</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r>
              <a:rPr lang="en-US" altLang="zh-CN"/>
              <a:t>-</a:t>
            </a:r>
            <a:fld id="{D6E6B468-02A4-41FE-B3CE-B77921BD89DB}" type="slidenum">
              <a:rPr lang="en-US" altLang="zh-CN"/>
              <a:t>‹#›</a:t>
            </a:fld>
            <a:r>
              <a:rPr lang="en-US" altLang="zh-CN"/>
              <a:t>-</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007535" y="981076"/>
            <a:ext cx="5177367"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388102" y="981076"/>
            <a:ext cx="5179484"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r>
              <a:rPr lang="en-US" altLang="zh-CN"/>
              <a:t>-</a:t>
            </a:r>
            <a:fld id="{313B5030-E818-4E33-B39F-291F5E9F4D7A}" type="slidenum">
              <a:rPr lang="en-US" altLang="zh-CN"/>
              <a:t>‹#›</a:t>
            </a:fld>
            <a:r>
              <a:rPr lang="en-US" altLang="zh-CN"/>
              <a:t>-</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pPr>
              <a:defRPr/>
            </a:pPr>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endParaRPr lang="en-US" altLang="zh-CN"/>
          </a:p>
        </p:txBody>
      </p:sp>
      <p:sp>
        <p:nvSpPr>
          <p:cNvPr id="9" name="Rectangle 9"/>
          <p:cNvSpPr>
            <a:spLocks noGrp="1" noChangeArrowheads="1"/>
          </p:cNvSpPr>
          <p:nvPr>
            <p:ph type="sldNum" sz="quarter" idx="12"/>
          </p:nvPr>
        </p:nvSpPr>
        <p:spPr/>
        <p:txBody>
          <a:bodyPr/>
          <a:lstStyle>
            <a:lvl1pPr>
              <a:defRPr/>
            </a:lvl1pPr>
          </a:lstStyle>
          <a:p>
            <a:pPr>
              <a:defRPr/>
            </a:pPr>
            <a:r>
              <a:rPr lang="en-US" altLang="zh-CN"/>
              <a:t>-</a:t>
            </a:r>
            <a:fld id="{3606F398-8D4B-4DEB-B16A-FAF288C18440}" type="slidenum">
              <a:rPr lang="en-US" altLang="zh-CN"/>
              <a:t>‹#›</a:t>
            </a:fld>
            <a:r>
              <a:rPr lang="en-US" altLang="zh-CN"/>
              <a:t>-</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endParaRPr lang="en-US" altLang="zh-CN"/>
          </a:p>
        </p:txBody>
      </p:sp>
      <p:sp>
        <p:nvSpPr>
          <p:cNvPr id="5" name="Rectangle 9"/>
          <p:cNvSpPr>
            <a:spLocks noGrp="1" noChangeArrowheads="1"/>
          </p:cNvSpPr>
          <p:nvPr>
            <p:ph type="sldNum" sz="quarter" idx="12"/>
          </p:nvPr>
        </p:nvSpPr>
        <p:spPr/>
        <p:txBody>
          <a:bodyPr/>
          <a:lstStyle>
            <a:lvl1pPr>
              <a:defRPr/>
            </a:lvl1pPr>
          </a:lstStyle>
          <a:p>
            <a:pPr>
              <a:defRPr/>
            </a:pPr>
            <a:r>
              <a:rPr lang="en-US" altLang="zh-CN"/>
              <a:t>-</a:t>
            </a:r>
            <a:fld id="{032872BE-FA2C-46C2-A169-1F30EC6FAD64}" type="slidenum">
              <a:rPr lang="en-US" altLang="zh-CN"/>
              <a:t>‹#›</a:t>
            </a:fld>
            <a:r>
              <a:rPr lang="en-US" altLang="zh-CN"/>
              <a:t>-</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endParaRPr lang="en-US" altLang="zh-CN"/>
          </a:p>
        </p:txBody>
      </p:sp>
      <p:sp>
        <p:nvSpPr>
          <p:cNvPr id="4" name="Rectangle 9"/>
          <p:cNvSpPr>
            <a:spLocks noGrp="1" noChangeArrowheads="1"/>
          </p:cNvSpPr>
          <p:nvPr>
            <p:ph type="sldNum" sz="quarter" idx="12"/>
          </p:nvPr>
        </p:nvSpPr>
        <p:spPr/>
        <p:txBody>
          <a:bodyPr/>
          <a:lstStyle>
            <a:lvl1pPr>
              <a:defRPr/>
            </a:lvl1pPr>
          </a:lstStyle>
          <a:p>
            <a:pPr>
              <a:defRPr/>
            </a:pPr>
            <a:r>
              <a:rPr lang="en-US" altLang="zh-CN"/>
              <a:t>-</a:t>
            </a:r>
            <a:fld id="{DFCFE3A8-A593-4639-BBAE-F87840FCABEA}" type="slidenum">
              <a:rPr lang="en-US" altLang="zh-CN"/>
              <a:t>‹#›</a:t>
            </a:fld>
            <a:r>
              <a:rPr lang="en-US" altLang="zh-CN"/>
              <a:t>-</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r>
              <a:rPr lang="en-US" altLang="zh-CN"/>
              <a:t>-</a:t>
            </a:r>
            <a:fld id="{5B838669-9B40-452C-9C7C-05CE661747FF}" type="slidenum">
              <a:rPr lang="en-US" altLang="zh-CN"/>
              <a:t>‹#›</a:t>
            </a:fld>
            <a:r>
              <a:rPr lang="en-US" altLang="zh-CN"/>
              <a:t>-</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r>
              <a:rPr lang="en-US" altLang="zh-CN"/>
              <a:t>-</a:t>
            </a:r>
            <a:fld id="{DF5EE5D7-DA54-4996-B04D-BEB0C65CB3ED}" type="slidenum">
              <a:rPr lang="en-US" altLang="zh-CN"/>
              <a:t>‹#›</a:t>
            </a:fld>
            <a:r>
              <a:rPr lang="en-US" altLang="zh-CN"/>
              <a:t>-</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r>
              <a:rPr lang="en-US" altLang="zh-CN"/>
              <a:t>-</a:t>
            </a:r>
            <a:fld id="{013A5948-C572-4A45-8388-DE4E873D8B50}" type="slidenum">
              <a:rPr lang="en-US" altLang="zh-CN"/>
              <a:t>‹#›</a:t>
            </a:fld>
            <a:r>
              <a:rPr lang="en-US" altLang="zh-CN"/>
              <a:t>-</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51902" y="260350"/>
            <a:ext cx="2715684" cy="6121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98500" y="260350"/>
            <a:ext cx="7950200" cy="6121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r>
              <a:rPr lang="en-US" altLang="zh-CN"/>
              <a:t>-</a:t>
            </a:r>
            <a:fld id="{EA087514-DBC3-4F18-B126-1E056A3FAD03}" type="slidenum">
              <a:rPr lang="en-US" altLang="zh-CN"/>
              <a:t>‹#›</a:t>
            </a:fld>
            <a:r>
              <a:rPr lang="en-US" altLang="zh-CN"/>
              <a:t>-</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98502" y="260350"/>
            <a:ext cx="10581217" cy="647700"/>
          </a:xfrm>
        </p:spPr>
        <p:txBody>
          <a:bodyPr/>
          <a:lstStyle/>
          <a:p>
            <a:r>
              <a:rPr lang="zh-CN" altLang="en-US"/>
              <a:t>单击此处编辑母版标题样式</a:t>
            </a:r>
          </a:p>
        </p:txBody>
      </p:sp>
      <p:sp>
        <p:nvSpPr>
          <p:cNvPr id="3" name="表格占位符 2"/>
          <p:cNvSpPr>
            <a:spLocks noGrp="1"/>
          </p:cNvSpPr>
          <p:nvPr>
            <p:ph type="tbl" idx="1"/>
          </p:nvPr>
        </p:nvSpPr>
        <p:spPr>
          <a:xfrm>
            <a:off x="1007533" y="981076"/>
            <a:ext cx="10560051" cy="5400675"/>
          </a:xfrm>
        </p:spPr>
        <p:txBody>
          <a:bodyPr/>
          <a:lstStyle/>
          <a:p>
            <a:pPr lvl="0"/>
            <a:endParaRPr lang="zh-CN" altLang="en-US" noProof="0"/>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r>
              <a:rPr lang="en-US" altLang="zh-CN"/>
              <a:t>-</a:t>
            </a:r>
            <a:fld id="{6479F1E9-65E1-40DC-A5C5-996A70B92A35}" type="slidenum">
              <a:rPr lang="en-US" altLang="zh-CN"/>
              <a:t>‹#›</a:t>
            </a:fld>
            <a:r>
              <a:rPr lang="en-US" altLang="zh-CN"/>
              <a:t>-</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698502" y="260350"/>
            <a:ext cx="10581217" cy="647700"/>
          </a:xfrm>
        </p:spPr>
        <p:txBody>
          <a:bodyPr/>
          <a:lstStyle/>
          <a:p>
            <a:r>
              <a:rPr lang="zh-CN" altLang="en-US"/>
              <a:t>单击此处编辑母版标题样式</a:t>
            </a:r>
          </a:p>
        </p:txBody>
      </p:sp>
      <p:sp>
        <p:nvSpPr>
          <p:cNvPr id="3" name="文本占位符 2"/>
          <p:cNvSpPr>
            <a:spLocks noGrp="1"/>
          </p:cNvSpPr>
          <p:nvPr>
            <p:ph type="body" sz="half" idx="1"/>
          </p:nvPr>
        </p:nvSpPr>
        <p:spPr>
          <a:xfrm>
            <a:off x="1007533" y="981075"/>
            <a:ext cx="10560051" cy="26241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1007533" y="3757616"/>
            <a:ext cx="10560051" cy="26241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r>
              <a:rPr lang="en-US" altLang="zh-CN"/>
              <a:t>-</a:t>
            </a:r>
            <a:fld id="{ED612CAB-A7E8-42E7-B19B-FAF31ED16A78}" type="slidenum">
              <a:rPr lang="en-US" altLang="zh-CN"/>
              <a:t>‹#›</a:t>
            </a:fld>
            <a:r>
              <a:rPr lang="en-US" altLang="zh-CN"/>
              <a:t>-</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98502" y="260350"/>
            <a:ext cx="10581217" cy="647700"/>
          </a:xfrm>
        </p:spPr>
        <p:txBody>
          <a:bodyPr/>
          <a:lstStyle/>
          <a:p>
            <a:r>
              <a:rPr lang="zh-CN" altLang="en-US"/>
              <a:t>单击此处编辑母版标题样式</a:t>
            </a:r>
          </a:p>
        </p:txBody>
      </p:sp>
      <p:sp>
        <p:nvSpPr>
          <p:cNvPr id="3" name="文本占位符 2"/>
          <p:cNvSpPr>
            <a:spLocks noGrp="1"/>
          </p:cNvSpPr>
          <p:nvPr>
            <p:ph type="body" sz="half" idx="1"/>
          </p:nvPr>
        </p:nvSpPr>
        <p:spPr>
          <a:xfrm>
            <a:off x="1007535" y="981076"/>
            <a:ext cx="5177367" cy="54006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388102" y="981076"/>
            <a:ext cx="5179484" cy="54006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r>
              <a:rPr lang="en-US" altLang="zh-CN"/>
              <a:t>-</a:t>
            </a:r>
            <a:fld id="{6B3EEB90-CB8C-413F-818F-0FDB1445C3FE}" type="slidenum">
              <a:rPr lang="en-US" altLang="zh-CN"/>
              <a:t>‹#›</a:t>
            </a:fld>
            <a:r>
              <a:rPr lang="en-US" altLang="zh-CN"/>
              <a:t>-</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146" name="Picture 10"/>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0" y="-1588"/>
            <a:ext cx="12177708" cy="262703"/>
          </a:xfrm>
          <a:prstGeom prst="rect">
            <a:avLst/>
          </a:prstGeom>
          <a:noFill/>
          <a:ln>
            <a:noFill/>
          </a:ln>
          <a:effectLst>
            <a:softEdge rad="63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12"/>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0" y="6407153"/>
            <a:ext cx="121920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Rectangle 3"/>
          <p:cNvSpPr>
            <a:spLocks noGrp="1" noChangeArrowheads="1"/>
          </p:cNvSpPr>
          <p:nvPr>
            <p:ph type="title"/>
          </p:nvPr>
        </p:nvSpPr>
        <p:spPr bwMode="auto">
          <a:xfrm>
            <a:off x="1007533" y="260648"/>
            <a:ext cx="1006350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dirty="0"/>
              <a:t>单击此处编辑母版标题样式</a:t>
            </a:r>
          </a:p>
        </p:txBody>
      </p:sp>
      <p:sp>
        <p:nvSpPr>
          <p:cNvPr id="6150" name="Rectangle 4"/>
          <p:cNvSpPr>
            <a:spLocks noGrp="1" noChangeArrowheads="1"/>
          </p:cNvSpPr>
          <p:nvPr>
            <p:ph type="body" idx="1"/>
          </p:nvPr>
        </p:nvSpPr>
        <p:spPr bwMode="auto">
          <a:xfrm>
            <a:off x="695401" y="981076"/>
            <a:ext cx="10872184"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0053" name="Rectangle 5"/>
          <p:cNvSpPr>
            <a:spLocks noGrp="1" noChangeArrowheads="1"/>
          </p:cNvSpPr>
          <p:nvPr>
            <p:ph type="dt" sz="half" idx="2"/>
          </p:nvPr>
        </p:nvSpPr>
        <p:spPr bwMode="auto">
          <a:xfrm>
            <a:off x="1219200" y="6324600"/>
            <a:ext cx="2540000" cy="457200"/>
          </a:xfrm>
          <a:prstGeom prst="rect">
            <a:avLst/>
          </a:prstGeom>
          <a:noFill/>
          <a:ln w="9525">
            <a:noFill/>
            <a:miter lim="800000"/>
          </a:ln>
          <a:effectLst/>
        </p:spPr>
        <p:txBody>
          <a:bodyPr vert="horz" wrap="square" lIns="91440" tIns="45720" rIns="91440" bIns="45720" numCol="1" anchor="b" anchorCtr="0" compatLnSpc="1"/>
          <a:lstStyle>
            <a:lvl1pPr>
              <a:defRPr kumimoji="0" sz="1400" b="0"/>
            </a:lvl1pPr>
          </a:lstStyle>
          <a:p>
            <a:pPr>
              <a:defRPr/>
            </a:pPr>
            <a:endParaRPr lang="en-US" altLang="zh-CN"/>
          </a:p>
        </p:txBody>
      </p:sp>
      <p:sp>
        <p:nvSpPr>
          <p:cNvPr id="130054" name="Rectangle 6"/>
          <p:cNvSpPr>
            <a:spLocks noGrp="1" noChangeArrowheads="1"/>
          </p:cNvSpPr>
          <p:nvPr>
            <p:ph type="ftr" sz="quarter" idx="3"/>
          </p:nvPr>
        </p:nvSpPr>
        <p:spPr bwMode="auto">
          <a:xfrm>
            <a:off x="4470400" y="6324600"/>
            <a:ext cx="3048000" cy="457200"/>
          </a:xfrm>
          <a:prstGeom prst="rect">
            <a:avLst/>
          </a:prstGeom>
          <a:noFill/>
          <a:ln w="9525">
            <a:noFill/>
            <a:miter lim="800000"/>
          </a:ln>
          <a:effectLst/>
        </p:spPr>
        <p:txBody>
          <a:bodyPr vert="horz" wrap="square" lIns="91440" tIns="45720" rIns="91440" bIns="45720" numCol="1" anchor="b" anchorCtr="0" compatLnSpc="1"/>
          <a:lstStyle>
            <a:lvl1pPr algn="ctr">
              <a:defRPr kumimoji="0" sz="1400" b="0"/>
            </a:lvl1pPr>
          </a:lstStyle>
          <a:p>
            <a:pPr>
              <a:defRPr/>
            </a:pPr>
            <a:endParaRPr lang="en-US" altLang="zh-CN"/>
          </a:p>
        </p:txBody>
      </p:sp>
      <p:sp>
        <p:nvSpPr>
          <p:cNvPr id="130056" name="Rectangle 8"/>
          <p:cNvSpPr>
            <a:spLocks noChangeArrowheads="1"/>
          </p:cNvSpPr>
          <p:nvPr/>
        </p:nvSpPr>
        <p:spPr bwMode="auto">
          <a:xfrm>
            <a:off x="0" y="6656388"/>
            <a:ext cx="12192000" cy="228600"/>
          </a:xfrm>
          <a:prstGeom prst="rect">
            <a:avLst/>
          </a:prstGeom>
          <a:solidFill>
            <a:schemeClr val="folHlink"/>
          </a:solidFill>
          <a:ln w="9525">
            <a:solidFill>
              <a:schemeClr val="tx1"/>
            </a:solidFill>
            <a:miter lim="800000"/>
          </a:ln>
          <a:effectLst/>
        </p:spPr>
        <p:txBody>
          <a:bodyPr wrap="none" anchor="ctr"/>
          <a:lstStyle/>
          <a:p>
            <a:pPr>
              <a:defRPr/>
            </a:pPr>
            <a:endParaRPr lang="zh-CN" altLang="en-US" sz="2400"/>
          </a:p>
        </p:txBody>
      </p:sp>
      <p:sp>
        <p:nvSpPr>
          <p:cNvPr id="130057" name="Rectangle 9"/>
          <p:cNvSpPr>
            <a:spLocks noGrp="1" noChangeArrowheads="1"/>
          </p:cNvSpPr>
          <p:nvPr>
            <p:ph type="sldNum" sz="quarter" idx="4"/>
          </p:nvPr>
        </p:nvSpPr>
        <p:spPr bwMode="auto">
          <a:xfrm>
            <a:off x="8737600" y="6408738"/>
            <a:ext cx="2844800" cy="476250"/>
          </a:xfrm>
          <a:prstGeom prst="rect">
            <a:avLst/>
          </a:prstGeom>
          <a:noFill/>
          <a:ln w="9525">
            <a:noFill/>
            <a:miter lim="800000"/>
          </a:ln>
          <a:effectLst/>
        </p:spPr>
        <p:txBody>
          <a:bodyPr vert="horz" wrap="square" lIns="91440" tIns="45720" rIns="91440" bIns="45720" numCol="1" anchor="t" anchorCtr="0" compatLnSpc="1"/>
          <a:lstStyle>
            <a:lvl1pPr algn="r">
              <a:defRPr sz="1200" b="0">
                <a:solidFill>
                  <a:srgbClr val="4D4D4D"/>
                </a:solidFill>
                <a:latin typeface="Arial" panose="020B0604020202020204" pitchFamily="34" charset="0"/>
              </a:defRPr>
            </a:lvl1pPr>
          </a:lstStyle>
          <a:p>
            <a:pPr>
              <a:defRPr/>
            </a:pPr>
            <a:r>
              <a:rPr lang="en-US" altLang="zh-CN"/>
              <a:t>-</a:t>
            </a:r>
            <a:fld id="{84D0465F-A6A2-4704-8971-06036326BA03}" type="slidenum">
              <a:rPr lang="en-US" altLang="zh-CN"/>
              <a:t>‹#›</a:t>
            </a:fld>
            <a:r>
              <a:rPr lang="en-US" altLang="zh-CN"/>
              <a:t>-</a:t>
            </a:r>
          </a:p>
        </p:txBody>
      </p:sp>
      <p:pic>
        <p:nvPicPr>
          <p:cNvPr id="6155" name="Picture 14"/>
          <p:cNvPicPr>
            <a:picLocks noChangeAspect="1" noChangeArrowheads="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9445435" y="5924350"/>
            <a:ext cx="827027" cy="628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064" name="Text Box 16"/>
          <p:cNvSpPr txBox="1">
            <a:spLocks noChangeArrowheads="1"/>
          </p:cNvSpPr>
          <p:nvPr userDrawn="1"/>
        </p:nvSpPr>
        <p:spPr bwMode="auto">
          <a:xfrm>
            <a:off x="46569" y="6626225"/>
            <a:ext cx="5977423" cy="307777"/>
          </a:xfrm>
          <a:prstGeom prst="rect">
            <a:avLst/>
          </a:prstGeom>
          <a:noFill/>
          <a:ln w="9525">
            <a:noFill/>
            <a:miter lim="800000"/>
          </a:ln>
          <a:effectLst/>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lang="en-US" altLang="zh-CN" sz="1400" b="0" dirty="0">
                <a:latin typeface="Arial" panose="020B0604020202020204" pitchFamily="34" charset="0"/>
              </a:rPr>
              <a:t>Copyright © Course Group G01, Hangzhou City University.</a:t>
            </a:r>
          </a:p>
        </p:txBody>
      </p:sp>
      <p:sp>
        <p:nvSpPr>
          <p:cNvPr id="130065" name="Text Box 17"/>
          <p:cNvSpPr txBox="1">
            <a:spLocks noChangeArrowheads="1"/>
          </p:cNvSpPr>
          <p:nvPr userDrawn="1"/>
        </p:nvSpPr>
        <p:spPr bwMode="auto">
          <a:xfrm>
            <a:off x="7920569" y="6626225"/>
            <a:ext cx="4271433" cy="304800"/>
          </a:xfrm>
          <a:prstGeom prst="rect">
            <a:avLst/>
          </a:prstGeom>
          <a:noFill/>
          <a:ln w="9525">
            <a:noFill/>
            <a:miter lim="800000"/>
          </a:ln>
          <a:effectLst/>
        </p:spPr>
        <p:txBody>
          <a:bodyPr>
            <a:spAutoFit/>
          </a:bodyPr>
          <a:lstStyle/>
          <a:p>
            <a:pPr algn="r">
              <a:spcBef>
                <a:spcPct val="50000"/>
              </a:spcBef>
              <a:defRPr/>
            </a:pPr>
            <a:r>
              <a:rPr lang="en-US" altLang="zh-CN" sz="1400" b="0" dirty="0">
                <a:latin typeface="Arial" panose="020B0604020202020204" pitchFamily="34" charset="0"/>
              </a:rPr>
              <a:t>Hangzhou City University</a:t>
            </a:r>
          </a:p>
        </p:txBody>
      </p:sp>
      <p:sp>
        <p:nvSpPr>
          <p:cNvPr id="2" name="文本框 1"/>
          <p:cNvSpPr txBox="1"/>
          <p:nvPr userDrawn="1"/>
        </p:nvSpPr>
        <p:spPr>
          <a:xfrm>
            <a:off x="10272464" y="5823523"/>
            <a:ext cx="1905244" cy="830997"/>
          </a:xfrm>
          <a:prstGeom prst="rect">
            <a:avLst/>
          </a:prstGeom>
          <a:noFill/>
        </p:spPr>
        <p:txBody>
          <a:bodyPr wrap="square" rtlCol="0">
            <a:spAutoFit/>
          </a:bodyPr>
          <a:lstStyle/>
          <a:p>
            <a:r>
              <a:rPr lang="en-US" altLang="zh-CN" dirty="0"/>
              <a:t>G01</a:t>
            </a:r>
            <a:r>
              <a:rPr lang="zh-CN" altLang="en-US" dirty="0"/>
              <a:t>一站式</a:t>
            </a:r>
            <a:r>
              <a:rPr lang="en-US" altLang="zh-CN" dirty="0"/>
              <a:t>AI</a:t>
            </a:r>
            <a:r>
              <a:rPr lang="zh-CN" altLang="en-US" dirty="0"/>
              <a:t>平台开发</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hf hdr="0" ftr="0" dt="0"/>
  <p:txStyles>
    <p:title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2pPr>
      <a:lvl3pPr algn="l" rtl="0" eaLnBrk="0" fontAlgn="base" hangingPunct="0">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3pPr>
      <a:lvl4pPr algn="l" rtl="0" eaLnBrk="0" fontAlgn="base" hangingPunct="0">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4pPr>
      <a:lvl5pPr algn="l" rtl="0" eaLnBrk="0" fontAlgn="base" hangingPunct="0">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5pPr>
      <a:lvl6pPr marL="457200" algn="l" rtl="0" fontAlgn="base">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6pPr>
      <a:lvl7pPr marL="914400" algn="l" rtl="0" fontAlgn="base">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7pPr>
      <a:lvl8pPr marL="1371600" algn="l" rtl="0" fontAlgn="base">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8pPr>
      <a:lvl9pPr marL="1828800" algn="l" rtl="0" fontAlgn="base">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9pPr>
    </p:titleStyle>
    <p:bodyStyle>
      <a:lvl1pPr marL="342900" indent="-342900" algn="l" rtl="0" eaLnBrk="0" fontAlgn="base" hangingPunct="0">
        <a:spcBef>
          <a:spcPct val="20000"/>
        </a:spcBef>
        <a:spcAft>
          <a:spcPct val="0"/>
        </a:spcAft>
        <a:buClr>
          <a:srgbClr val="A50021"/>
        </a:buClr>
        <a:buSzPct val="80000"/>
        <a:buFont typeface="Wingdings" panose="05000000000000000000" pitchFamily="2" charset="2"/>
        <a:buChar char="þ"/>
        <a:defRPr kumimoji="1" sz="3200" b="0" baseline="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u"/>
        <a:defRPr kumimoji="1" sz="2800" b="0" baseline="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lr>
          <a:schemeClr val="hlink"/>
        </a:buClr>
        <a:buSzPct val="70000"/>
        <a:buFont typeface="Wingdings" panose="05000000000000000000" pitchFamily="2" charset="2"/>
        <a:buChar char="Ø"/>
        <a:defRPr kumimoji="1" sz="2400" b="0" baseline="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lr>
          <a:schemeClr val="folHlink"/>
        </a:buClr>
        <a:buSzPct val="70000"/>
        <a:buFont typeface="Wingdings" panose="05000000000000000000" pitchFamily="2" charset="2"/>
        <a:buChar char="ü"/>
        <a:defRPr kumimoji="1" sz="2000" b="0" baseline="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kumimoji="1" sz="2000" b="0" baseline="0">
          <a:solidFill>
            <a:schemeClr val="tx1"/>
          </a:solidFill>
          <a:latin typeface="+mn-lt"/>
          <a:ea typeface="微软雅黑" panose="020B0503020204020204" pitchFamily="34" charset="-122"/>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6.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notesSlide" Target="../notesSlides/notesSlide2.xml"/><Relationship Id="rId17" Type="http://schemas.openxmlformats.org/officeDocument/2006/relationships/image" Target="../media/image10.png"/><Relationship Id="rId2" Type="http://schemas.openxmlformats.org/officeDocument/2006/relationships/tags" Target="../tags/tag2.xml"/><Relationship Id="rId16" Type="http://schemas.openxmlformats.org/officeDocument/2006/relationships/image" Target="../media/image9.sv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7.xml"/><Relationship Id="rId5" Type="http://schemas.openxmlformats.org/officeDocument/2006/relationships/tags" Target="../tags/tag5.xml"/><Relationship Id="rId15" Type="http://schemas.openxmlformats.org/officeDocument/2006/relationships/image" Target="../media/image8.png"/><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notesSlide" Target="../notesSlides/notesSlide14.xml"/><Relationship Id="rId3" Type="http://schemas.openxmlformats.org/officeDocument/2006/relationships/tags" Target="../tags/tag13.xml"/><Relationship Id="rId7" Type="http://schemas.openxmlformats.org/officeDocument/2006/relationships/tags" Target="../tags/tag17.xml"/><Relationship Id="rId12"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5" Type="http://schemas.openxmlformats.org/officeDocument/2006/relationships/tags" Target="../tags/tag15.xml"/><Relationship Id="rId10" Type="http://schemas.openxmlformats.org/officeDocument/2006/relationships/tags" Target="../tags/tag20.xml"/><Relationship Id="rId4" Type="http://schemas.openxmlformats.org/officeDocument/2006/relationships/tags" Target="../tags/tag14.xml"/><Relationship Id="rId9" Type="http://schemas.openxmlformats.org/officeDocument/2006/relationships/tags" Target="../tags/tag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7.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oleObject" Target="../embeddings/oleObject2.bin"/><Relationship Id="rId4" Type="http://schemas.openxmlformats.org/officeDocument/2006/relationships/image" Target="../media/image15.wmf"/><Relationship Id="rId9" Type="http://schemas.openxmlformats.org/officeDocument/2006/relationships/oleObject" Target="../embeddings/oleObject4.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customXml" Target="../ink/ink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www.umlchina.com/Tools/Newindex1.htm"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2"/>
          <p:cNvSpPr>
            <a:spLocks noGrp="1" noChangeArrowheads="1"/>
          </p:cNvSpPr>
          <p:nvPr>
            <p:ph type="ctrTitle"/>
          </p:nvPr>
        </p:nvSpPr>
        <p:spPr>
          <a:xfrm>
            <a:off x="1524000" y="2132013"/>
            <a:ext cx="9144000" cy="1790700"/>
          </a:xfrm>
        </p:spPr>
        <p:txBody>
          <a:bodyPr/>
          <a:lstStyle/>
          <a:p>
            <a:pPr eaLnBrk="1" hangingPunct="1">
              <a:defRPr/>
            </a:pPr>
            <a:r>
              <a:rPr lang="en-US" altLang="zh-CN" u="sng" dirty="0">
                <a:solidFill>
                  <a:srgbClr val="A50021"/>
                </a:solidFill>
                <a:latin typeface="华文楷体" panose="02010600040101010101" pitchFamily="2" charset="-122"/>
                <a:ea typeface="华文楷体" panose="02010600040101010101" pitchFamily="2" charset="-122"/>
              </a:rPr>
              <a:t>UML</a:t>
            </a:r>
            <a:r>
              <a:rPr lang="zh-CN" altLang="en-US" u="sng" dirty="0">
                <a:solidFill>
                  <a:srgbClr val="A50021"/>
                </a:solidFill>
                <a:latin typeface="华文楷体" panose="02010600040101010101" pitchFamily="2" charset="-122"/>
                <a:ea typeface="华文楷体" panose="02010600040101010101" pitchFamily="2" charset="-122"/>
              </a:rPr>
              <a:t>概述</a:t>
            </a:r>
            <a:r>
              <a:rPr lang="en-US" altLang="zh-CN" u="sng" dirty="0">
                <a:solidFill>
                  <a:srgbClr val="A50021"/>
                </a:solidFill>
                <a:latin typeface="华文楷体" panose="02010600040101010101" pitchFamily="2" charset="-122"/>
                <a:ea typeface="华文楷体" panose="02010600040101010101" pitchFamily="2" charset="-122"/>
              </a:rPr>
              <a:t>—</a:t>
            </a:r>
            <a:r>
              <a:rPr lang="zh-CN" altLang="en-US" u="sng" dirty="0">
                <a:solidFill>
                  <a:srgbClr val="A50021"/>
                </a:solidFill>
                <a:latin typeface="华文楷体" panose="02010600040101010101" pitchFamily="2" charset="-122"/>
                <a:ea typeface="华文楷体" panose="02010600040101010101" pitchFamily="2" charset="-122"/>
              </a:rPr>
              <a:t>需求分析的通用语言</a:t>
            </a:r>
            <a:br>
              <a:rPr lang="zh-CN" altLang="en-US" sz="4000" dirty="0"/>
            </a:br>
            <a:r>
              <a:rPr lang="en-US" altLang="zh-CN" sz="3200" i="1" dirty="0"/>
              <a:t>Overview of UML — A Universal Language for Requirements Analysis</a:t>
            </a:r>
          </a:p>
        </p:txBody>
      </p:sp>
      <p:sp>
        <p:nvSpPr>
          <p:cNvPr id="4" name="Rectangle 3"/>
          <p:cNvSpPr>
            <a:spLocks noGrp="1" noChangeArrowheads="1"/>
          </p:cNvSpPr>
          <p:nvPr/>
        </p:nvSpPr>
        <p:spPr>
          <a:xfrm>
            <a:off x="2927985" y="4220210"/>
            <a:ext cx="6400800" cy="1752600"/>
          </a:xfrm>
          <a:prstGeom prst="rect">
            <a:avLst/>
          </a:prstGeom>
          <a:noFill/>
          <a:ln>
            <a:noFill/>
          </a:ln>
        </p:spPr>
        <p:txBody>
          <a:bodyPr vert="horz" wrap="square" lIns="91440" tIns="45720" rIns="91440" bIns="45720" numCol="1" anchor="t" anchorCtr="0" compatLnSpc="1"/>
          <a:lstStyle>
            <a:lvl1pPr marL="0" indent="0" algn="ctr" rtl="0" eaLnBrk="0" fontAlgn="base" hangingPunct="0">
              <a:spcBef>
                <a:spcPct val="20000"/>
              </a:spcBef>
              <a:spcAft>
                <a:spcPct val="0"/>
              </a:spcAft>
              <a:buClr>
                <a:srgbClr val="A50021"/>
              </a:buClr>
              <a:buSzPct val="80000"/>
              <a:buFont typeface="Wingdings" panose="05000000000000000000" pitchFamily="2" charset="2"/>
              <a:buNone/>
              <a:defRPr kumimoji="1" sz="3200" b="0" baseline="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u"/>
              <a:defRPr kumimoji="1" sz="2800" b="0" baseline="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lr>
                <a:schemeClr val="hlink"/>
              </a:buClr>
              <a:buSzPct val="70000"/>
              <a:buFont typeface="Wingdings" panose="05000000000000000000" pitchFamily="2" charset="2"/>
              <a:buChar char="Ø"/>
              <a:defRPr kumimoji="1" sz="2400" b="0" baseline="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lr>
                <a:schemeClr val="folHlink"/>
              </a:buClr>
              <a:buSzPct val="70000"/>
              <a:buFont typeface="Wingdings" panose="05000000000000000000" pitchFamily="2" charset="2"/>
              <a:buChar char="ü"/>
              <a:defRPr kumimoji="1" sz="2000" b="0" baseline="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kumimoji="1" sz="2000" b="0" baseline="0">
                <a:solidFill>
                  <a:schemeClr val="tx1"/>
                </a:solidFill>
                <a:latin typeface="+mn-lt"/>
                <a:ea typeface="微软雅黑" panose="020B0503020204020204" pitchFamily="34" charset="-122"/>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9pPr>
          </a:lstStyle>
          <a:p>
            <a:pPr algn="l" eaLnBrk="1" hangingPunct="1"/>
            <a:r>
              <a:rPr lang="zh-CN" altLang="en-US"/>
              <a:t>主讲：李俊翰</a:t>
            </a:r>
            <a:r>
              <a:rPr lang="en-US" altLang="zh-CN"/>
              <a:t>     </a:t>
            </a:r>
            <a:r>
              <a:rPr lang="zh-CN" altLang="en-US"/>
              <a:t>时间：</a:t>
            </a:r>
            <a:r>
              <a:rPr lang="en-US" altLang="zh-CN"/>
              <a:t>2026/3/24</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3"/>
            <a:stretch>
              <a:fillRect/>
            </a:stretch>
          </a:blipFill>
        </p:spPr>
      </p:sp>
      <p:sp>
        <p:nvSpPr>
          <p:cNvPr id="4" name="Freeform 4"/>
          <p:cNvSpPr/>
          <p:nvPr/>
        </p:nvSpPr>
        <p:spPr>
          <a:xfrm>
            <a:off x="0" y="1"/>
            <a:ext cx="12192000" cy="6857999"/>
          </a:xfrm>
          <a:custGeom>
            <a:avLst/>
            <a:gdLst/>
            <a:ahLst/>
            <a:cxnLst/>
            <a:rect l="l" t="t" r="r" b="b"/>
            <a:pathLst>
              <a:path w="18288000" h="10286998">
                <a:moveTo>
                  <a:pt x="0" y="0"/>
                </a:moveTo>
                <a:lnTo>
                  <a:pt x="18288000" y="0"/>
                </a:lnTo>
                <a:lnTo>
                  <a:pt x="18288000" y="10286999"/>
                </a:lnTo>
                <a:lnTo>
                  <a:pt x="0" y="10286999"/>
                </a:lnTo>
                <a:lnTo>
                  <a:pt x="0" y="0"/>
                </a:lnTo>
                <a:close/>
              </a:path>
            </a:pathLst>
          </a:custGeom>
          <a:blipFill>
            <a:blip r:embed="rId14"/>
            <a:stretch>
              <a:fillRect/>
            </a:stretch>
          </a:blipFill>
        </p:spPr>
      </p:sp>
      <p:grpSp>
        <p:nvGrpSpPr>
          <p:cNvPr id="5" name="Group 5"/>
          <p:cNvGrpSpPr/>
          <p:nvPr/>
        </p:nvGrpSpPr>
        <p:grpSpPr>
          <a:xfrm>
            <a:off x="47625" y="1271"/>
            <a:ext cx="12192000" cy="6857999"/>
            <a:chOff x="0" y="0"/>
            <a:chExt cx="24384000" cy="13715998"/>
          </a:xfrm>
        </p:grpSpPr>
        <p:sp>
          <p:nvSpPr>
            <p:cNvPr id="6" name="Freeform 6"/>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FFFFFF">
                <a:alpha val="56078"/>
              </a:srgbClr>
            </a:solidFill>
          </p:spPr>
        </p:sp>
      </p:grpSp>
      <p:grpSp>
        <p:nvGrpSpPr>
          <p:cNvPr id="7" name="Group 7"/>
          <p:cNvGrpSpPr/>
          <p:nvPr/>
        </p:nvGrpSpPr>
        <p:grpSpPr>
          <a:xfrm>
            <a:off x="334" y="979"/>
            <a:ext cx="4823913" cy="6857247"/>
            <a:chOff x="0" y="0"/>
            <a:chExt cx="9647826" cy="13714494"/>
          </a:xfrm>
        </p:grpSpPr>
        <p:sp>
          <p:nvSpPr>
            <p:cNvPr id="8" name="Freeform 8"/>
            <p:cNvSpPr/>
            <p:nvPr/>
          </p:nvSpPr>
          <p:spPr>
            <a:xfrm>
              <a:off x="0" y="0"/>
              <a:ext cx="9647810" cy="13714476"/>
            </a:xfrm>
            <a:custGeom>
              <a:avLst/>
              <a:gdLst/>
              <a:ahLst/>
              <a:cxnLst/>
              <a:rect l="l" t="t" r="r" b="b"/>
              <a:pathLst>
                <a:path w="9647810" h="13714476">
                  <a:moveTo>
                    <a:pt x="8181975" y="0"/>
                  </a:moveTo>
                  <a:lnTo>
                    <a:pt x="0" y="0"/>
                  </a:lnTo>
                  <a:lnTo>
                    <a:pt x="0" y="13714476"/>
                  </a:lnTo>
                  <a:lnTo>
                    <a:pt x="8132318" y="13714476"/>
                  </a:lnTo>
                  <a:lnTo>
                    <a:pt x="8438769" y="13008356"/>
                  </a:lnTo>
                  <a:lnTo>
                    <a:pt x="8712074" y="12276709"/>
                  </a:lnTo>
                  <a:lnTo>
                    <a:pt x="8960486" y="11540744"/>
                  </a:lnTo>
                  <a:lnTo>
                    <a:pt x="9163431" y="10779252"/>
                  </a:lnTo>
                  <a:lnTo>
                    <a:pt x="9337294" y="10013569"/>
                  </a:lnTo>
                  <a:lnTo>
                    <a:pt x="9473947" y="9222359"/>
                  </a:lnTo>
                  <a:lnTo>
                    <a:pt x="9569197" y="8426831"/>
                  </a:lnTo>
                  <a:lnTo>
                    <a:pt x="9627108" y="7622794"/>
                  </a:lnTo>
                  <a:lnTo>
                    <a:pt x="9647810" y="6801739"/>
                  </a:lnTo>
                  <a:lnTo>
                    <a:pt x="9627108" y="5997702"/>
                  </a:lnTo>
                  <a:lnTo>
                    <a:pt x="9569197" y="5202174"/>
                  </a:lnTo>
                  <a:lnTo>
                    <a:pt x="9473947" y="4419473"/>
                  </a:lnTo>
                  <a:lnTo>
                    <a:pt x="9345550" y="3645281"/>
                  </a:lnTo>
                  <a:lnTo>
                    <a:pt x="9184005" y="2888107"/>
                  </a:lnTo>
                  <a:lnTo>
                    <a:pt x="8981060" y="2143633"/>
                  </a:lnTo>
                  <a:lnTo>
                    <a:pt x="8749157" y="1411986"/>
                  </a:lnTo>
                  <a:lnTo>
                    <a:pt x="8480044" y="688848"/>
                  </a:lnTo>
                  <a:lnTo>
                    <a:pt x="8181975" y="0"/>
                  </a:lnTo>
                  <a:close/>
                </a:path>
              </a:pathLst>
            </a:custGeom>
            <a:solidFill>
              <a:srgbClr val="0053A3"/>
            </a:solidFill>
          </p:spPr>
        </p:sp>
      </p:grpSp>
      <p:grpSp>
        <p:nvGrpSpPr>
          <p:cNvPr id="9" name="Group 9"/>
          <p:cNvGrpSpPr/>
          <p:nvPr/>
        </p:nvGrpSpPr>
        <p:grpSpPr>
          <a:xfrm>
            <a:off x="1067427" y="2594960"/>
            <a:ext cx="2656118" cy="1731142"/>
            <a:chOff x="0" y="0"/>
            <a:chExt cx="5312236" cy="3462284"/>
          </a:xfrm>
        </p:grpSpPr>
        <p:sp>
          <p:nvSpPr>
            <p:cNvPr id="10" name="Freeform 10"/>
            <p:cNvSpPr/>
            <p:nvPr/>
          </p:nvSpPr>
          <p:spPr>
            <a:xfrm>
              <a:off x="0" y="0"/>
              <a:ext cx="5312283" cy="3462274"/>
            </a:xfrm>
            <a:custGeom>
              <a:avLst/>
              <a:gdLst/>
              <a:ahLst/>
              <a:cxnLst/>
              <a:rect l="l" t="t" r="r" b="b"/>
              <a:pathLst>
                <a:path w="5312283" h="3462274">
                  <a:moveTo>
                    <a:pt x="12700" y="0"/>
                  </a:moveTo>
                  <a:lnTo>
                    <a:pt x="5299583" y="0"/>
                  </a:lnTo>
                  <a:cubicBezTo>
                    <a:pt x="5306568" y="0"/>
                    <a:pt x="5312283" y="5715"/>
                    <a:pt x="5312283" y="12700"/>
                  </a:cubicBezTo>
                  <a:lnTo>
                    <a:pt x="5312283" y="3449574"/>
                  </a:lnTo>
                  <a:cubicBezTo>
                    <a:pt x="5312283" y="3456559"/>
                    <a:pt x="5306568" y="3462274"/>
                    <a:pt x="5299583" y="3462274"/>
                  </a:cubicBezTo>
                  <a:lnTo>
                    <a:pt x="12700" y="3462274"/>
                  </a:lnTo>
                  <a:cubicBezTo>
                    <a:pt x="5715" y="3462274"/>
                    <a:pt x="0" y="3456559"/>
                    <a:pt x="0" y="3449574"/>
                  </a:cubicBezTo>
                  <a:lnTo>
                    <a:pt x="0" y="12700"/>
                  </a:lnTo>
                  <a:cubicBezTo>
                    <a:pt x="0" y="5715"/>
                    <a:pt x="5715" y="0"/>
                    <a:pt x="12700" y="0"/>
                  </a:cubicBezTo>
                  <a:moveTo>
                    <a:pt x="12700" y="25400"/>
                  </a:moveTo>
                  <a:lnTo>
                    <a:pt x="12700" y="12700"/>
                  </a:lnTo>
                  <a:lnTo>
                    <a:pt x="25400" y="12700"/>
                  </a:lnTo>
                  <a:lnTo>
                    <a:pt x="25400" y="3449574"/>
                  </a:lnTo>
                  <a:lnTo>
                    <a:pt x="12700" y="3449574"/>
                  </a:lnTo>
                  <a:lnTo>
                    <a:pt x="12700" y="3436874"/>
                  </a:lnTo>
                  <a:lnTo>
                    <a:pt x="5299583" y="3436874"/>
                  </a:lnTo>
                  <a:lnTo>
                    <a:pt x="5299583" y="3449574"/>
                  </a:lnTo>
                  <a:lnTo>
                    <a:pt x="5286883" y="3449574"/>
                  </a:lnTo>
                  <a:lnTo>
                    <a:pt x="5286883" y="12700"/>
                  </a:lnTo>
                  <a:lnTo>
                    <a:pt x="5299583" y="12700"/>
                  </a:lnTo>
                  <a:lnTo>
                    <a:pt x="5299583" y="25400"/>
                  </a:lnTo>
                  <a:lnTo>
                    <a:pt x="12700" y="25400"/>
                  </a:lnTo>
                  <a:close/>
                </a:path>
              </a:pathLst>
            </a:custGeom>
            <a:solidFill>
              <a:srgbClr val="FFFFFF"/>
            </a:solidFill>
          </p:spPr>
        </p:sp>
      </p:grpSp>
      <p:sp>
        <p:nvSpPr>
          <p:cNvPr id="11" name="TextBox 11"/>
          <p:cNvSpPr txBox="1"/>
          <p:nvPr/>
        </p:nvSpPr>
        <p:spPr>
          <a:xfrm>
            <a:off x="1505185" y="2753232"/>
            <a:ext cx="1780603" cy="1181735"/>
          </a:xfrm>
          <a:prstGeom prst="rect">
            <a:avLst/>
          </a:prstGeom>
        </p:spPr>
        <p:txBody>
          <a:bodyPr lIns="0" tIns="0" rIns="0" bIns="0" rtlCol="0" anchor="t">
            <a:spAutoFit/>
          </a:bodyPr>
          <a:lstStyle/>
          <a:p>
            <a:pPr algn="ctr">
              <a:lnSpc>
                <a:spcPts val="9215"/>
              </a:lnSpc>
            </a:pPr>
            <a:r>
              <a:rPr lang="en-US" sz="5120" b="1">
                <a:solidFill>
                  <a:srgbClr val="FFFFFF"/>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目 录</a:t>
            </a:r>
          </a:p>
        </p:txBody>
      </p:sp>
      <p:sp>
        <p:nvSpPr>
          <p:cNvPr id="12" name="TextBox 12"/>
          <p:cNvSpPr txBox="1"/>
          <p:nvPr/>
        </p:nvSpPr>
        <p:spPr>
          <a:xfrm>
            <a:off x="1290946" y="3666511"/>
            <a:ext cx="2209080" cy="699770"/>
          </a:xfrm>
          <a:prstGeom prst="rect">
            <a:avLst/>
          </a:prstGeom>
        </p:spPr>
        <p:txBody>
          <a:bodyPr lIns="0" tIns="0" rIns="0" bIns="0" rtlCol="0" anchor="t">
            <a:spAutoFit/>
          </a:bodyPr>
          <a:lstStyle/>
          <a:p>
            <a:pPr algn="ctr">
              <a:lnSpc>
                <a:spcPts val="5460"/>
              </a:lnSpc>
            </a:pPr>
            <a:r>
              <a:rPr lang="en-US" sz="3035" b="1">
                <a:solidFill>
                  <a:srgbClr val="FFFFFF"/>
                </a:solidFill>
                <a:latin typeface="Arial MT Pro Bold" panose="020B0802020202020204"/>
                <a:ea typeface="Arial MT Pro Bold" panose="020B0802020202020204"/>
                <a:cs typeface="Arial MT Pro Bold" panose="020B0802020202020204"/>
                <a:sym typeface="Arial MT Pro Bold" panose="020B0802020202020204"/>
              </a:rPr>
              <a:t>CONTENTS</a:t>
            </a:r>
          </a:p>
        </p:txBody>
      </p:sp>
      <p:sp>
        <p:nvSpPr>
          <p:cNvPr id="13" name="TextBox 13"/>
          <p:cNvSpPr txBox="1"/>
          <p:nvPr>
            <p:custDataLst>
              <p:tags r:id="rId1"/>
            </p:custDataLst>
          </p:nvPr>
        </p:nvSpPr>
        <p:spPr>
          <a:xfrm>
            <a:off x="7116445" y="852858"/>
            <a:ext cx="4206875" cy="885825"/>
          </a:xfrm>
          <a:prstGeom prst="rect">
            <a:avLst/>
          </a:prstGeom>
        </p:spPr>
        <p:txBody>
          <a:bodyPr wrap="square" lIns="0" tIns="0" rIns="0" bIns="0" rtlCol="0" anchor="t">
            <a:spAutoFit/>
          </a:bodyPr>
          <a:lstStyle/>
          <a:p>
            <a:pPr algn="l">
              <a:lnSpc>
                <a:spcPts val="6910"/>
              </a:lnSpc>
            </a:pPr>
            <a:r>
              <a:rPr lang="zh-CN" altLang="en-US" sz="3200" dirty="0">
                <a:effectLst>
                  <a:outerShdw blurRad="38100" dist="38100" dir="2700000" algn="tl">
                    <a:srgbClr val="C0C0C0"/>
                  </a:outerShdw>
                </a:effectLst>
                <a:latin typeface="华文楷体" panose="02010600040101010101" pitchFamily="2" charset="-122"/>
                <a:ea typeface="华文楷体" panose="02010600040101010101" pitchFamily="2" charset="-122"/>
                <a:sym typeface="+mn-ea"/>
              </a:rPr>
              <a:t>UML是什么—定义</a:t>
            </a:r>
            <a:endParaRPr lang="en-US" sz="3200" b="1" spc="300" dirty="0">
              <a:solidFill>
                <a:srgbClr val="262626"/>
              </a:solidFill>
              <a:latin typeface="思源黑体 Heavy" panose="020B0A00000000000000" charset="-122"/>
              <a:ea typeface="思源黑体 Heavy" panose="020B0A00000000000000" charset="-122"/>
              <a:cs typeface="思源黑体 Heavy" panose="020B0A00000000000000" charset="-122"/>
              <a:sym typeface="思源黑体 Heavy" panose="020B0A00000000000000" charset="-122"/>
            </a:endParaRPr>
          </a:p>
        </p:txBody>
      </p:sp>
      <p:sp>
        <p:nvSpPr>
          <p:cNvPr id="14" name="TextBox 14"/>
          <p:cNvSpPr txBox="1"/>
          <p:nvPr>
            <p:custDataLst>
              <p:tags r:id="rId2"/>
            </p:custDataLst>
          </p:nvPr>
        </p:nvSpPr>
        <p:spPr>
          <a:xfrm>
            <a:off x="5916291" y="836712"/>
            <a:ext cx="849630" cy="923290"/>
          </a:xfrm>
          <a:prstGeom prst="rect">
            <a:avLst/>
          </a:prstGeom>
        </p:spPr>
        <p:txBody>
          <a:bodyPr lIns="0" tIns="0" rIns="0" bIns="0" rtlCol="0" anchor="t">
            <a:spAutoFit/>
          </a:bodyPr>
          <a:lstStyle/>
          <a:p>
            <a:pPr algn="l">
              <a:lnSpc>
                <a:spcPts val="7200"/>
              </a:lnSpc>
            </a:pPr>
            <a:r>
              <a:rPr lang="en-US" sz="3200" b="1" dirty="0">
                <a:solidFill>
                  <a:srgbClr val="26262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01</a:t>
            </a:r>
          </a:p>
        </p:txBody>
      </p:sp>
      <p:sp>
        <p:nvSpPr>
          <p:cNvPr id="16" name="TextBox 16"/>
          <p:cNvSpPr txBox="1"/>
          <p:nvPr>
            <p:custDataLst>
              <p:tags r:id="rId3"/>
            </p:custDataLst>
          </p:nvPr>
        </p:nvSpPr>
        <p:spPr>
          <a:xfrm>
            <a:off x="7116441" y="1711815"/>
            <a:ext cx="2678847" cy="923290"/>
          </a:xfrm>
          <a:prstGeom prst="rect">
            <a:avLst/>
          </a:prstGeom>
        </p:spPr>
        <p:txBody>
          <a:bodyPr lIns="0" tIns="0" rIns="0" bIns="0" rtlCol="0" anchor="t">
            <a:spAutoFit/>
          </a:bodyPr>
          <a:lstStyle/>
          <a:p>
            <a:pPr algn="l">
              <a:lnSpc>
                <a:spcPts val="7200"/>
              </a:lnSpc>
              <a:buClrTx/>
              <a:buSzTx/>
              <a:buFontTx/>
            </a:pPr>
            <a:r>
              <a:rPr lang="zh-CN" altLang="en-US" sz="3200" dirty="0">
                <a:effectLst>
                  <a:outerShdw blurRad="38100" dist="38100" dir="2700000" algn="tl">
                    <a:srgbClr val="C0C0C0"/>
                  </a:outerShdw>
                </a:effectLst>
                <a:latin typeface="华文楷体" panose="02010600040101010101" pitchFamily="2" charset="-122"/>
                <a:ea typeface="华文楷体" panose="02010600040101010101" pitchFamily="2" charset="-122"/>
                <a:sym typeface="+mn-ea"/>
              </a:rPr>
              <a:t>UML的历史</a:t>
            </a:r>
            <a:endParaRPr lang="en-US" sz="3200" b="1">
              <a:solidFill>
                <a:srgbClr val="262626"/>
              </a:solidFill>
              <a:latin typeface="思源黑体 Bold" panose="020B0800000000000000" charset="-122"/>
              <a:ea typeface="思源黑体 Bold" panose="020B0800000000000000" charset="-122"/>
              <a:cs typeface="思源黑体 Bold" panose="020B0800000000000000" charset="-122"/>
              <a:sym typeface="思源黑体 Heavy" panose="020B0A00000000000000" charset="-122"/>
            </a:endParaRPr>
          </a:p>
        </p:txBody>
      </p:sp>
      <p:sp>
        <p:nvSpPr>
          <p:cNvPr id="17" name="TextBox 17"/>
          <p:cNvSpPr txBox="1"/>
          <p:nvPr>
            <p:custDataLst>
              <p:tags r:id="rId4"/>
            </p:custDataLst>
          </p:nvPr>
        </p:nvSpPr>
        <p:spPr>
          <a:xfrm>
            <a:off x="5916291" y="1767130"/>
            <a:ext cx="849630" cy="923290"/>
          </a:xfrm>
          <a:prstGeom prst="rect">
            <a:avLst/>
          </a:prstGeom>
        </p:spPr>
        <p:txBody>
          <a:bodyPr lIns="0" tIns="0" rIns="0" bIns="0" rtlCol="0" anchor="t">
            <a:spAutoFit/>
          </a:bodyPr>
          <a:lstStyle/>
          <a:p>
            <a:pPr algn="l">
              <a:lnSpc>
                <a:spcPts val="7200"/>
              </a:lnSpc>
            </a:pPr>
            <a:r>
              <a:rPr lang="en-US" sz="3200" b="1">
                <a:solidFill>
                  <a:srgbClr val="26262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02</a:t>
            </a:r>
          </a:p>
        </p:txBody>
      </p:sp>
      <p:sp>
        <p:nvSpPr>
          <p:cNvPr id="19" name="TextBox 19"/>
          <p:cNvSpPr txBox="1"/>
          <p:nvPr>
            <p:custDataLst>
              <p:tags r:id="rId5"/>
            </p:custDataLst>
          </p:nvPr>
        </p:nvSpPr>
        <p:spPr>
          <a:xfrm>
            <a:off x="7116445" y="3034718"/>
            <a:ext cx="4136390" cy="492125"/>
          </a:xfrm>
          <a:prstGeom prst="rect">
            <a:avLst/>
          </a:prstGeom>
        </p:spPr>
        <p:txBody>
          <a:bodyPr wrap="square" lIns="0" tIns="0" rIns="0" bIns="0" rtlCol="0" anchor="t">
            <a:spAutoFit/>
          </a:bodyPr>
          <a:lstStyle/>
          <a:p>
            <a:pPr eaLnBrk="1" hangingPunct="1">
              <a:defRPr/>
            </a:pPr>
            <a:r>
              <a:rPr lang="zh-CN" altLang="en-US" sz="3200" dirty="0">
                <a:effectLst>
                  <a:outerShdw blurRad="38100" dist="38100" dir="2700000" algn="tl">
                    <a:srgbClr val="C0C0C0"/>
                  </a:outerShdw>
                </a:effectLst>
                <a:latin typeface="华文楷体" panose="02010600040101010101" pitchFamily="2" charset="-122"/>
                <a:ea typeface="华文楷体" panose="02010600040101010101" pitchFamily="2" charset="-122"/>
                <a:sym typeface="+mn-ea"/>
              </a:rPr>
              <a:t>UML的概念模型</a:t>
            </a:r>
            <a:endParaRPr lang="zh-CN" altLang="en-US" sz="3200" b="1" dirty="0">
              <a:effectLst>
                <a:outerShdw blurRad="38100" dist="38100" dir="2700000" algn="tl">
                  <a:srgbClr val="C0C0C0"/>
                </a:outerShdw>
              </a:effectLst>
              <a:latin typeface="华文楷体" panose="02010600040101010101" pitchFamily="2" charset="-122"/>
              <a:ea typeface="华文楷体" panose="02010600040101010101" pitchFamily="2" charset="-122"/>
              <a:sym typeface="思源黑体 Heavy" panose="020B0A00000000000000" charset="-122"/>
            </a:endParaRPr>
          </a:p>
        </p:txBody>
      </p:sp>
      <p:sp>
        <p:nvSpPr>
          <p:cNvPr id="20" name="TextBox 20"/>
          <p:cNvSpPr txBox="1"/>
          <p:nvPr>
            <p:custDataLst>
              <p:tags r:id="rId6"/>
            </p:custDataLst>
          </p:nvPr>
        </p:nvSpPr>
        <p:spPr>
          <a:xfrm>
            <a:off x="5916291" y="2697548"/>
            <a:ext cx="849630" cy="923290"/>
          </a:xfrm>
          <a:prstGeom prst="rect">
            <a:avLst/>
          </a:prstGeom>
        </p:spPr>
        <p:txBody>
          <a:bodyPr lIns="0" tIns="0" rIns="0" bIns="0" rtlCol="0" anchor="t">
            <a:spAutoFit/>
          </a:bodyPr>
          <a:lstStyle/>
          <a:p>
            <a:pPr algn="l">
              <a:lnSpc>
                <a:spcPts val="7200"/>
              </a:lnSpc>
              <a:buClrTx/>
              <a:buSzTx/>
              <a:buFontTx/>
            </a:pPr>
            <a:r>
              <a:rPr lang="en-US" sz="3200" b="1">
                <a:solidFill>
                  <a:srgbClr val="26262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03</a:t>
            </a:r>
          </a:p>
        </p:txBody>
      </p:sp>
      <p:sp>
        <p:nvSpPr>
          <p:cNvPr id="22" name="TextBox 22"/>
          <p:cNvSpPr txBox="1"/>
          <p:nvPr>
            <p:custDataLst>
              <p:tags r:id="rId7"/>
            </p:custDataLst>
          </p:nvPr>
        </p:nvSpPr>
        <p:spPr>
          <a:xfrm>
            <a:off x="7116445" y="3897048"/>
            <a:ext cx="5187950" cy="492443"/>
          </a:xfrm>
          <a:prstGeom prst="rect">
            <a:avLst/>
          </a:prstGeom>
        </p:spPr>
        <p:txBody>
          <a:bodyPr wrap="square" lIns="0" tIns="0" rIns="0" bIns="0" rtlCol="0" anchor="t">
            <a:spAutoFit/>
          </a:bodyPr>
          <a:lstStyle/>
          <a:p>
            <a:pPr algn="l">
              <a:lnSpc>
                <a:spcPct val="100000"/>
              </a:lnSpc>
              <a:buClrTx/>
              <a:buSzTx/>
              <a:buFontTx/>
              <a:defRPr/>
            </a:pPr>
            <a:r>
              <a:rPr lang="zh-CN" altLang="en-US" sz="3200" dirty="0">
                <a:effectLst>
                  <a:outerShdw blurRad="38100" dist="38100" dir="2700000" algn="tl">
                    <a:srgbClr val="C0C0C0"/>
                  </a:outerShdw>
                </a:effectLst>
                <a:latin typeface="华文楷体" panose="02010600040101010101" pitchFamily="2" charset="-122"/>
                <a:ea typeface="华文楷体" panose="02010600040101010101" pitchFamily="2" charset="-122"/>
                <a:sym typeface="+mn-ea"/>
              </a:rPr>
              <a:t>UML的词汇—14种图</a:t>
            </a:r>
          </a:p>
        </p:txBody>
      </p:sp>
      <p:sp>
        <p:nvSpPr>
          <p:cNvPr id="23" name="TextBox 23"/>
          <p:cNvSpPr txBox="1"/>
          <p:nvPr>
            <p:custDataLst>
              <p:tags r:id="rId8"/>
            </p:custDataLst>
          </p:nvPr>
        </p:nvSpPr>
        <p:spPr>
          <a:xfrm>
            <a:off x="5916291" y="3556210"/>
            <a:ext cx="849630" cy="923290"/>
          </a:xfrm>
          <a:prstGeom prst="rect">
            <a:avLst/>
          </a:prstGeom>
        </p:spPr>
        <p:txBody>
          <a:bodyPr lIns="0" tIns="0" rIns="0" bIns="0" rtlCol="0" anchor="t">
            <a:spAutoFit/>
          </a:bodyPr>
          <a:lstStyle/>
          <a:p>
            <a:pPr algn="l">
              <a:lnSpc>
                <a:spcPts val="7200"/>
              </a:lnSpc>
              <a:buClrTx/>
              <a:buSzTx/>
              <a:buFontTx/>
            </a:pPr>
            <a:r>
              <a:rPr lang="en-US" sz="3200" b="1">
                <a:solidFill>
                  <a:srgbClr val="26262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04</a:t>
            </a:r>
          </a:p>
        </p:txBody>
      </p:sp>
      <p:sp>
        <p:nvSpPr>
          <p:cNvPr id="26" name="Freeform 26"/>
          <p:cNvSpPr/>
          <p:nvPr/>
        </p:nvSpPr>
        <p:spPr>
          <a:xfrm>
            <a:off x="11639237" y="-561021"/>
            <a:ext cx="1349310" cy="1187390"/>
          </a:xfrm>
          <a:custGeom>
            <a:avLst/>
            <a:gdLst/>
            <a:ahLst/>
            <a:cxnLst/>
            <a:rect l="l" t="t" r="r" b="b"/>
            <a:pathLst>
              <a:path w="2023965" h="1781085">
                <a:moveTo>
                  <a:pt x="0" y="0"/>
                </a:moveTo>
                <a:lnTo>
                  <a:pt x="2023965" y="0"/>
                </a:lnTo>
                <a:lnTo>
                  <a:pt x="2023965" y="1781085"/>
                </a:lnTo>
                <a:lnTo>
                  <a:pt x="0" y="1781085"/>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sp>
        <p:nvSpPr>
          <p:cNvPr id="27" name="Freeform 27"/>
          <p:cNvSpPr/>
          <p:nvPr/>
        </p:nvSpPr>
        <p:spPr>
          <a:xfrm>
            <a:off x="3392434" y="-217713"/>
            <a:ext cx="1987442" cy="7293426"/>
          </a:xfrm>
          <a:custGeom>
            <a:avLst/>
            <a:gdLst/>
            <a:ahLst/>
            <a:cxnLst/>
            <a:rect l="l" t="t" r="r" b="b"/>
            <a:pathLst>
              <a:path w="2981163" h="10940139">
                <a:moveTo>
                  <a:pt x="0" y="0"/>
                </a:moveTo>
                <a:lnTo>
                  <a:pt x="2981163" y="0"/>
                </a:lnTo>
                <a:lnTo>
                  <a:pt x="2981163" y="10940140"/>
                </a:lnTo>
                <a:lnTo>
                  <a:pt x="0" y="10940140"/>
                </a:lnTo>
                <a:lnTo>
                  <a:pt x="0" y="0"/>
                </a:lnTo>
                <a:close/>
              </a:path>
            </a:pathLst>
          </a:custGeom>
          <a:blipFill>
            <a:blip r:embed="rId17"/>
            <a:stretch>
              <a:fillRect/>
            </a:stretch>
          </a:blipFill>
        </p:spPr>
      </p:sp>
      <p:sp>
        <p:nvSpPr>
          <p:cNvPr id="30" name="TextBox 23"/>
          <p:cNvSpPr txBox="1"/>
          <p:nvPr>
            <p:custDataLst>
              <p:tags r:id="rId9"/>
            </p:custDataLst>
          </p:nvPr>
        </p:nvSpPr>
        <p:spPr>
          <a:xfrm>
            <a:off x="5916291" y="4472515"/>
            <a:ext cx="849630" cy="923290"/>
          </a:xfrm>
          <a:prstGeom prst="rect">
            <a:avLst/>
          </a:prstGeom>
        </p:spPr>
        <p:txBody>
          <a:bodyPr lIns="0" tIns="0" rIns="0" bIns="0" rtlCol="0" anchor="t">
            <a:spAutoFit/>
          </a:bodyPr>
          <a:lstStyle/>
          <a:p>
            <a:pPr algn="l">
              <a:lnSpc>
                <a:spcPts val="7200"/>
              </a:lnSpc>
              <a:buClrTx/>
              <a:buSzTx/>
              <a:buFontTx/>
            </a:pPr>
            <a:r>
              <a:rPr lang="en-US" sz="3200" b="1">
                <a:solidFill>
                  <a:srgbClr val="262626"/>
                </a:solidFill>
                <a:latin typeface="思源黑体 Bold" panose="020B0800000000000000" charset="-122"/>
                <a:ea typeface="思源黑体 Bold" panose="020B0800000000000000" charset="-122"/>
                <a:cs typeface="思源黑体 Bold" panose="020B0800000000000000" charset="-122"/>
                <a:sym typeface="思源黑体 Bold" panose="020B0800000000000000" charset="-122"/>
              </a:rPr>
              <a:t>05</a:t>
            </a:r>
          </a:p>
        </p:txBody>
      </p:sp>
      <p:sp>
        <p:nvSpPr>
          <p:cNvPr id="31" name="TextBox 22"/>
          <p:cNvSpPr txBox="1"/>
          <p:nvPr>
            <p:custDataLst>
              <p:tags r:id="rId10"/>
            </p:custDataLst>
          </p:nvPr>
        </p:nvSpPr>
        <p:spPr>
          <a:xfrm>
            <a:off x="7116445" y="4474898"/>
            <a:ext cx="4717415" cy="885825"/>
          </a:xfrm>
          <a:prstGeom prst="rect">
            <a:avLst/>
          </a:prstGeom>
        </p:spPr>
        <p:txBody>
          <a:bodyPr wrap="square" lIns="0" tIns="0" rIns="0" bIns="0" rtlCol="0" anchor="t">
            <a:spAutoFit/>
          </a:bodyPr>
          <a:lstStyle/>
          <a:p>
            <a:pPr algn="l">
              <a:lnSpc>
                <a:spcPts val="6910"/>
              </a:lnSpc>
            </a:pPr>
            <a:r>
              <a:rPr lang="zh-CN" altLang="en-US" sz="3200" dirty="0">
                <a:effectLst>
                  <a:outerShdw blurRad="38100" dist="38100" dir="2700000" algn="tl">
                    <a:srgbClr val="C0C0C0"/>
                  </a:outerShdw>
                </a:effectLst>
                <a:latin typeface="华文楷体" panose="02010600040101010101" pitchFamily="2" charset="-122"/>
                <a:ea typeface="华文楷体" panose="02010600040101010101" pitchFamily="2" charset="-122"/>
                <a:sym typeface="+mn-ea"/>
              </a:rPr>
              <a:t>UML在需求分析中的应用</a:t>
            </a:r>
            <a:endParaRPr lang="en-US" sz="3200" b="1" spc="300" dirty="0">
              <a:solidFill>
                <a:srgbClr val="262626"/>
              </a:solidFill>
              <a:latin typeface="思源黑体 Heavy" panose="020B0A00000000000000" charset="-122"/>
              <a:ea typeface="思源黑体 Heavy" panose="020B0A00000000000000" charset="-122"/>
              <a:cs typeface="思源黑体 Heavy" panose="020B0A00000000000000" charset="-122"/>
              <a:sym typeface="思源黑体 Heavy" panose="020B0A00000000000000" charset="-122"/>
            </a:endParaRP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2"/>
          <p:cNvSpPr>
            <a:spLocks noGrp="1" noChangeArrowheads="1"/>
          </p:cNvSpPr>
          <p:nvPr>
            <p:ph type="ctrTitle"/>
          </p:nvPr>
        </p:nvSpPr>
        <p:spPr/>
        <p:txBody>
          <a:bodyPr/>
          <a:lstStyle/>
          <a:p>
            <a:pPr eaLnBrk="1" hangingPunct="1">
              <a:defRPr/>
            </a:pPr>
            <a:r>
              <a:rPr lang="zh-CN" altLang="en-US" dirty="0">
                <a:latin typeface="华文楷体" panose="02010600040101010101" pitchFamily="2" charset="-122"/>
                <a:ea typeface="华文楷体" panose="02010600040101010101" pitchFamily="2" charset="-122"/>
              </a:rPr>
              <a:t>第</a:t>
            </a:r>
            <a:r>
              <a:rPr lang="en-US" altLang="zh-CN" dirty="0">
                <a:latin typeface="华文楷体" panose="02010600040101010101" pitchFamily="2" charset="-122"/>
                <a:ea typeface="华文楷体" panose="02010600040101010101" pitchFamily="2" charset="-122"/>
              </a:rPr>
              <a:t>01</a:t>
            </a:r>
            <a:r>
              <a:rPr lang="zh-CN" altLang="en-US" dirty="0">
                <a:latin typeface="华文楷体" panose="02010600040101010101" pitchFamily="2" charset="-122"/>
                <a:ea typeface="华文楷体" panose="02010600040101010101" pitchFamily="2" charset="-122"/>
              </a:rPr>
              <a:t>章 </a:t>
            </a:r>
            <a:r>
              <a:rPr lang="en-US" altLang="zh-CN" dirty="0">
                <a:latin typeface="华文楷体" panose="02010600040101010101" pitchFamily="2" charset="-122"/>
                <a:ea typeface="华文楷体" panose="02010600040101010101" pitchFamily="2" charset="-122"/>
              </a:rPr>
              <a:t>UML</a:t>
            </a:r>
            <a:r>
              <a:rPr lang="zh-CN" altLang="en-US" dirty="0">
                <a:latin typeface="华文楷体" panose="02010600040101010101" pitchFamily="2" charset="-122"/>
                <a:ea typeface="华文楷体" panose="02010600040101010101" pitchFamily="2" charset="-122"/>
              </a:rPr>
              <a:t>是什么</a:t>
            </a:r>
            <a:r>
              <a:rPr lang="en-US" altLang="zh-CN" dirty="0">
                <a:latin typeface="华文楷体" panose="02010600040101010101" pitchFamily="2" charset="-122"/>
                <a:ea typeface="华文楷体" panose="02010600040101010101" pitchFamily="2" charset="-122"/>
              </a:rPr>
              <a:t>—</a:t>
            </a:r>
            <a:r>
              <a:rPr lang="zh-CN" altLang="en-US" dirty="0">
                <a:latin typeface="华文楷体" panose="02010600040101010101" pitchFamily="2" charset="-122"/>
                <a:ea typeface="华文楷体" panose="02010600040101010101" pitchFamily="2" charset="-122"/>
              </a:rPr>
              <a:t>定义</a:t>
            </a:r>
            <a:r>
              <a:rPr lang="en-US" altLang="zh-CN" baseline="30000" dirty="0">
                <a:solidFill>
                  <a:schemeClr val="tx2"/>
                </a:solidFill>
                <a:uFillTx/>
                <a:latin typeface="华文楷体" panose="02010600040101010101" pitchFamily="2" charset="-122"/>
                <a:ea typeface="华文楷体" panose="02010600040101010101" pitchFamily="2" charset="-122"/>
              </a:rPr>
              <a:t>[1]</a:t>
            </a:r>
          </a:p>
        </p:txBody>
      </p:sp>
      <p:sp>
        <p:nvSpPr>
          <p:cNvPr id="9219" name="Rectangle 3"/>
          <p:cNvSpPr>
            <a:spLocks noGrp="1" noChangeArrowheads="1"/>
          </p:cNvSpPr>
          <p:nvPr>
            <p:ph type="subTitle" idx="1"/>
          </p:nvPr>
        </p:nvSpPr>
        <p:spPr>
          <a:xfrm>
            <a:off x="1524000" y="3860800"/>
            <a:ext cx="9144000" cy="1752600"/>
          </a:xfrm>
        </p:spPr>
        <p:txBody>
          <a:bodyPr/>
          <a:lstStyle/>
          <a:p>
            <a:pPr eaLnBrk="1" hangingPunct="1"/>
            <a:r>
              <a:rPr lang="en-US" altLang="zh-CN" i="1">
                <a:solidFill>
                  <a:srgbClr val="003399"/>
                </a:solidFill>
              </a:rPr>
              <a:t>What is UML — Definition </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a:xfrm>
            <a:off x="8946515" y="7506653"/>
            <a:ext cx="2844800" cy="4762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6C253C83-286F-4683-B6E7-5B8E0D7D9935}" type="slidenum">
              <a:rPr lang="en-US" altLang="zh-CN" sz="1200" b="0">
                <a:solidFill>
                  <a:srgbClr val="4D4D4D"/>
                </a:solidFill>
                <a:latin typeface="Arial" panose="020B0604020202020204" pitchFamily="34" charset="0"/>
              </a:rPr>
              <a:t>4</a:t>
            </a:fld>
            <a:r>
              <a:rPr lang="en-US" altLang="zh-CN" sz="1200" b="0">
                <a:solidFill>
                  <a:srgbClr val="4D4D4D"/>
                </a:solidFill>
                <a:latin typeface="Arial" panose="020B0604020202020204" pitchFamily="34" charset="0"/>
              </a:rPr>
              <a:t>-</a:t>
            </a:r>
          </a:p>
        </p:txBody>
      </p:sp>
      <p:sp>
        <p:nvSpPr>
          <p:cNvPr id="4" name="Rectangle 2"/>
          <p:cNvSpPr>
            <a:spLocks noGrp="1" noChangeArrowheads="1"/>
          </p:cNvSpPr>
          <p:nvPr/>
        </p:nvSpPr>
        <p:spPr>
          <a:xfrm>
            <a:off x="1127548" y="764838"/>
            <a:ext cx="10063501" cy="647700"/>
          </a:xfrm>
          <a:prstGeom prst="rect">
            <a:avLst/>
          </a:prstGeom>
          <a:noFill/>
          <a:ln>
            <a:noFill/>
          </a:ln>
        </p:spPr>
        <p:txBody>
          <a:bodyPr vert="horz" wrap="square" lIns="91440" tIns="45720" rIns="91440" bIns="45720" numCol="1" anchor="b" anchorCtr="0" compatLnSpc="1"/>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2pPr>
            <a:lvl3pPr algn="l" rtl="0" eaLnBrk="0" fontAlgn="base" hangingPunct="0">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3pPr>
            <a:lvl4pPr algn="l" rtl="0" eaLnBrk="0" fontAlgn="base" hangingPunct="0">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4pPr>
            <a:lvl5pPr algn="l" rtl="0" eaLnBrk="0" fontAlgn="base" hangingPunct="0">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5pPr>
            <a:lvl6pPr marL="457200" algn="l" rtl="0" fontAlgn="base">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6pPr>
            <a:lvl7pPr marL="914400" algn="l" rtl="0" fontAlgn="base">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7pPr>
            <a:lvl8pPr marL="1371600" algn="l" rtl="0" fontAlgn="base">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8pPr>
            <a:lvl9pPr marL="1828800" algn="l" rtl="0" fontAlgn="base">
              <a:spcBef>
                <a:spcPct val="0"/>
              </a:spcBef>
              <a:spcAft>
                <a:spcPct val="0"/>
              </a:spcAft>
              <a:defRPr kumimoji="1" sz="4800" b="1">
                <a:solidFill>
                  <a:schemeClr val="tx2"/>
                </a:solidFill>
                <a:latin typeface="Tahoma" panose="020B0604030504040204" pitchFamily="34" charset="0"/>
                <a:ea typeface="幼圆" panose="02010509060101010101" pitchFamily="49" charset="-122"/>
              </a:defRPr>
            </a:lvl9pPr>
          </a:lstStyle>
          <a:p>
            <a:pPr eaLnBrk="1" hangingPunct="1"/>
            <a:r>
              <a:rPr lang="zh-CN" altLang="en-US"/>
              <a:t>需求难在何处：石头问题</a:t>
            </a:r>
          </a:p>
        </p:txBody>
      </p:sp>
      <p:sp>
        <p:nvSpPr>
          <p:cNvPr id="5" name="Rectangle 3"/>
          <p:cNvSpPr>
            <a:spLocks noGrp="1" noChangeArrowheads="1"/>
          </p:cNvSpPr>
          <p:nvPr>
            <p:ph type="body" idx="1"/>
          </p:nvPr>
        </p:nvSpPr>
        <p:spPr>
          <a:xfrm>
            <a:off x="904316" y="2078991"/>
            <a:ext cx="10872184" cy="5400675"/>
          </a:xfrm>
        </p:spPr>
        <p:txBody>
          <a:bodyPr/>
          <a:lstStyle/>
          <a:p>
            <a:pPr eaLnBrk="1" hangingPunct="1"/>
            <a:r>
              <a:rPr lang="zh-CN" altLang="en-US"/>
              <a:t>我要一块石头</a:t>
            </a:r>
            <a:r>
              <a:rPr lang="en-US" altLang="zh-CN"/>
              <a:t>…</a:t>
            </a:r>
          </a:p>
          <a:p>
            <a:pPr eaLnBrk="1" hangingPunct="1"/>
            <a:r>
              <a:rPr lang="zh-CN" altLang="en-US"/>
              <a:t>差不多，但我要小一点的</a:t>
            </a:r>
            <a:r>
              <a:rPr lang="en-US" altLang="zh-CN"/>
              <a:t>…</a:t>
            </a:r>
          </a:p>
          <a:p>
            <a:pPr eaLnBrk="1" hangingPunct="1"/>
            <a:r>
              <a:rPr lang="zh-CN" altLang="en-US"/>
              <a:t>很好，不过我要蓝色的</a:t>
            </a:r>
            <a:r>
              <a:rPr lang="en-US" altLang="zh-CN"/>
              <a:t>…</a:t>
            </a:r>
          </a:p>
          <a:p>
            <a:pPr eaLnBrk="1" hangingPunct="1"/>
            <a:r>
              <a:rPr lang="zh-CN" altLang="en-US"/>
              <a:t>啊，没有那么小</a:t>
            </a:r>
            <a:r>
              <a:rPr lang="en-US" altLang="zh-CN"/>
              <a:t>…</a:t>
            </a:r>
          </a:p>
          <a:p>
            <a:pPr eaLnBrk="1" hangingPunct="1"/>
            <a:r>
              <a:rPr lang="zh-CN" altLang="en-US"/>
              <a:t>咳，还是原来那个好了</a:t>
            </a:r>
            <a:r>
              <a:rPr lang="en-US" altLang="zh-CN"/>
              <a:t>… </a:t>
            </a:r>
          </a:p>
        </p:txBody>
      </p:sp>
      <p:sp>
        <p:nvSpPr>
          <p:cNvPr id="6" name="Text Box 4"/>
          <p:cNvSpPr txBox="1">
            <a:spLocks noChangeArrowheads="1"/>
          </p:cNvSpPr>
          <p:nvPr/>
        </p:nvSpPr>
        <p:spPr bwMode="auto">
          <a:xfrm>
            <a:off x="1847850" y="5445126"/>
            <a:ext cx="8064500" cy="701675"/>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zh-CN" altLang="en-US" sz="4000" u="sng">
                <a:solidFill>
                  <a:srgbClr val="FF3300"/>
                </a:solidFill>
                <a:effectLst>
                  <a:outerShdw blurRad="38100" dist="38100" dir="2700000" algn="tl">
                    <a:srgbClr val="C0C0C0"/>
                  </a:outerShdw>
                </a:effectLst>
                <a:latin typeface="Arial" panose="020B0604020202020204" pitchFamily="34" charset="0"/>
                <a:ea typeface="宋体" panose="02010600030101010101" pitchFamily="2" charset="-122"/>
              </a:rPr>
              <a:t>小一点的蓝色大理石</a:t>
            </a:r>
          </a:p>
        </p:txBody>
      </p:sp>
      <p:sp>
        <p:nvSpPr>
          <p:cNvPr id="7" name="Text Box 5"/>
          <p:cNvSpPr txBox="1">
            <a:spLocks noChangeArrowheads="1"/>
          </p:cNvSpPr>
          <p:nvPr/>
        </p:nvSpPr>
        <p:spPr bwMode="auto">
          <a:xfrm>
            <a:off x="8514835" y="1959294"/>
            <a:ext cx="677108" cy="3025775"/>
          </a:xfrm>
          <a:prstGeom prst="rect">
            <a:avLst/>
          </a:prstGeom>
          <a:noFill/>
          <a:ln w="12700">
            <a:noFill/>
            <a:miter lim="800000"/>
            <a:headEnd type="none" w="sm" len="sm"/>
            <a:tailEnd type="none" w="sm" len="sm"/>
          </a:ln>
          <a:effectLst/>
        </p:spPr>
        <p:txBody>
          <a:bodyPr vert="eaVert">
            <a:spAutoFit/>
          </a:bodyPr>
          <a:lstStyle/>
          <a:p>
            <a:pPr eaLnBrk="0" hangingPunct="0">
              <a:spcBef>
                <a:spcPct val="50000"/>
              </a:spcBef>
              <a:defRPr/>
            </a:pPr>
            <a:r>
              <a:rPr kumimoji="0" lang="zh-CN" altLang="en-US" sz="3200">
                <a:solidFill>
                  <a:srgbClr val="FF3300"/>
                </a:solidFill>
                <a:effectLst>
                  <a:outerShdw blurRad="38100" dist="38100" dir="2700000" algn="tl">
                    <a:srgbClr val="C0C0C0"/>
                  </a:outerShdw>
                </a:effectLst>
                <a:latin typeface="Arial" panose="020B0604020202020204" pitchFamily="34" charset="0"/>
                <a:ea typeface="宋体" panose="02010600030101010101" pitchFamily="2" charset="-122"/>
              </a:rPr>
              <a:t>难捕获，易变！</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dissolv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dissolv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dissolv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dissolv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7" presetClass="entr" presetSubtype="1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p:cTn id="32" dur="500" fill="hold"/>
                                        <p:tgtEl>
                                          <p:spTgt spid="6"/>
                                        </p:tgtEl>
                                        <p:attrNameLst>
                                          <p:attrName>ppt_w</p:attrName>
                                        </p:attrNameLst>
                                      </p:cBhvr>
                                      <p:tavLst>
                                        <p:tav tm="0">
                                          <p:val>
                                            <p:fltVal val="0"/>
                                          </p:val>
                                        </p:tav>
                                        <p:tav tm="100000">
                                          <p:val>
                                            <p:strVal val="#ppt_w"/>
                                          </p:val>
                                        </p:tav>
                                      </p:tavLst>
                                    </p:anim>
                                    <p:anim calcmode="lin" valueType="num">
                                      <p:cBhvr>
                                        <p:cTn id="33" dur="5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dissolve">
                                      <p:cBhvr>
                                        <p:cTn id="3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ldLvl="0" animBg="1"/>
      <p:bldP spid="7"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0"/>
          <p:cNvSpPr>
            <a:spLocks noGrp="1"/>
          </p:cNvSpPr>
          <p:nvPr>
            <p:ph type="title"/>
          </p:nvPr>
        </p:nvSpPr>
        <p:spPr/>
        <p:txBody>
          <a:bodyPr/>
          <a:lstStyle/>
          <a:p>
            <a:r>
              <a:rPr lang="zh-CN" altLang="en-US" dirty="0"/>
              <a:t>建模的目的</a:t>
            </a:r>
          </a:p>
        </p:txBody>
      </p:sp>
      <p:sp>
        <p:nvSpPr>
          <p:cNvPr id="12" name="内容占位符 11"/>
          <p:cNvSpPr>
            <a:spLocks noGrp="1"/>
          </p:cNvSpPr>
          <p:nvPr>
            <p:ph idx="1"/>
          </p:nvPr>
        </p:nvSpPr>
        <p:spPr/>
        <p:txBody>
          <a:bodyPr/>
          <a:lstStyle/>
          <a:p>
            <a:r>
              <a:rPr lang="zh-CN" altLang="en-US" dirty="0"/>
              <a:t>建模的根本目的是为了更好地理解待开发的系统</a:t>
            </a:r>
            <a:endParaRPr lang="en-US" altLang="zh-CN" dirty="0"/>
          </a:p>
          <a:p>
            <a:pPr lvl="1"/>
            <a:r>
              <a:rPr lang="zh-CN" altLang="en-US" dirty="0"/>
              <a:t>模型有助于按照所需的样式</a:t>
            </a:r>
            <a:r>
              <a:rPr lang="zh-CN" altLang="en-US" dirty="0">
                <a:solidFill>
                  <a:srgbClr val="FF0000"/>
                </a:solidFill>
              </a:rPr>
              <a:t>可视化</a:t>
            </a:r>
            <a:r>
              <a:rPr lang="en-US" altLang="zh-CN" dirty="0">
                <a:solidFill>
                  <a:srgbClr val="FF0000"/>
                </a:solidFill>
              </a:rPr>
              <a:t>(Visualize)</a:t>
            </a:r>
            <a:r>
              <a:rPr lang="zh-CN" altLang="en-US" dirty="0"/>
              <a:t>目标系统</a:t>
            </a:r>
            <a:endParaRPr lang="en-US" altLang="zh-CN" dirty="0"/>
          </a:p>
          <a:p>
            <a:pPr lvl="1"/>
            <a:r>
              <a:rPr lang="zh-CN" altLang="en-US" dirty="0"/>
              <a:t>模型能够</a:t>
            </a:r>
            <a:r>
              <a:rPr lang="zh-CN" altLang="en-US" dirty="0">
                <a:solidFill>
                  <a:srgbClr val="FF0000"/>
                </a:solidFill>
              </a:rPr>
              <a:t>描述</a:t>
            </a:r>
            <a:r>
              <a:rPr lang="en-US" altLang="zh-CN" dirty="0">
                <a:solidFill>
                  <a:srgbClr val="FF0000"/>
                </a:solidFill>
              </a:rPr>
              <a:t>(Specify)</a:t>
            </a:r>
            <a:r>
              <a:rPr lang="zh-CN" altLang="en-US" dirty="0"/>
              <a:t>系统的结构和行为</a:t>
            </a:r>
            <a:endParaRPr lang="en-US" altLang="zh-CN" dirty="0"/>
          </a:p>
          <a:p>
            <a:pPr lvl="1"/>
            <a:r>
              <a:rPr lang="zh-CN" altLang="en-US" dirty="0"/>
              <a:t>模型提供</a:t>
            </a:r>
            <a:r>
              <a:rPr lang="zh-CN" altLang="en-US" dirty="0">
                <a:solidFill>
                  <a:srgbClr val="FF0000"/>
                </a:solidFill>
              </a:rPr>
              <a:t>构造</a:t>
            </a:r>
            <a:r>
              <a:rPr lang="en-US" altLang="zh-CN" dirty="0">
                <a:solidFill>
                  <a:srgbClr val="FF0000"/>
                </a:solidFill>
              </a:rPr>
              <a:t>(Construct)</a:t>
            </a:r>
            <a:r>
              <a:rPr lang="zh-CN" altLang="en-US" dirty="0"/>
              <a:t>系统的模板</a:t>
            </a:r>
            <a:endParaRPr lang="en-US" altLang="zh-CN" dirty="0"/>
          </a:p>
          <a:p>
            <a:pPr lvl="1"/>
            <a:r>
              <a:rPr lang="zh-CN" altLang="en-US" dirty="0"/>
              <a:t>模型可以</a:t>
            </a:r>
            <a:r>
              <a:rPr lang="zh-CN" altLang="en-US" dirty="0">
                <a:solidFill>
                  <a:srgbClr val="FF0000"/>
                </a:solidFill>
              </a:rPr>
              <a:t>文档化</a:t>
            </a:r>
            <a:r>
              <a:rPr lang="en-US" altLang="zh-CN" dirty="0">
                <a:solidFill>
                  <a:srgbClr val="FF0000"/>
                </a:solidFill>
              </a:rPr>
              <a:t>(Document)</a:t>
            </a:r>
            <a:r>
              <a:rPr lang="zh-CN" altLang="en-US" dirty="0"/>
              <a:t>设计决策</a:t>
            </a:r>
          </a:p>
        </p:txBody>
      </p:sp>
      <p:sp>
        <p:nvSpPr>
          <p:cNvPr id="13" name="灯片编号占位符 12"/>
          <p:cNvSpPr>
            <a:spLocks noGrp="1"/>
          </p:cNvSpPr>
          <p:nvPr>
            <p:ph type="sldNum" sz="quarter" idx="12"/>
          </p:nvPr>
        </p:nvSpPr>
        <p:spPr/>
        <p:txBody>
          <a:bodyPr/>
          <a:lstStyle/>
          <a:p>
            <a:pPr>
              <a:defRPr/>
            </a:pPr>
            <a:r>
              <a:rPr lang="en-US" altLang="zh-CN"/>
              <a:t>-</a:t>
            </a:r>
            <a:fld id="{D3E9CD17-CB30-40D7-8787-AA294C5FB899}" type="slidenum">
              <a:rPr lang="en-US" altLang="zh-CN" smtClean="0"/>
              <a:t>5</a:t>
            </a:fld>
            <a:r>
              <a:rPr lang="en-US" altLang="zh-CN"/>
              <a:t>-</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048E1B0A-669A-4EA5-B7CC-917843561354}" type="slidenum">
              <a:rPr lang="en-US" altLang="zh-CN" sz="1200" b="0">
                <a:solidFill>
                  <a:srgbClr val="4D4D4D"/>
                </a:solidFill>
                <a:latin typeface="Arial" panose="020B0604020202020204" pitchFamily="34" charset="0"/>
              </a:rPr>
              <a:t>6</a:t>
            </a:fld>
            <a:r>
              <a:rPr lang="en-US" altLang="zh-CN" sz="1200" b="0">
                <a:solidFill>
                  <a:srgbClr val="4D4D4D"/>
                </a:solidFill>
                <a:latin typeface="Arial" panose="020B0604020202020204" pitchFamily="34" charset="0"/>
              </a:rPr>
              <a:t>-</a:t>
            </a:r>
          </a:p>
        </p:txBody>
      </p:sp>
      <p:sp>
        <p:nvSpPr>
          <p:cNvPr id="19459" name="Rectangle 2"/>
          <p:cNvSpPr>
            <a:spLocks noGrp="1" noChangeArrowheads="1"/>
          </p:cNvSpPr>
          <p:nvPr>
            <p:ph type="title"/>
          </p:nvPr>
        </p:nvSpPr>
        <p:spPr/>
        <p:txBody>
          <a:bodyPr/>
          <a:lstStyle/>
          <a:p>
            <a:pPr eaLnBrk="1" hangingPunct="1"/>
            <a:r>
              <a:rPr lang="zh-CN" altLang="en-US" dirty="0"/>
              <a:t>统一建模语言（</a:t>
            </a:r>
            <a:r>
              <a:rPr lang="en-US" altLang="zh-CN" dirty="0"/>
              <a:t>UML</a:t>
            </a:r>
            <a:r>
              <a:rPr lang="zh-CN" altLang="en-US" dirty="0"/>
              <a:t>）</a:t>
            </a:r>
            <a:endParaRPr lang="en-US" altLang="zh-CN" dirty="0"/>
          </a:p>
        </p:txBody>
      </p:sp>
      <p:sp>
        <p:nvSpPr>
          <p:cNvPr id="514051" name="Rectangle 3"/>
          <p:cNvSpPr>
            <a:spLocks noGrp="1" noChangeArrowheads="1"/>
          </p:cNvSpPr>
          <p:nvPr>
            <p:ph type="body" idx="1"/>
          </p:nvPr>
        </p:nvSpPr>
        <p:spPr/>
        <p:txBody>
          <a:bodyPr/>
          <a:lstStyle/>
          <a:p>
            <a:pPr eaLnBrk="1" hangingPunct="1">
              <a:defRPr/>
            </a:pPr>
            <a:r>
              <a:rPr lang="en-US" altLang="zh-CN" dirty="0"/>
              <a:t>UML — You Must Learn</a:t>
            </a:r>
          </a:p>
          <a:p>
            <a:pPr eaLnBrk="1" hangingPunct="1">
              <a:defRPr/>
            </a:pPr>
            <a:r>
              <a:rPr lang="en-US" altLang="zh-CN" dirty="0"/>
              <a:t>UML — Unified Modeling Language</a:t>
            </a:r>
          </a:p>
          <a:p>
            <a:pPr eaLnBrk="1" hangingPunct="1">
              <a:defRPr/>
            </a:pPr>
            <a:r>
              <a:rPr lang="en-US" altLang="zh-CN" dirty="0"/>
              <a:t>UML</a:t>
            </a:r>
            <a:r>
              <a:rPr lang="zh-CN" altLang="en-US" dirty="0"/>
              <a:t>是一种标准的图形化建模语言，是面向对象分析与设计的标准表示，它：</a:t>
            </a:r>
          </a:p>
          <a:p>
            <a:pPr lvl="1" eaLnBrk="1" hangingPunct="1">
              <a:defRPr/>
            </a:pPr>
            <a:r>
              <a:rPr lang="zh-CN" altLang="en-US" dirty="0"/>
              <a:t>不是一种程序设计语言，而是一种可视化的</a:t>
            </a:r>
            <a:r>
              <a:rPr lang="zh-CN" altLang="en-US" dirty="0">
                <a:solidFill>
                  <a:schemeClr val="hlink"/>
                </a:solidFill>
                <a:effectLst>
                  <a:outerShdw blurRad="38100" dist="38100" dir="2700000" algn="tl">
                    <a:srgbClr val="C0C0C0"/>
                  </a:outerShdw>
                </a:effectLst>
              </a:rPr>
              <a:t>建模语言</a:t>
            </a:r>
            <a:r>
              <a:rPr lang="en-US" altLang="zh-CN" dirty="0"/>
              <a:t>(</a:t>
            </a:r>
            <a:r>
              <a:rPr lang="zh-CN" altLang="en-US" dirty="0"/>
              <a:t>用于分析设计</a:t>
            </a:r>
            <a:r>
              <a:rPr lang="en-US" altLang="zh-CN" dirty="0"/>
              <a:t>)</a:t>
            </a:r>
          </a:p>
          <a:p>
            <a:pPr lvl="1" eaLnBrk="1" hangingPunct="1">
              <a:defRPr/>
            </a:pPr>
            <a:r>
              <a:rPr lang="zh-CN" altLang="en-US" dirty="0"/>
              <a:t>不是工具或知识库的规格说明，而是一种建模语言规格说明，是一种模型表示的</a:t>
            </a:r>
            <a:r>
              <a:rPr lang="zh-CN" altLang="en-US" dirty="0">
                <a:solidFill>
                  <a:srgbClr val="FF0000"/>
                </a:solidFill>
                <a:effectLst>
                  <a:outerShdw blurRad="38100" dist="38100" dir="2700000" algn="tl">
                    <a:srgbClr val="C0C0C0"/>
                  </a:outerShdw>
                </a:effectLst>
              </a:rPr>
              <a:t>标准</a:t>
            </a:r>
          </a:p>
          <a:p>
            <a:pPr lvl="1" eaLnBrk="1" hangingPunct="1">
              <a:defRPr/>
            </a:pPr>
            <a:r>
              <a:rPr lang="zh-CN" altLang="en-US" dirty="0"/>
              <a:t>不是过程，也不是方法，但允许任何一种过程和方法使用它</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14051">
                                            <p:txEl>
                                              <p:pRg st="0" end="0"/>
                                            </p:txEl>
                                          </p:spTgt>
                                        </p:tgtEl>
                                        <p:attrNameLst>
                                          <p:attrName>style.visibility</p:attrName>
                                        </p:attrNameLst>
                                      </p:cBhvr>
                                      <p:to>
                                        <p:strVal val="visible"/>
                                      </p:to>
                                    </p:set>
                                    <p:animEffect transition="in" filter="dissolve">
                                      <p:cBhvr>
                                        <p:cTn id="7" dur="500"/>
                                        <p:tgtEl>
                                          <p:spTgt spid="5140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14051">
                                            <p:txEl>
                                              <p:pRg st="1" end="1"/>
                                            </p:txEl>
                                          </p:spTgt>
                                        </p:tgtEl>
                                        <p:attrNameLst>
                                          <p:attrName>style.visibility</p:attrName>
                                        </p:attrNameLst>
                                      </p:cBhvr>
                                      <p:to>
                                        <p:strVal val="visible"/>
                                      </p:to>
                                    </p:set>
                                    <p:animEffect transition="in" filter="dissolve">
                                      <p:cBhvr>
                                        <p:cTn id="12" dur="500"/>
                                        <p:tgtEl>
                                          <p:spTgt spid="5140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14051">
                                            <p:txEl>
                                              <p:pRg st="2" end="2"/>
                                            </p:txEl>
                                          </p:spTgt>
                                        </p:tgtEl>
                                        <p:attrNameLst>
                                          <p:attrName>style.visibility</p:attrName>
                                        </p:attrNameLst>
                                      </p:cBhvr>
                                      <p:to>
                                        <p:strVal val="visible"/>
                                      </p:to>
                                    </p:set>
                                    <p:animEffect transition="in" filter="dissolve">
                                      <p:cBhvr>
                                        <p:cTn id="17" dur="500"/>
                                        <p:tgtEl>
                                          <p:spTgt spid="514051">
                                            <p:txEl>
                                              <p:pRg st="2" end="2"/>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514051">
                                            <p:txEl>
                                              <p:pRg st="3" end="3"/>
                                            </p:txEl>
                                          </p:spTgt>
                                        </p:tgtEl>
                                        <p:attrNameLst>
                                          <p:attrName>style.visibility</p:attrName>
                                        </p:attrNameLst>
                                      </p:cBhvr>
                                      <p:to>
                                        <p:strVal val="visible"/>
                                      </p:to>
                                    </p:set>
                                    <p:animEffect transition="in" filter="dissolve">
                                      <p:cBhvr>
                                        <p:cTn id="20" dur="500"/>
                                        <p:tgtEl>
                                          <p:spTgt spid="514051">
                                            <p:txEl>
                                              <p:pRg st="3" end="3"/>
                                            </p:txEl>
                                          </p:spTgt>
                                        </p:tgtEl>
                                      </p:cBhvr>
                                    </p:animEffect>
                                  </p:childTnLst>
                                </p:cTn>
                              </p:par>
                              <p:par>
                                <p:cTn id="21" presetID="9" presetClass="entr" presetSubtype="0" fill="hold" nodeType="withEffect">
                                  <p:stCondLst>
                                    <p:cond delay="0"/>
                                  </p:stCondLst>
                                  <p:childTnLst>
                                    <p:set>
                                      <p:cBhvr>
                                        <p:cTn id="22" dur="1" fill="hold">
                                          <p:stCondLst>
                                            <p:cond delay="0"/>
                                          </p:stCondLst>
                                        </p:cTn>
                                        <p:tgtEl>
                                          <p:spTgt spid="514051">
                                            <p:txEl>
                                              <p:pRg st="4" end="4"/>
                                            </p:txEl>
                                          </p:spTgt>
                                        </p:tgtEl>
                                        <p:attrNameLst>
                                          <p:attrName>style.visibility</p:attrName>
                                        </p:attrNameLst>
                                      </p:cBhvr>
                                      <p:to>
                                        <p:strVal val="visible"/>
                                      </p:to>
                                    </p:set>
                                    <p:animEffect transition="in" filter="dissolve">
                                      <p:cBhvr>
                                        <p:cTn id="23" dur="500"/>
                                        <p:tgtEl>
                                          <p:spTgt spid="514051">
                                            <p:txEl>
                                              <p:pRg st="4" end="4"/>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514051">
                                            <p:txEl>
                                              <p:pRg st="5" end="5"/>
                                            </p:txEl>
                                          </p:spTgt>
                                        </p:tgtEl>
                                        <p:attrNameLst>
                                          <p:attrName>style.visibility</p:attrName>
                                        </p:attrNameLst>
                                      </p:cBhvr>
                                      <p:to>
                                        <p:strVal val="visible"/>
                                      </p:to>
                                    </p:set>
                                    <p:animEffect transition="in" filter="dissolve">
                                      <p:cBhvr>
                                        <p:cTn id="26" dur="500"/>
                                        <p:tgtEl>
                                          <p:spTgt spid="5140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15415" y="1412875"/>
            <a:ext cx="7951470" cy="583565"/>
          </a:xfrm>
          <a:prstGeom prst="rect">
            <a:avLst/>
          </a:prstGeom>
          <a:noFill/>
        </p:spPr>
        <p:txBody>
          <a:bodyPr wrap="square" rtlCol="0">
            <a:spAutoFit/>
          </a:bodyPr>
          <a:lstStyle/>
          <a:p>
            <a:r>
              <a:rPr lang="zh-CN" altLang="en-US" sz="3200"/>
              <a:t>问题一：什么是</a:t>
            </a:r>
            <a:r>
              <a:rPr lang="en-US" altLang="zh-CN" sz="3200"/>
              <a:t>uml</a:t>
            </a:r>
            <a:r>
              <a:rPr lang="zh-CN" altLang="en-US" sz="3200"/>
              <a:t>，他的全称是什么</a:t>
            </a:r>
          </a:p>
        </p:txBody>
      </p:sp>
      <p:sp>
        <p:nvSpPr>
          <p:cNvPr id="4" name="文本框 3"/>
          <p:cNvSpPr txBox="1"/>
          <p:nvPr/>
        </p:nvSpPr>
        <p:spPr>
          <a:xfrm>
            <a:off x="983615" y="2924810"/>
            <a:ext cx="9824720" cy="2018665"/>
          </a:xfrm>
          <a:prstGeom prst="rect">
            <a:avLst/>
          </a:prstGeom>
          <a:noFill/>
        </p:spPr>
        <p:txBody>
          <a:bodyPr wrap="square" rtlCol="0" anchor="t">
            <a:noAutofit/>
          </a:bodyPr>
          <a:lstStyle/>
          <a:p>
            <a:r>
              <a:rPr lang="en-US" altLang="zh-CN" dirty="0">
                <a:sym typeface="+mn-ea"/>
              </a:rPr>
              <a:t>UML</a:t>
            </a:r>
            <a:r>
              <a:rPr lang="zh-CN" altLang="en-US" dirty="0">
                <a:sym typeface="+mn-ea"/>
              </a:rPr>
              <a:t>是一种标准的图形化建模语言，是面向对象分析与设计的标准表示。</a:t>
            </a:r>
          </a:p>
          <a:p>
            <a:endParaRPr lang="zh-CN" altLang="en-US" dirty="0">
              <a:sym typeface="+mn-ea"/>
            </a:endParaRPr>
          </a:p>
          <a:p>
            <a:r>
              <a:rPr lang="en-US" altLang="zh-CN" dirty="0">
                <a:sym typeface="+mn-ea"/>
              </a:rPr>
              <a:t>UML = Unified Modeling Language</a:t>
            </a:r>
            <a:r>
              <a:rPr lang="zh-CN" altLang="en-US" dirty="0">
                <a:sym typeface="+mn-ea"/>
              </a:rPr>
              <a:t>，中文译名为统一建模语言。</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2"/>
          <p:cNvSpPr>
            <a:spLocks noGrp="1" noChangeArrowheads="1"/>
          </p:cNvSpPr>
          <p:nvPr>
            <p:ph type="ctrTitle"/>
          </p:nvPr>
        </p:nvSpPr>
        <p:spPr/>
        <p:txBody>
          <a:bodyPr/>
          <a:lstStyle/>
          <a:p>
            <a:pPr eaLnBrk="1" hangingPunct="1">
              <a:defRPr/>
            </a:pPr>
            <a:r>
              <a:rPr lang="zh-CN" altLang="en-US" dirty="0">
                <a:latin typeface="华文楷体" panose="02010600040101010101" pitchFamily="2" charset="-122"/>
                <a:ea typeface="华文楷体" panose="02010600040101010101" pitchFamily="2" charset="-122"/>
              </a:rPr>
              <a:t>第</a:t>
            </a:r>
            <a:r>
              <a:rPr lang="en-US" altLang="zh-CN" dirty="0">
                <a:latin typeface="华文楷体" panose="02010600040101010101" pitchFamily="2" charset="-122"/>
                <a:ea typeface="华文楷体" panose="02010600040101010101" pitchFamily="2" charset="-122"/>
              </a:rPr>
              <a:t>02</a:t>
            </a:r>
            <a:r>
              <a:rPr lang="zh-CN" altLang="en-US" dirty="0">
                <a:latin typeface="华文楷体" panose="02010600040101010101" pitchFamily="2" charset="-122"/>
                <a:ea typeface="华文楷体" panose="02010600040101010101" pitchFamily="2" charset="-122"/>
              </a:rPr>
              <a:t>章 </a:t>
            </a:r>
            <a:r>
              <a:rPr lang="en-US" altLang="zh-CN" dirty="0">
                <a:latin typeface="华文楷体" panose="02010600040101010101" pitchFamily="2" charset="-122"/>
                <a:ea typeface="华文楷体" panose="02010600040101010101" pitchFamily="2" charset="-122"/>
              </a:rPr>
              <a:t>UML</a:t>
            </a:r>
            <a:r>
              <a:rPr lang="zh-CN" altLang="en-US" dirty="0">
                <a:latin typeface="华文楷体" panose="02010600040101010101" pitchFamily="2" charset="-122"/>
                <a:ea typeface="华文楷体" panose="02010600040101010101" pitchFamily="2" charset="-122"/>
              </a:rPr>
              <a:t>的历史</a:t>
            </a:r>
            <a:r>
              <a:rPr lang="en-US" altLang="zh-CN" baseline="30000" dirty="0">
                <a:solidFill>
                  <a:schemeClr val="tx2"/>
                </a:solidFill>
                <a:uFillTx/>
                <a:latin typeface="华文楷体" panose="02010600040101010101" pitchFamily="2" charset="-122"/>
                <a:ea typeface="华文楷体" panose="02010600040101010101" pitchFamily="2" charset="-122"/>
              </a:rPr>
              <a:t>[2]</a:t>
            </a:r>
          </a:p>
        </p:txBody>
      </p:sp>
      <p:sp>
        <p:nvSpPr>
          <p:cNvPr id="9219" name="Rectangle 3"/>
          <p:cNvSpPr>
            <a:spLocks noGrp="1" noChangeArrowheads="1"/>
          </p:cNvSpPr>
          <p:nvPr>
            <p:ph type="subTitle" idx="1"/>
          </p:nvPr>
        </p:nvSpPr>
        <p:spPr>
          <a:xfrm>
            <a:off x="1524000" y="3860800"/>
            <a:ext cx="9144000" cy="1752600"/>
          </a:xfrm>
        </p:spPr>
        <p:txBody>
          <a:bodyPr/>
          <a:lstStyle/>
          <a:p>
            <a:pPr eaLnBrk="1" hangingPunct="1"/>
            <a:r>
              <a:rPr lang="en-US" altLang="zh-CN" i="1">
                <a:solidFill>
                  <a:srgbClr val="003399"/>
                </a:solidFill>
              </a:rPr>
              <a:t>The History of UML</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41E4CAF6-E255-4A93-9AF6-E34045607A5C}" type="slidenum">
              <a:rPr lang="en-US" altLang="zh-CN" sz="1200" b="0">
                <a:solidFill>
                  <a:srgbClr val="4D4D4D"/>
                </a:solidFill>
                <a:latin typeface="Arial" panose="020B0604020202020204" pitchFamily="34" charset="0"/>
              </a:rPr>
              <a:t>9</a:t>
            </a:fld>
            <a:r>
              <a:rPr lang="en-US" altLang="zh-CN" sz="1200" b="0">
                <a:solidFill>
                  <a:srgbClr val="4D4D4D"/>
                </a:solidFill>
                <a:latin typeface="Arial" panose="020B0604020202020204" pitchFamily="34" charset="0"/>
              </a:rPr>
              <a:t>-</a:t>
            </a:r>
          </a:p>
        </p:txBody>
      </p:sp>
      <p:sp>
        <p:nvSpPr>
          <p:cNvPr id="25603" name="Rectangle 2"/>
          <p:cNvSpPr>
            <a:spLocks noGrp="1" noChangeArrowheads="1"/>
          </p:cNvSpPr>
          <p:nvPr>
            <p:ph type="title"/>
          </p:nvPr>
        </p:nvSpPr>
        <p:spPr/>
        <p:txBody>
          <a:bodyPr/>
          <a:lstStyle/>
          <a:p>
            <a:pPr eaLnBrk="1" hangingPunct="1"/>
            <a:r>
              <a:rPr lang="en-US" altLang="zh-CN" dirty="0"/>
              <a:t>UML</a:t>
            </a:r>
            <a:r>
              <a:rPr lang="zh-CN" altLang="en-US" dirty="0"/>
              <a:t>的统一</a:t>
            </a:r>
            <a:endParaRPr lang="en-US" altLang="zh-CN" dirty="0"/>
          </a:p>
        </p:txBody>
      </p:sp>
      <p:sp>
        <p:nvSpPr>
          <p:cNvPr id="25604" name="Rectangle 3"/>
          <p:cNvSpPr>
            <a:spLocks noGrp="1" noChangeArrowheads="1"/>
          </p:cNvSpPr>
          <p:nvPr>
            <p:ph type="body" idx="1"/>
          </p:nvPr>
        </p:nvSpPr>
        <p:spPr/>
        <p:txBody>
          <a:bodyPr/>
          <a:lstStyle/>
          <a:p>
            <a:pPr eaLnBrk="1" hangingPunct="1"/>
            <a:r>
              <a:rPr lang="en-US" altLang="zh-CN"/>
              <a:t>Grady Booch</a:t>
            </a:r>
            <a:br>
              <a:rPr lang="en-US" altLang="zh-CN"/>
            </a:br>
            <a:r>
              <a:rPr lang="en-US" altLang="zh-CN"/>
              <a:t>(Booch)</a:t>
            </a:r>
            <a:endParaRPr lang="zh-CN" altLang="en-US"/>
          </a:p>
          <a:p>
            <a:pPr eaLnBrk="1" hangingPunct="1"/>
            <a:endParaRPr lang="en-US" altLang="zh-CN"/>
          </a:p>
          <a:p>
            <a:pPr eaLnBrk="1" hangingPunct="1"/>
            <a:r>
              <a:rPr lang="en-US" altLang="zh-CN"/>
              <a:t>Ivar Jacobson</a:t>
            </a:r>
            <a:br>
              <a:rPr lang="en-US" altLang="zh-CN"/>
            </a:br>
            <a:r>
              <a:rPr lang="en-US" altLang="zh-CN"/>
              <a:t>(OOSE)</a:t>
            </a:r>
          </a:p>
          <a:p>
            <a:pPr eaLnBrk="1" hangingPunct="1"/>
            <a:endParaRPr lang="en-US" altLang="zh-CN"/>
          </a:p>
          <a:p>
            <a:pPr eaLnBrk="1" hangingPunct="1"/>
            <a:r>
              <a:rPr lang="en-US" altLang="zh-CN"/>
              <a:t>James Rumbaugh</a:t>
            </a:r>
            <a:br>
              <a:rPr lang="en-US" altLang="zh-CN"/>
            </a:br>
            <a:r>
              <a:rPr lang="en-US" altLang="zh-CN"/>
              <a:t>(OMT)</a:t>
            </a:r>
          </a:p>
        </p:txBody>
      </p:sp>
      <p:pic>
        <p:nvPicPr>
          <p:cNvPr id="25605" name="Picture 4" descr="Dr.Ivar Jacobs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8163" y="2852738"/>
            <a:ext cx="13970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6" name="Picture 5" descr="Grady Booch"/>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94400" y="981075"/>
            <a:ext cx="13970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7" name="Picture 6" descr="Rumbaugh"/>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83564" y="4652963"/>
            <a:ext cx="1381125"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47" name="Rectangle 7"/>
          <p:cNvSpPr>
            <a:spLocks noChangeArrowheads="1"/>
          </p:cNvSpPr>
          <p:nvPr/>
        </p:nvSpPr>
        <p:spPr bwMode="auto">
          <a:xfrm>
            <a:off x="4595813" y="5661026"/>
            <a:ext cx="2666114" cy="584775"/>
          </a:xfrm>
          <a:prstGeom prst="rect">
            <a:avLst/>
          </a:prstGeom>
          <a:noFill/>
          <a:ln w="9525">
            <a:noFill/>
            <a:miter lim="800000"/>
          </a:ln>
          <a:effectLst/>
        </p:spPr>
        <p:txBody>
          <a:bodyPr wrap="none">
            <a:spAutoFit/>
          </a:bodyPr>
          <a:lstStyle/>
          <a:p>
            <a:pPr>
              <a:defRPr/>
            </a:pPr>
            <a:r>
              <a:rPr lang="zh-CN" altLang="en-US" sz="3200" u="sng" dirty="0">
                <a:solidFill>
                  <a:srgbClr val="FF0000"/>
                </a:solidFill>
                <a:effectLst>
                  <a:outerShdw blurRad="38100" dist="38100" dir="2700000" algn="tl">
                    <a:srgbClr val="C0C0C0"/>
                  </a:outerShdw>
                </a:effectLst>
                <a:latin typeface="Times New Roman" panose="02020603050405020304"/>
              </a:rPr>
              <a:t>“</a:t>
            </a:r>
            <a:r>
              <a:rPr lang="en-US" altLang="zh-CN" sz="3200" u="sng" dirty="0">
                <a:solidFill>
                  <a:srgbClr val="FF0000"/>
                </a:solidFill>
                <a:effectLst>
                  <a:outerShdw blurRad="38100" dist="38100" dir="2700000" algn="tl">
                    <a:srgbClr val="C0C0C0"/>
                  </a:outerShdw>
                </a:effectLst>
              </a:rPr>
              <a:t>3 amigos</a:t>
            </a:r>
            <a:r>
              <a:rPr lang="en-US" altLang="zh-CN" sz="3200" u="sng" dirty="0">
                <a:solidFill>
                  <a:srgbClr val="FF0000"/>
                </a:solidFill>
                <a:effectLst>
                  <a:outerShdw blurRad="38100" dist="38100" dir="2700000" algn="tl">
                    <a:srgbClr val="C0C0C0"/>
                  </a:outerShdw>
                </a:effectLst>
                <a:latin typeface="Times New Roman" panose="02020603050405020304"/>
              </a:rPr>
              <a:t>”</a:t>
            </a:r>
            <a:endParaRPr lang="zh-CN" altLang="en-US" sz="3200" u="sng" dirty="0">
              <a:solidFill>
                <a:srgbClr val="FF0000"/>
              </a:solidFill>
              <a:effectLst>
                <a:outerShdw blurRad="38100" dist="38100" dir="2700000" algn="tl">
                  <a:srgbClr val="C0C0C0"/>
                </a:outerShdw>
              </a:effectLst>
            </a:endParaRP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22247"/>
                                        </p:tgtEl>
                                        <p:attrNameLst>
                                          <p:attrName>style.visibility</p:attrName>
                                        </p:attrNameLst>
                                      </p:cBhvr>
                                      <p:to>
                                        <p:strVal val="visible"/>
                                      </p:to>
                                    </p:set>
                                    <p:animEffect transition="in" filter="dissolve">
                                      <p:cBhvr>
                                        <p:cTn id="7" dur="500"/>
                                        <p:tgtEl>
                                          <p:spTgt spid="522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47"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019A8046-0CA7-40E1-A5A3-0AC1BBCE31AE}" type="slidenum">
              <a:rPr lang="en-US" altLang="zh-CN" sz="1200" b="0">
                <a:solidFill>
                  <a:srgbClr val="4D4D4D"/>
                </a:solidFill>
                <a:latin typeface="Arial" panose="020B0604020202020204" pitchFamily="34" charset="0"/>
              </a:rPr>
              <a:t>10</a:t>
            </a:fld>
            <a:r>
              <a:rPr lang="en-US" altLang="zh-CN" sz="1200" b="0">
                <a:solidFill>
                  <a:srgbClr val="4D4D4D"/>
                </a:solidFill>
                <a:latin typeface="Arial" panose="020B0604020202020204" pitchFamily="34" charset="0"/>
              </a:rPr>
              <a:t>-</a:t>
            </a:r>
          </a:p>
        </p:txBody>
      </p:sp>
      <p:sp>
        <p:nvSpPr>
          <p:cNvPr id="24579" name="Rectangle 2"/>
          <p:cNvSpPr>
            <a:spLocks noGrp="1" noChangeArrowheads="1"/>
          </p:cNvSpPr>
          <p:nvPr>
            <p:ph type="title"/>
          </p:nvPr>
        </p:nvSpPr>
        <p:spPr/>
        <p:txBody>
          <a:bodyPr/>
          <a:lstStyle/>
          <a:p>
            <a:pPr eaLnBrk="1" hangingPunct="1"/>
            <a:r>
              <a:rPr lang="en-US" altLang="zh-CN" dirty="0"/>
              <a:t>UML</a:t>
            </a:r>
            <a:r>
              <a:rPr lang="zh-CN" altLang="en-US" dirty="0"/>
              <a:t>的统一</a:t>
            </a:r>
            <a:r>
              <a:rPr lang="en-US" altLang="zh-CN" dirty="0"/>
              <a:t>(</a:t>
            </a:r>
            <a:r>
              <a:rPr lang="zh-CN" altLang="en-US" dirty="0"/>
              <a:t>续</a:t>
            </a:r>
            <a:r>
              <a:rPr lang="en-US" altLang="zh-CN" dirty="0"/>
              <a:t>)</a:t>
            </a:r>
          </a:p>
        </p:txBody>
      </p:sp>
      <p:sp>
        <p:nvSpPr>
          <p:cNvPr id="24580" name="Rectangle 3"/>
          <p:cNvSpPr>
            <a:spLocks noGrp="1" noChangeArrowheads="1"/>
          </p:cNvSpPr>
          <p:nvPr>
            <p:ph type="body" idx="1"/>
          </p:nvPr>
        </p:nvSpPr>
        <p:spPr/>
        <p:txBody>
          <a:bodyPr/>
          <a:lstStyle/>
          <a:p>
            <a:pPr eaLnBrk="1" hangingPunct="1"/>
            <a:r>
              <a:rPr lang="zh-CN" altLang="en-US" dirty="0"/>
              <a:t>统一了什么？</a:t>
            </a:r>
          </a:p>
          <a:p>
            <a:pPr lvl="1" eaLnBrk="1" hangingPunct="1"/>
            <a:r>
              <a:rPr lang="zh-CN" altLang="en-US" dirty="0"/>
              <a:t>开发生命周期</a:t>
            </a:r>
            <a:endParaRPr lang="en-US" altLang="zh-CN" dirty="0"/>
          </a:p>
          <a:p>
            <a:pPr lvl="1" eaLnBrk="1" hangingPunct="1"/>
            <a:r>
              <a:rPr lang="zh-CN" altLang="en-US" dirty="0"/>
              <a:t>应用领域</a:t>
            </a:r>
          </a:p>
          <a:p>
            <a:pPr lvl="1" eaLnBrk="1" hangingPunct="1"/>
            <a:r>
              <a:rPr lang="zh-CN" altLang="en-US" dirty="0"/>
              <a:t>实现语言和平台</a:t>
            </a:r>
          </a:p>
          <a:p>
            <a:pPr lvl="1" eaLnBrk="1" hangingPunct="1"/>
            <a:r>
              <a:rPr lang="zh-CN" altLang="en-US" dirty="0"/>
              <a:t>开发过程</a:t>
            </a:r>
          </a:p>
          <a:p>
            <a:pPr lvl="1" eaLnBrk="1" hangingPunct="1"/>
            <a:r>
              <a:rPr lang="zh-CN" altLang="en-US" dirty="0"/>
              <a:t>自身的内部概念</a:t>
            </a:r>
          </a:p>
          <a:p>
            <a:pPr eaLnBrk="1" hangingPunct="1"/>
            <a:endParaRPr lang="zh-CN" altLang="en-US" dirty="0"/>
          </a:p>
        </p:txBody>
      </p:sp>
      <p:sp>
        <p:nvSpPr>
          <p:cNvPr id="2" name="文本框 1"/>
          <p:cNvSpPr txBox="1"/>
          <p:nvPr/>
        </p:nvSpPr>
        <p:spPr>
          <a:xfrm>
            <a:off x="1343660" y="4940935"/>
            <a:ext cx="6588125" cy="460375"/>
          </a:xfrm>
          <a:prstGeom prst="rect">
            <a:avLst/>
          </a:prstGeom>
          <a:noFill/>
        </p:spPr>
        <p:txBody>
          <a:bodyPr wrap="square" rtlCol="0">
            <a:spAutoFit/>
          </a:bodyPr>
          <a:lstStyle/>
          <a:p>
            <a:r>
              <a:rPr lang="en-US" altLang="zh-CN"/>
              <a:t>UML</a:t>
            </a:r>
            <a:r>
              <a:rPr lang="zh-CN" altLang="en-US"/>
              <a:t>成为行业标准，使需求描述有了统一语言，</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11D56B01-3812-4833-9A94-65ECEFC1DF31}" type="slidenum">
              <a:rPr lang="en-US" altLang="zh-CN" sz="1200" b="0">
                <a:solidFill>
                  <a:srgbClr val="4D4D4D"/>
                </a:solidFill>
                <a:latin typeface="Arial" panose="020B0604020202020204" pitchFamily="34" charset="0"/>
              </a:rPr>
              <a:t>11</a:t>
            </a:fld>
            <a:r>
              <a:rPr lang="en-US" altLang="zh-CN" sz="1200" b="0">
                <a:solidFill>
                  <a:srgbClr val="4D4D4D"/>
                </a:solidFill>
                <a:latin typeface="Arial" panose="020B0604020202020204" pitchFamily="34" charset="0"/>
              </a:rPr>
              <a:t>-</a:t>
            </a:r>
          </a:p>
        </p:txBody>
      </p:sp>
      <p:sp>
        <p:nvSpPr>
          <p:cNvPr id="22531" name="Rectangle 2"/>
          <p:cNvSpPr>
            <a:spLocks noGrp="1" noChangeArrowheads="1"/>
          </p:cNvSpPr>
          <p:nvPr>
            <p:ph type="title"/>
          </p:nvPr>
        </p:nvSpPr>
        <p:spPr/>
        <p:txBody>
          <a:bodyPr/>
          <a:lstStyle/>
          <a:p>
            <a:pPr eaLnBrk="1" hangingPunct="1"/>
            <a:r>
              <a:rPr lang="en-US" altLang="zh-CN" dirty="0"/>
              <a:t>UML</a:t>
            </a:r>
            <a:r>
              <a:rPr lang="zh-CN" altLang="en-US" dirty="0"/>
              <a:t>发展历程</a:t>
            </a:r>
            <a:endParaRPr lang="en-US" altLang="zh-CN" dirty="0"/>
          </a:p>
        </p:txBody>
      </p:sp>
      <p:pic>
        <p:nvPicPr>
          <p:cNvPr id="22532" name="Picture 3" descr="icon_UM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7714" y="1236365"/>
            <a:ext cx="1614487"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Line 4"/>
          <p:cNvSpPr>
            <a:spLocks noChangeShapeType="1"/>
          </p:cNvSpPr>
          <p:nvPr/>
        </p:nvSpPr>
        <p:spPr bwMode="auto">
          <a:xfrm flipV="1">
            <a:off x="3900488" y="2923878"/>
            <a:ext cx="2195512" cy="284163"/>
          </a:xfrm>
          <a:prstGeom prst="line">
            <a:avLst/>
          </a:prstGeom>
          <a:noFill/>
          <a:ln w="38100">
            <a:solidFill>
              <a:srgbClr val="6600CC"/>
            </a:solidFill>
            <a:round/>
            <a:tailEnd type="triangle" w="med" len="med"/>
          </a:ln>
          <a:extLst>
            <a:ext uri="{909E8E84-426E-40DD-AFC4-6F175D3DCCD1}">
              <a14:hiddenFill xmlns:a14="http://schemas.microsoft.com/office/drawing/2010/main">
                <a:noFill/>
              </a14:hiddenFill>
            </a:ext>
          </a:extLst>
        </p:spPr>
        <p:txBody>
          <a:bodyPr lIns="107950" tIns="53975" rIns="107950" bIns="53975"/>
          <a:lstStyle/>
          <a:p>
            <a:endParaRPr lang="zh-CN" altLang="en-US"/>
          </a:p>
        </p:txBody>
      </p:sp>
      <p:sp>
        <p:nvSpPr>
          <p:cNvPr id="22534" name="Text Box 5"/>
          <p:cNvSpPr txBox="1">
            <a:spLocks noChangeArrowheads="1"/>
          </p:cNvSpPr>
          <p:nvPr/>
        </p:nvSpPr>
        <p:spPr bwMode="auto">
          <a:xfrm>
            <a:off x="2859212" y="2899374"/>
            <a:ext cx="1148557" cy="601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07950" tIns="53975" rIns="107950" bIns="53975">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spcBef>
                <a:spcPct val="50000"/>
              </a:spcBef>
            </a:pPr>
            <a:r>
              <a:rPr kumimoji="0" lang="en-US" altLang="zh-CN" sz="1600" dirty="0">
                <a:solidFill>
                  <a:srgbClr val="6600CC"/>
                </a:solidFill>
                <a:latin typeface="Arial" panose="020B0604020202020204" pitchFamily="34" charset="0"/>
              </a:rPr>
              <a:t>UML</a:t>
            </a:r>
            <a:r>
              <a:rPr kumimoji="0" lang="zh-CN" altLang="en-US" sz="1600" dirty="0">
                <a:solidFill>
                  <a:srgbClr val="6600CC"/>
                </a:solidFill>
                <a:latin typeface="Arial" panose="020B0604020202020204" pitchFamily="34" charset="0"/>
              </a:rPr>
              <a:t>企业联盟</a:t>
            </a:r>
            <a:endParaRPr kumimoji="0" lang="en-US" altLang="zh-CN" sz="1600" dirty="0">
              <a:solidFill>
                <a:srgbClr val="6600CC"/>
              </a:solidFill>
              <a:latin typeface="Arial" panose="020B0604020202020204" pitchFamily="34" charset="0"/>
            </a:endParaRPr>
          </a:p>
        </p:txBody>
      </p:sp>
      <p:sp>
        <p:nvSpPr>
          <p:cNvPr id="22535" name="Text Box 6"/>
          <p:cNvSpPr txBox="1">
            <a:spLocks noChangeArrowheads="1"/>
          </p:cNvSpPr>
          <p:nvPr/>
        </p:nvSpPr>
        <p:spPr bwMode="auto">
          <a:xfrm>
            <a:off x="5908675" y="3327103"/>
            <a:ext cx="1473200" cy="605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spcBef>
                <a:spcPct val="50000"/>
              </a:spcBef>
            </a:pPr>
            <a:r>
              <a:rPr kumimoji="0" lang="en-US" altLang="zh-CN" sz="2000" dirty="0">
                <a:latin typeface="Arial" panose="020B0604020202020204" pitchFamily="34" charset="0"/>
              </a:rPr>
              <a:t>UML 1.0</a:t>
            </a:r>
          </a:p>
          <a:p>
            <a:pPr algn="ctr">
              <a:lnSpc>
                <a:spcPct val="25000"/>
              </a:lnSpc>
              <a:spcBef>
                <a:spcPct val="50000"/>
              </a:spcBef>
            </a:pPr>
            <a:r>
              <a:rPr kumimoji="0" lang="en-US" altLang="zh-CN" sz="1400" dirty="0">
                <a:solidFill>
                  <a:schemeClr val="hlink"/>
                </a:solidFill>
                <a:latin typeface="Arial" panose="020B0604020202020204" pitchFamily="34" charset="0"/>
              </a:rPr>
              <a:t>(1997.1)</a:t>
            </a:r>
          </a:p>
        </p:txBody>
      </p:sp>
      <p:sp>
        <p:nvSpPr>
          <p:cNvPr id="22536" name="Text Box 7"/>
          <p:cNvSpPr txBox="1">
            <a:spLocks noChangeArrowheads="1"/>
          </p:cNvSpPr>
          <p:nvPr/>
        </p:nvSpPr>
        <p:spPr bwMode="auto">
          <a:xfrm>
            <a:off x="5886451" y="2717503"/>
            <a:ext cx="1571625" cy="605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spcBef>
                <a:spcPct val="50000"/>
              </a:spcBef>
            </a:pPr>
            <a:r>
              <a:rPr kumimoji="0" lang="en-US" altLang="zh-CN" sz="2000" dirty="0">
                <a:latin typeface="Arial" panose="020B0604020202020204" pitchFamily="34" charset="0"/>
              </a:rPr>
              <a:t>UML 1.1</a:t>
            </a:r>
          </a:p>
          <a:p>
            <a:pPr algn="ctr">
              <a:lnSpc>
                <a:spcPct val="25000"/>
              </a:lnSpc>
              <a:spcBef>
                <a:spcPct val="50000"/>
              </a:spcBef>
            </a:pPr>
            <a:r>
              <a:rPr kumimoji="0" lang="en-US" altLang="zh-CN" sz="1400" dirty="0">
                <a:solidFill>
                  <a:schemeClr val="hlink"/>
                </a:solidFill>
                <a:latin typeface="Arial" panose="020B0604020202020204" pitchFamily="34" charset="0"/>
              </a:rPr>
              <a:t>(1997.9)</a:t>
            </a:r>
          </a:p>
        </p:txBody>
      </p:sp>
      <p:sp>
        <p:nvSpPr>
          <p:cNvPr id="22537" name="Text Box 8"/>
          <p:cNvSpPr txBox="1">
            <a:spLocks noChangeArrowheads="1"/>
          </p:cNvSpPr>
          <p:nvPr/>
        </p:nvSpPr>
        <p:spPr bwMode="auto">
          <a:xfrm>
            <a:off x="5908675" y="2179341"/>
            <a:ext cx="1473200" cy="605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spcBef>
                <a:spcPct val="50000"/>
              </a:spcBef>
            </a:pPr>
            <a:r>
              <a:rPr kumimoji="0" lang="en-US" altLang="zh-CN" sz="2000" dirty="0">
                <a:latin typeface="Arial" panose="020B0604020202020204" pitchFamily="34" charset="0"/>
              </a:rPr>
              <a:t>UML 1.5</a:t>
            </a:r>
          </a:p>
          <a:p>
            <a:pPr algn="ctr">
              <a:lnSpc>
                <a:spcPct val="25000"/>
              </a:lnSpc>
              <a:spcBef>
                <a:spcPct val="50000"/>
              </a:spcBef>
            </a:pPr>
            <a:r>
              <a:rPr kumimoji="0" lang="en-US" altLang="zh-CN" sz="1400" dirty="0">
                <a:solidFill>
                  <a:schemeClr val="hlink"/>
                </a:solidFill>
                <a:latin typeface="Arial" panose="020B0604020202020204" pitchFamily="34" charset="0"/>
              </a:rPr>
              <a:t>(2003.3)</a:t>
            </a:r>
          </a:p>
        </p:txBody>
      </p:sp>
      <p:sp>
        <p:nvSpPr>
          <p:cNvPr id="22538" name="Text Box 9"/>
          <p:cNvSpPr txBox="1">
            <a:spLocks noChangeArrowheads="1"/>
          </p:cNvSpPr>
          <p:nvPr/>
        </p:nvSpPr>
        <p:spPr bwMode="auto">
          <a:xfrm>
            <a:off x="5883275" y="1598316"/>
            <a:ext cx="1473200" cy="605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spcBef>
                <a:spcPct val="50000"/>
              </a:spcBef>
            </a:pPr>
            <a:r>
              <a:rPr kumimoji="0" lang="en-US" altLang="zh-CN" sz="2000" dirty="0">
                <a:latin typeface="Arial" panose="020B0604020202020204" pitchFamily="34" charset="0"/>
              </a:rPr>
              <a:t>UML 2.0</a:t>
            </a:r>
          </a:p>
          <a:p>
            <a:pPr algn="ctr">
              <a:lnSpc>
                <a:spcPct val="25000"/>
              </a:lnSpc>
              <a:spcBef>
                <a:spcPct val="50000"/>
              </a:spcBef>
            </a:pPr>
            <a:r>
              <a:rPr kumimoji="0" lang="en-US" altLang="zh-CN" sz="1400" dirty="0">
                <a:solidFill>
                  <a:schemeClr val="hlink"/>
                </a:solidFill>
                <a:latin typeface="Arial" panose="020B0604020202020204" pitchFamily="34" charset="0"/>
              </a:rPr>
              <a:t>(2005.7)</a:t>
            </a:r>
          </a:p>
        </p:txBody>
      </p:sp>
      <p:sp>
        <p:nvSpPr>
          <p:cNvPr id="22539" name="Text Box 10"/>
          <p:cNvSpPr txBox="1">
            <a:spLocks noChangeArrowheads="1"/>
          </p:cNvSpPr>
          <p:nvPr/>
        </p:nvSpPr>
        <p:spPr bwMode="auto">
          <a:xfrm>
            <a:off x="3144839" y="6060777"/>
            <a:ext cx="1963737" cy="571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spcBef>
                <a:spcPct val="50000"/>
              </a:spcBef>
            </a:pPr>
            <a:r>
              <a:rPr kumimoji="0" lang="en-US" altLang="zh-CN" sz="1600">
                <a:latin typeface="Arial" panose="020B0604020202020204" pitchFamily="34" charset="0"/>
              </a:rPr>
              <a:t>Other </a:t>
            </a:r>
          </a:p>
          <a:p>
            <a:pPr algn="ctr">
              <a:lnSpc>
                <a:spcPct val="25000"/>
              </a:lnSpc>
              <a:spcBef>
                <a:spcPct val="50000"/>
              </a:spcBef>
            </a:pPr>
            <a:r>
              <a:rPr kumimoji="0" lang="en-US" altLang="zh-CN" sz="1600">
                <a:latin typeface="Arial" panose="020B0604020202020204" pitchFamily="34" charset="0"/>
              </a:rPr>
              <a:t>Methods</a:t>
            </a:r>
          </a:p>
        </p:txBody>
      </p:sp>
      <p:sp>
        <p:nvSpPr>
          <p:cNvPr id="22540" name="Text Box 11"/>
          <p:cNvSpPr txBox="1">
            <a:spLocks noChangeArrowheads="1"/>
          </p:cNvSpPr>
          <p:nvPr/>
        </p:nvSpPr>
        <p:spPr bwMode="auto">
          <a:xfrm>
            <a:off x="4864101" y="6087766"/>
            <a:ext cx="137477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spcBef>
                <a:spcPct val="50000"/>
              </a:spcBef>
            </a:pPr>
            <a:r>
              <a:rPr kumimoji="0" lang="en-US" altLang="zh-CN" sz="1600">
                <a:latin typeface="Arial" panose="020B0604020202020204" pitchFamily="34" charset="0"/>
              </a:rPr>
              <a:t>Booch ‘91</a:t>
            </a:r>
          </a:p>
        </p:txBody>
      </p:sp>
      <p:sp>
        <p:nvSpPr>
          <p:cNvPr id="22541" name="Text Box 12"/>
          <p:cNvSpPr txBox="1">
            <a:spLocks noChangeArrowheads="1"/>
          </p:cNvSpPr>
          <p:nvPr/>
        </p:nvSpPr>
        <p:spPr bwMode="auto">
          <a:xfrm>
            <a:off x="6203951" y="6087766"/>
            <a:ext cx="11779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spcBef>
                <a:spcPct val="50000"/>
              </a:spcBef>
            </a:pPr>
            <a:r>
              <a:rPr kumimoji="0" lang="en-US" altLang="zh-CN" sz="1600">
                <a:latin typeface="Arial" panose="020B0604020202020204" pitchFamily="34" charset="0"/>
              </a:rPr>
              <a:t>OMT - 1</a:t>
            </a:r>
          </a:p>
        </p:txBody>
      </p:sp>
      <p:sp>
        <p:nvSpPr>
          <p:cNvPr id="22542" name="Text Box 13"/>
          <p:cNvSpPr txBox="1">
            <a:spLocks noChangeArrowheads="1"/>
          </p:cNvSpPr>
          <p:nvPr/>
        </p:nvSpPr>
        <p:spPr bwMode="auto">
          <a:xfrm>
            <a:off x="2266951" y="6087766"/>
            <a:ext cx="982663"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spcBef>
                <a:spcPct val="50000"/>
              </a:spcBef>
            </a:pPr>
            <a:r>
              <a:rPr kumimoji="0" lang="en-US" altLang="zh-CN" sz="1600">
                <a:latin typeface="Arial" panose="020B0604020202020204" pitchFamily="34" charset="0"/>
              </a:rPr>
              <a:t>OOSE</a:t>
            </a:r>
          </a:p>
        </p:txBody>
      </p:sp>
      <p:sp>
        <p:nvSpPr>
          <p:cNvPr id="22543" name="Text Box 14"/>
          <p:cNvSpPr txBox="1">
            <a:spLocks noChangeArrowheads="1"/>
          </p:cNvSpPr>
          <p:nvPr/>
        </p:nvSpPr>
        <p:spPr bwMode="auto">
          <a:xfrm>
            <a:off x="5168901" y="5371803"/>
            <a:ext cx="137477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spcBef>
                <a:spcPct val="50000"/>
              </a:spcBef>
            </a:pPr>
            <a:r>
              <a:rPr kumimoji="0" lang="en-US" altLang="zh-CN" sz="1600">
                <a:latin typeface="Arial" panose="020B0604020202020204" pitchFamily="34" charset="0"/>
              </a:rPr>
              <a:t>Booch ’93</a:t>
            </a:r>
          </a:p>
        </p:txBody>
      </p:sp>
      <p:sp>
        <p:nvSpPr>
          <p:cNvPr id="22544" name="Text Box 15"/>
          <p:cNvSpPr txBox="1">
            <a:spLocks noChangeArrowheads="1"/>
          </p:cNvSpPr>
          <p:nvPr/>
        </p:nvSpPr>
        <p:spPr bwMode="auto">
          <a:xfrm>
            <a:off x="6203951" y="5371803"/>
            <a:ext cx="1177925" cy="35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spcBef>
                <a:spcPct val="50000"/>
              </a:spcBef>
            </a:pPr>
            <a:r>
              <a:rPr kumimoji="0" lang="en-US" altLang="zh-CN" sz="1600">
                <a:latin typeface="Arial" panose="020B0604020202020204" pitchFamily="34" charset="0"/>
              </a:rPr>
              <a:t>OMT - 2</a:t>
            </a:r>
          </a:p>
        </p:txBody>
      </p:sp>
      <p:sp>
        <p:nvSpPr>
          <p:cNvPr id="22545" name="Text Box 16"/>
          <p:cNvSpPr txBox="1">
            <a:spLocks noChangeArrowheads="1"/>
          </p:cNvSpPr>
          <p:nvPr/>
        </p:nvSpPr>
        <p:spPr bwMode="auto">
          <a:xfrm>
            <a:off x="7392989" y="4763964"/>
            <a:ext cx="1374775" cy="245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lnSpc>
                <a:spcPct val="50000"/>
              </a:lnSpc>
              <a:spcBef>
                <a:spcPct val="50000"/>
              </a:spcBef>
            </a:pPr>
            <a:r>
              <a:rPr kumimoji="0" lang="zh-CN" altLang="en-US" sz="1600" dirty="0">
                <a:solidFill>
                  <a:srgbClr val="336600"/>
                </a:solidFill>
                <a:latin typeface="Arial" panose="020B0604020202020204" pitchFamily="34" charset="0"/>
              </a:rPr>
              <a:t>公众反馈</a:t>
            </a:r>
            <a:endParaRPr kumimoji="0" lang="en-US" altLang="zh-CN" sz="1600" dirty="0">
              <a:solidFill>
                <a:srgbClr val="336600"/>
              </a:solidFill>
              <a:latin typeface="Arial" panose="020B0604020202020204" pitchFamily="34" charset="0"/>
            </a:endParaRPr>
          </a:p>
        </p:txBody>
      </p:sp>
      <p:sp>
        <p:nvSpPr>
          <p:cNvPr id="22546" name="Text Box 17"/>
          <p:cNvSpPr txBox="1">
            <a:spLocks noChangeArrowheads="1"/>
          </p:cNvSpPr>
          <p:nvPr/>
        </p:nvSpPr>
        <p:spPr bwMode="auto">
          <a:xfrm>
            <a:off x="4413251" y="4579641"/>
            <a:ext cx="3044825" cy="605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spcBef>
                <a:spcPct val="50000"/>
              </a:spcBef>
            </a:pPr>
            <a:r>
              <a:rPr kumimoji="0" lang="en-US" altLang="zh-CN" sz="2000">
                <a:latin typeface="Arial" panose="020B0604020202020204" pitchFamily="34" charset="0"/>
              </a:rPr>
              <a:t>Unified Method 0.8</a:t>
            </a:r>
          </a:p>
          <a:p>
            <a:pPr algn="ctr">
              <a:lnSpc>
                <a:spcPct val="25000"/>
              </a:lnSpc>
              <a:spcBef>
                <a:spcPct val="50000"/>
              </a:spcBef>
            </a:pPr>
            <a:r>
              <a:rPr kumimoji="0" lang="en-US" altLang="zh-CN" sz="1400">
                <a:solidFill>
                  <a:schemeClr val="hlink"/>
                </a:solidFill>
                <a:latin typeface="Arial" panose="020B0604020202020204" pitchFamily="34" charset="0"/>
              </a:rPr>
              <a:t>(OOPSLA ’95)</a:t>
            </a:r>
          </a:p>
        </p:txBody>
      </p:sp>
      <p:grpSp>
        <p:nvGrpSpPr>
          <p:cNvPr id="22547" name="Group 18"/>
          <p:cNvGrpSpPr/>
          <p:nvPr/>
        </p:nvGrpSpPr>
        <p:grpSpPr bwMode="auto">
          <a:xfrm>
            <a:off x="3748089" y="3936705"/>
            <a:ext cx="3633787" cy="606426"/>
            <a:chOff x="2304" y="2379"/>
            <a:chExt cx="1776" cy="382"/>
          </a:xfrm>
        </p:grpSpPr>
        <p:sp>
          <p:nvSpPr>
            <p:cNvPr id="22564" name="Text Box 19"/>
            <p:cNvSpPr txBox="1">
              <a:spLocks noChangeArrowheads="1"/>
            </p:cNvSpPr>
            <p:nvPr/>
          </p:nvSpPr>
          <p:spPr bwMode="auto">
            <a:xfrm>
              <a:off x="2304" y="2379"/>
              <a:ext cx="720" cy="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spcBef>
                  <a:spcPct val="50000"/>
                </a:spcBef>
              </a:pPr>
              <a:r>
                <a:rPr kumimoji="0" lang="en-US" altLang="zh-CN" sz="2000">
                  <a:latin typeface="Arial" panose="020B0604020202020204" pitchFamily="34" charset="0"/>
                </a:rPr>
                <a:t>UML 0.9</a:t>
              </a:r>
            </a:p>
            <a:p>
              <a:pPr algn="ctr">
                <a:lnSpc>
                  <a:spcPct val="25000"/>
                </a:lnSpc>
                <a:spcBef>
                  <a:spcPct val="50000"/>
                </a:spcBef>
              </a:pPr>
              <a:r>
                <a:rPr kumimoji="0" lang="en-US" altLang="zh-CN" sz="1400">
                  <a:solidFill>
                    <a:schemeClr val="hlink"/>
                  </a:solidFill>
                  <a:latin typeface="Arial" panose="020B0604020202020204" pitchFamily="34" charset="0"/>
                </a:rPr>
                <a:t>(June ‘96)</a:t>
              </a:r>
            </a:p>
          </p:txBody>
        </p:sp>
        <p:sp>
          <p:nvSpPr>
            <p:cNvPr id="22565" name="Text Box 20"/>
            <p:cNvSpPr txBox="1">
              <a:spLocks noChangeArrowheads="1"/>
            </p:cNvSpPr>
            <p:nvPr/>
          </p:nvSpPr>
          <p:spPr bwMode="auto">
            <a:xfrm>
              <a:off x="3264" y="2379"/>
              <a:ext cx="816" cy="3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spcBef>
                  <a:spcPct val="50000"/>
                </a:spcBef>
              </a:pPr>
              <a:r>
                <a:rPr kumimoji="0" lang="en-US" altLang="zh-CN" sz="2000">
                  <a:latin typeface="Arial" panose="020B0604020202020204" pitchFamily="34" charset="0"/>
                </a:rPr>
                <a:t>UML 0.91</a:t>
              </a:r>
            </a:p>
            <a:p>
              <a:pPr algn="ctr">
                <a:lnSpc>
                  <a:spcPct val="25000"/>
                </a:lnSpc>
                <a:spcBef>
                  <a:spcPct val="50000"/>
                </a:spcBef>
              </a:pPr>
              <a:r>
                <a:rPr kumimoji="0" lang="en-US" altLang="zh-CN" sz="1400">
                  <a:solidFill>
                    <a:schemeClr val="hlink"/>
                  </a:solidFill>
                  <a:latin typeface="Arial" panose="020B0604020202020204" pitchFamily="34" charset="0"/>
                </a:rPr>
                <a:t>(Oct. ‘96)</a:t>
              </a:r>
            </a:p>
          </p:txBody>
        </p:sp>
        <p:sp>
          <p:nvSpPr>
            <p:cNvPr id="22566" name="Text Box 21"/>
            <p:cNvSpPr txBox="1">
              <a:spLocks noChangeArrowheads="1"/>
            </p:cNvSpPr>
            <p:nvPr/>
          </p:nvSpPr>
          <p:spPr bwMode="auto">
            <a:xfrm>
              <a:off x="2928" y="2379"/>
              <a:ext cx="432"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spcBef>
                  <a:spcPct val="50000"/>
                </a:spcBef>
              </a:pPr>
              <a:r>
                <a:rPr kumimoji="0" lang="en-US" altLang="zh-CN" sz="2000">
                  <a:latin typeface="Arial" panose="020B0604020202020204" pitchFamily="34" charset="0"/>
                </a:rPr>
                <a:t>and</a:t>
              </a:r>
            </a:p>
          </p:txBody>
        </p:sp>
      </p:grpSp>
      <p:sp>
        <p:nvSpPr>
          <p:cNvPr id="22548" name="Line 22"/>
          <p:cNvSpPr>
            <a:spLocks noChangeShapeType="1"/>
          </p:cNvSpPr>
          <p:nvPr/>
        </p:nvSpPr>
        <p:spPr bwMode="auto">
          <a:xfrm flipV="1">
            <a:off x="5645150" y="5690890"/>
            <a:ext cx="317500" cy="438150"/>
          </a:xfrm>
          <a:prstGeom prst="line">
            <a:avLst/>
          </a:prstGeom>
          <a:noFill/>
          <a:ln w="38100">
            <a:solidFill>
              <a:schemeClr val="hlink"/>
            </a:solidFill>
            <a:round/>
            <a:tailEnd type="triangle" w="med" len="med"/>
          </a:ln>
          <a:extLst>
            <a:ext uri="{909E8E84-426E-40DD-AFC4-6F175D3DCCD1}">
              <a14:hiddenFill xmlns:a14="http://schemas.microsoft.com/office/drawing/2010/main">
                <a:noFill/>
              </a14:hiddenFill>
            </a:ext>
          </a:extLst>
        </p:spPr>
        <p:txBody>
          <a:bodyPr lIns="107950" tIns="53975" rIns="107950" bIns="53975"/>
          <a:lstStyle/>
          <a:p>
            <a:endParaRPr lang="zh-CN" altLang="en-US"/>
          </a:p>
        </p:txBody>
      </p:sp>
      <p:sp>
        <p:nvSpPr>
          <p:cNvPr id="22549" name="Line 23"/>
          <p:cNvSpPr>
            <a:spLocks noChangeShapeType="1"/>
          </p:cNvSpPr>
          <p:nvPr/>
        </p:nvSpPr>
        <p:spPr bwMode="auto">
          <a:xfrm flipV="1">
            <a:off x="6073775" y="5124152"/>
            <a:ext cx="198438" cy="274638"/>
          </a:xfrm>
          <a:prstGeom prst="line">
            <a:avLst/>
          </a:prstGeom>
          <a:noFill/>
          <a:ln w="38100">
            <a:solidFill>
              <a:schemeClr val="hlink"/>
            </a:solidFill>
            <a:round/>
            <a:tailEnd type="triangle" w="med" len="med"/>
          </a:ln>
          <a:extLst>
            <a:ext uri="{909E8E84-426E-40DD-AFC4-6F175D3DCCD1}">
              <a14:hiddenFill xmlns:a14="http://schemas.microsoft.com/office/drawing/2010/main">
                <a:noFill/>
              </a14:hiddenFill>
            </a:ext>
          </a:extLst>
        </p:spPr>
        <p:txBody>
          <a:bodyPr lIns="107950" tIns="53975" rIns="107950" bIns="53975"/>
          <a:lstStyle/>
          <a:p>
            <a:endParaRPr lang="zh-CN" altLang="en-US"/>
          </a:p>
        </p:txBody>
      </p:sp>
      <p:sp>
        <p:nvSpPr>
          <p:cNvPr id="22550" name="Line 24"/>
          <p:cNvSpPr>
            <a:spLocks noChangeShapeType="1"/>
          </p:cNvSpPr>
          <p:nvPr/>
        </p:nvSpPr>
        <p:spPr bwMode="auto">
          <a:xfrm flipV="1">
            <a:off x="6919913" y="5659140"/>
            <a:ext cx="4762" cy="444500"/>
          </a:xfrm>
          <a:prstGeom prst="line">
            <a:avLst/>
          </a:prstGeom>
          <a:noFill/>
          <a:ln w="38100">
            <a:solidFill>
              <a:schemeClr val="hlink"/>
            </a:solidFill>
            <a:round/>
            <a:tailEnd type="triangle" w="med" len="med"/>
          </a:ln>
          <a:extLst>
            <a:ext uri="{909E8E84-426E-40DD-AFC4-6F175D3DCCD1}">
              <a14:hiddenFill xmlns:a14="http://schemas.microsoft.com/office/drawing/2010/main">
                <a:noFill/>
              </a14:hiddenFill>
            </a:ext>
          </a:extLst>
        </p:spPr>
        <p:txBody>
          <a:bodyPr lIns="107950" tIns="53975" rIns="107950" bIns="53975"/>
          <a:lstStyle/>
          <a:p>
            <a:endParaRPr lang="zh-CN" altLang="en-US"/>
          </a:p>
        </p:txBody>
      </p:sp>
      <p:sp>
        <p:nvSpPr>
          <p:cNvPr id="22551" name="Line 25"/>
          <p:cNvSpPr>
            <a:spLocks noChangeShapeType="1"/>
          </p:cNvSpPr>
          <p:nvPr/>
        </p:nvSpPr>
        <p:spPr bwMode="auto">
          <a:xfrm flipV="1">
            <a:off x="6888163" y="4979690"/>
            <a:ext cx="4762" cy="431800"/>
          </a:xfrm>
          <a:prstGeom prst="line">
            <a:avLst/>
          </a:prstGeom>
          <a:noFill/>
          <a:ln w="38100">
            <a:solidFill>
              <a:schemeClr val="hlink"/>
            </a:solidFill>
            <a:round/>
            <a:tailEnd type="triangle" w="med" len="med"/>
          </a:ln>
          <a:extLst>
            <a:ext uri="{909E8E84-426E-40DD-AFC4-6F175D3DCCD1}">
              <a14:hiddenFill xmlns:a14="http://schemas.microsoft.com/office/drawing/2010/main">
                <a:noFill/>
              </a14:hiddenFill>
            </a:ext>
          </a:extLst>
        </p:spPr>
        <p:txBody>
          <a:bodyPr lIns="107950" tIns="53975" rIns="107950" bIns="53975"/>
          <a:lstStyle/>
          <a:p>
            <a:endParaRPr lang="zh-CN" altLang="en-US"/>
          </a:p>
        </p:txBody>
      </p:sp>
      <p:sp>
        <p:nvSpPr>
          <p:cNvPr id="22552" name="Line 26"/>
          <p:cNvSpPr>
            <a:spLocks noChangeShapeType="1"/>
          </p:cNvSpPr>
          <p:nvPr/>
        </p:nvSpPr>
        <p:spPr bwMode="auto">
          <a:xfrm flipV="1">
            <a:off x="4079876" y="4979691"/>
            <a:ext cx="1152525" cy="1152525"/>
          </a:xfrm>
          <a:prstGeom prst="line">
            <a:avLst/>
          </a:prstGeom>
          <a:noFill/>
          <a:ln w="38100">
            <a:solidFill>
              <a:schemeClr val="hlink"/>
            </a:solidFill>
            <a:round/>
            <a:tailEnd type="triangle" w="med" len="med"/>
          </a:ln>
          <a:extLst>
            <a:ext uri="{909E8E84-426E-40DD-AFC4-6F175D3DCCD1}">
              <a14:hiddenFill xmlns:a14="http://schemas.microsoft.com/office/drawing/2010/main">
                <a:noFill/>
              </a14:hiddenFill>
            </a:ext>
          </a:extLst>
        </p:spPr>
        <p:txBody>
          <a:bodyPr lIns="107950" tIns="53975" rIns="107950" bIns="53975"/>
          <a:lstStyle/>
          <a:p>
            <a:endParaRPr lang="zh-CN" altLang="en-US"/>
          </a:p>
        </p:txBody>
      </p:sp>
      <p:sp>
        <p:nvSpPr>
          <p:cNvPr id="22553" name="Line 27"/>
          <p:cNvSpPr>
            <a:spLocks noChangeShapeType="1"/>
          </p:cNvSpPr>
          <p:nvPr/>
        </p:nvSpPr>
        <p:spPr bwMode="auto">
          <a:xfrm flipV="1">
            <a:off x="2782888" y="4509791"/>
            <a:ext cx="1657350" cy="1622425"/>
          </a:xfrm>
          <a:prstGeom prst="line">
            <a:avLst/>
          </a:prstGeom>
          <a:noFill/>
          <a:ln w="38100">
            <a:solidFill>
              <a:schemeClr val="hlink"/>
            </a:solidFill>
            <a:round/>
            <a:tailEnd type="triangle" w="med" len="med"/>
          </a:ln>
          <a:extLst>
            <a:ext uri="{909E8E84-426E-40DD-AFC4-6F175D3DCCD1}">
              <a14:hiddenFill xmlns:a14="http://schemas.microsoft.com/office/drawing/2010/main">
                <a:noFill/>
              </a14:hiddenFill>
            </a:ext>
          </a:extLst>
        </p:spPr>
        <p:txBody>
          <a:bodyPr lIns="107950" tIns="53975" rIns="107950" bIns="53975"/>
          <a:lstStyle/>
          <a:p>
            <a:endParaRPr lang="zh-CN" altLang="en-US"/>
          </a:p>
        </p:txBody>
      </p:sp>
      <p:sp>
        <p:nvSpPr>
          <p:cNvPr id="22554" name="Line 28"/>
          <p:cNvSpPr>
            <a:spLocks noChangeShapeType="1"/>
          </p:cNvSpPr>
          <p:nvPr/>
        </p:nvSpPr>
        <p:spPr bwMode="auto">
          <a:xfrm>
            <a:off x="3900488" y="3208040"/>
            <a:ext cx="2195512" cy="284162"/>
          </a:xfrm>
          <a:prstGeom prst="line">
            <a:avLst/>
          </a:prstGeom>
          <a:noFill/>
          <a:ln w="38100">
            <a:solidFill>
              <a:srgbClr val="6600CC"/>
            </a:solidFill>
            <a:round/>
            <a:tailEnd type="triangle" w="med" len="med"/>
          </a:ln>
          <a:extLst>
            <a:ext uri="{909E8E84-426E-40DD-AFC4-6F175D3DCCD1}">
              <a14:hiddenFill xmlns:a14="http://schemas.microsoft.com/office/drawing/2010/main">
                <a:noFill/>
              </a14:hiddenFill>
            </a:ext>
          </a:extLst>
        </p:spPr>
        <p:txBody>
          <a:bodyPr lIns="107950" tIns="53975" rIns="107950" bIns="53975"/>
          <a:lstStyle/>
          <a:p>
            <a:endParaRPr lang="zh-CN" altLang="en-US"/>
          </a:p>
        </p:txBody>
      </p:sp>
      <p:sp>
        <p:nvSpPr>
          <p:cNvPr id="22555" name="Line 29"/>
          <p:cNvSpPr>
            <a:spLocks noChangeShapeType="1"/>
          </p:cNvSpPr>
          <p:nvPr/>
        </p:nvSpPr>
        <p:spPr bwMode="auto">
          <a:xfrm rot="-5400000">
            <a:off x="6159500" y="3188990"/>
            <a:ext cx="3041650" cy="0"/>
          </a:xfrm>
          <a:prstGeom prst="line">
            <a:avLst/>
          </a:prstGeom>
          <a:noFill/>
          <a:ln w="76200">
            <a:solidFill>
              <a:srgbClr val="008000"/>
            </a:solidFill>
            <a:round/>
            <a:tailEnd type="triangle" w="med" len="med"/>
          </a:ln>
          <a:extLst>
            <a:ext uri="{909E8E84-426E-40DD-AFC4-6F175D3DCCD1}">
              <a14:hiddenFill xmlns:a14="http://schemas.microsoft.com/office/drawing/2010/main">
                <a:noFill/>
              </a14:hiddenFill>
            </a:ext>
          </a:extLst>
        </p:spPr>
        <p:txBody>
          <a:bodyPr lIns="107950" tIns="53975" rIns="107950" bIns="53975"/>
          <a:lstStyle/>
          <a:p>
            <a:endParaRPr lang="zh-CN" altLang="en-US"/>
          </a:p>
        </p:txBody>
      </p:sp>
      <p:sp>
        <p:nvSpPr>
          <p:cNvPr id="22556" name="Line 30"/>
          <p:cNvSpPr>
            <a:spLocks noChangeShapeType="1"/>
          </p:cNvSpPr>
          <p:nvPr/>
        </p:nvSpPr>
        <p:spPr bwMode="auto">
          <a:xfrm>
            <a:off x="7329488" y="462799"/>
            <a:ext cx="11113" cy="4361317"/>
          </a:xfrm>
          <a:prstGeom prst="line">
            <a:avLst/>
          </a:prstGeom>
          <a:noFill/>
          <a:ln w="177800">
            <a:solidFill>
              <a:schemeClr val="hlink"/>
            </a:solidFill>
            <a:round/>
            <a:headEnd type="triangle" w="med" len="med"/>
          </a:ln>
          <a:extLst>
            <a:ext uri="{909E8E84-426E-40DD-AFC4-6F175D3DCCD1}">
              <a14:hiddenFill xmlns:a14="http://schemas.microsoft.com/office/drawing/2010/main">
                <a:noFill/>
              </a14:hiddenFill>
            </a:ext>
          </a:extLst>
        </p:spPr>
        <p:txBody>
          <a:bodyPr lIns="107950" tIns="53975" rIns="107950" bIns="53975"/>
          <a:lstStyle/>
          <a:p>
            <a:endParaRPr lang="zh-CN" altLang="en-US"/>
          </a:p>
        </p:txBody>
      </p:sp>
      <p:grpSp>
        <p:nvGrpSpPr>
          <p:cNvPr id="22557" name="Group 31"/>
          <p:cNvGrpSpPr/>
          <p:nvPr/>
        </p:nvGrpSpPr>
        <p:grpSpPr bwMode="auto">
          <a:xfrm>
            <a:off x="7248525" y="4900315"/>
            <a:ext cx="196850" cy="1447800"/>
            <a:chOff x="3696" y="3072"/>
            <a:chExt cx="96" cy="912"/>
          </a:xfrm>
        </p:grpSpPr>
        <p:sp>
          <p:nvSpPr>
            <p:cNvPr id="22560" name="Rectangle 32"/>
            <p:cNvSpPr>
              <a:spLocks noChangeArrowheads="1"/>
            </p:cNvSpPr>
            <p:nvPr/>
          </p:nvSpPr>
          <p:spPr bwMode="auto">
            <a:xfrm>
              <a:off x="3696" y="3072"/>
              <a:ext cx="96" cy="19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nchor="ctr"/>
            <a:lstStyle/>
            <a:p>
              <a:endParaRPr lang="zh-CN" altLang="en-US"/>
            </a:p>
          </p:txBody>
        </p:sp>
        <p:sp>
          <p:nvSpPr>
            <p:cNvPr id="22561" name="Rectangle 33"/>
            <p:cNvSpPr>
              <a:spLocks noChangeArrowheads="1"/>
            </p:cNvSpPr>
            <p:nvPr/>
          </p:nvSpPr>
          <p:spPr bwMode="auto">
            <a:xfrm>
              <a:off x="3696" y="3312"/>
              <a:ext cx="96" cy="19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nchor="ctr"/>
            <a:lstStyle/>
            <a:p>
              <a:endParaRPr lang="zh-CN" altLang="en-US"/>
            </a:p>
          </p:txBody>
        </p:sp>
        <p:sp>
          <p:nvSpPr>
            <p:cNvPr id="22562" name="Rectangle 34"/>
            <p:cNvSpPr>
              <a:spLocks noChangeArrowheads="1"/>
            </p:cNvSpPr>
            <p:nvPr/>
          </p:nvSpPr>
          <p:spPr bwMode="auto">
            <a:xfrm>
              <a:off x="3696" y="3552"/>
              <a:ext cx="96" cy="19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nchor="ctr"/>
            <a:lstStyle/>
            <a:p>
              <a:endParaRPr lang="zh-CN" altLang="en-US"/>
            </a:p>
          </p:txBody>
        </p:sp>
        <p:sp>
          <p:nvSpPr>
            <p:cNvPr id="22563" name="Rectangle 35"/>
            <p:cNvSpPr>
              <a:spLocks noChangeArrowheads="1"/>
            </p:cNvSpPr>
            <p:nvPr/>
          </p:nvSpPr>
          <p:spPr bwMode="auto">
            <a:xfrm>
              <a:off x="3696" y="3792"/>
              <a:ext cx="96" cy="19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107950" tIns="53975" rIns="107950" bIns="53975" anchor="ctr"/>
            <a:lstStyle/>
            <a:p>
              <a:endParaRPr lang="zh-CN" altLang="en-US"/>
            </a:p>
          </p:txBody>
        </p:sp>
      </p:grpSp>
      <p:sp>
        <p:nvSpPr>
          <p:cNvPr id="22558" name="AutoShape 36"/>
          <p:cNvSpPr>
            <a:spLocks noChangeArrowheads="1"/>
          </p:cNvSpPr>
          <p:nvPr/>
        </p:nvSpPr>
        <p:spPr bwMode="auto">
          <a:xfrm>
            <a:off x="8096250" y="1825327"/>
            <a:ext cx="1982788" cy="3816350"/>
          </a:xfrm>
          <a:prstGeom prst="upArrow">
            <a:avLst>
              <a:gd name="adj1" fmla="val 48380"/>
              <a:gd name="adj2" fmla="val 57412"/>
            </a:avLst>
          </a:prstGeom>
          <a:noFill/>
          <a:ln w="38100">
            <a:solidFill>
              <a:schemeClr val="tx2"/>
            </a:solidFill>
            <a:miter lim="800000"/>
          </a:ln>
          <a:extLst>
            <a:ext uri="{909E8E84-426E-40DD-AFC4-6F175D3DCCD1}">
              <a14:hiddenFill xmlns:a14="http://schemas.microsoft.com/office/drawing/2010/main">
                <a:solidFill>
                  <a:srgbClr val="FFFFFF"/>
                </a:solidFill>
              </a14:hiddenFill>
            </a:ext>
          </a:extLst>
        </p:spPr>
        <p:txBody>
          <a:bodyPr lIns="91274" tIns="45638" rIns="91274" bIns="45638"/>
          <a:lstStyle/>
          <a:p>
            <a:pPr algn="ctr" eaLnBrk="0" hangingPunct="0">
              <a:spcBef>
                <a:spcPct val="20000"/>
              </a:spcBef>
            </a:pPr>
            <a:r>
              <a:rPr kumimoji="0" lang="zh-CN" altLang="en-US" sz="1800">
                <a:solidFill>
                  <a:srgbClr val="993300"/>
                </a:solidFill>
                <a:latin typeface="Times New Roman" panose="02020603050405020304" pitchFamily="18" charset="0"/>
              </a:rPr>
              <a:t>工业化</a:t>
            </a:r>
          </a:p>
          <a:p>
            <a:pPr algn="ctr" eaLnBrk="0" hangingPunct="0"/>
            <a:endParaRPr kumimoji="0" lang="zh-CN" altLang="en-US" sz="1800">
              <a:solidFill>
                <a:srgbClr val="993300"/>
              </a:solidFill>
              <a:latin typeface="Times New Roman" panose="02020603050405020304" pitchFamily="18" charset="0"/>
            </a:endParaRPr>
          </a:p>
          <a:p>
            <a:pPr algn="ctr" eaLnBrk="0" hangingPunct="0"/>
            <a:r>
              <a:rPr kumimoji="0" lang="zh-CN" altLang="en-US" sz="1800">
                <a:solidFill>
                  <a:srgbClr val="993300"/>
                </a:solidFill>
                <a:latin typeface="Times New Roman" panose="02020603050405020304" pitchFamily="18" charset="0"/>
              </a:rPr>
              <a:t>标准化</a:t>
            </a:r>
            <a:endParaRPr kumimoji="0" lang="zh-CN" altLang="en-US" sz="900">
              <a:solidFill>
                <a:srgbClr val="993300"/>
              </a:solidFill>
              <a:latin typeface="Times New Roman" panose="02020603050405020304" pitchFamily="18" charset="0"/>
            </a:endParaRPr>
          </a:p>
          <a:p>
            <a:pPr algn="ctr" eaLnBrk="0" hangingPunct="0"/>
            <a:endParaRPr kumimoji="0" lang="zh-CN" altLang="en-US" sz="1000" b="0">
              <a:solidFill>
                <a:srgbClr val="993300"/>
              </a:solidFill>
              <a:latin typeface="Times New Roman" panose="02020603050405020304" pitchFamily="18" charset="0"/>
            </a:endParaRPr>
          </a:p>
          <a:p>
            <a:pPr algn="ctr" eaLnBrk="0" hangingPunct="0">
              <a:spcBef>
                <a:spcPts val="3000"/>
              </a:spcBef>
            </a:pPr>
            <a:r>
              <a:rPr kumimoji="0" lang="zh-CN" altLang="en-US" sz="1800">
                <a:solidFill>
                  <a:srgbClr val="993300"/>
                </a:solidFill>
                <a:latin typeface="Times New Roman" panose="02020603050405020304" pitchFamily="18" charset="0"/>
              </a:rPr>
              <a:t>统一化</a:t>
            </a:r>
            <a:endParaRPr kumimoji="0" lang="zh-CN" altLang="en-US" sz="900">
              <a:solidFill>
                <a:srgbClr val="993300"/>
              </a:solidFill>
              <a:latin typeface="Times New Roman" panose="02020603050405020304" pitchFamily="18" charset="0"/>
            </a:endParaRPr>
          </a:p>
          <a:p>
            <a:pPr algn="ctr" eaLnBrk="0" hangingPunct="0">
              <a:spcBef>
                <a:spcPts val="3000"/>
              </a:spcBef>
            </a:pPr>
            <a:br>
              <a:rPr kumimoji="0" lang="zh-CN" altLang="en-US" sz="1800">
                <a:solidFill>
                  <a:srgbClr val="993300"/>
                </a:solidFill>
                <a:latin typeface="Times New Roman" panose="02020603050405020304" pitchFamily="18" charset="0"/>
              </a:rPr>
            </a:br>
            <a:r>
              <a:rPr kumimoji="0" lang="zh-CN" altLang="en-US" sz="1800">
                <a:solidFill>
                  <a:srgbClr val="993300"/>
                </a:solidFill>
                <a:latin typeface="Times New Roman" panose="02020603050405020304" pitchFamily="18" charset="0"/>
              </a:rPr>
              <a:t>分散的</a:t>
            </a:r>
          </a:p>
          <a:p>
            <a:pPr algn="ctr" eaLnBrk="0" hangingPunct="0"/>
            <a:r>
              <a:rPr kumimoji="0" lang="zh-CN" altLang="en-US" sz="1800">
                <a:solidFill>
                  <a:srgbClr val="993300"/>
                </a:solidFill>
                <a:latin typeface="Times New Roman" panose="02020603050405020304" pitchFamily="18" charset="0"/>
              </a:rPr>
              <a:t>各部分</a:t>
            </a:r>
            <a:endParaRPr kumimoji="0" lang="en-US" altLang="zh-CN" sz="1800" b="0">
              <a:solidFill>
                <a:srgbClr val="993300"/>
              </a:solidFill>
              <a:latin typeface="Times New Roman" panose="02020603050405020304" pitchFamily="18" charset="0"/>
            </a:endParaRPr>
          </a:p>
        </p:txBody>
      </p:sp>
      <p:sp>
        <p:nvSpPr>
          <p:cNvPr id="22559" name="Text Box 37"/>
          <p:cNvSpPr txBox="1">
            <a:spLocks noChangeArrowheads="1"/>
          </p:cNvSpPr>
          <p:nvPr/>
        </p:nvSpPr>
        <p:spPr bwMode="auto">
          <a:xfrm>
            <a:off x="5880100" y="1022053"/>
            <a:ext cx="1473200" cy="605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spcBef>
                <a:spcPct val="50000"/>
              </a:spcBef>
            </a:pPr>
            <a:r>
              <a:rPr kumimoji="0" lang="en-US" altLang="zh-CN" sz="2000" dirty="0">
                <a:latin typeface="Arial" panose="020B0604020202020204" pitchFamily="34" charset="0"/>
              </a:rPr>
              <a:t>UML 2.4</a:t>
            </a:r>
          </a:p>
          <a:p>
            <a:pPr algn="ctr">
              <a:lnSpc>
                <a:spcPct val="25000"/>
              </a:lnSpc>
              <a:spcBef>
                <a:spcPct val="50000"/>
              </a:spcBef>
            </a:pPr>
            <a:r>
              <a:rPr kumimoji="0" lang="en-US" altLang="zh-CN" sz="1400" dirty="0">
                <a:solidFill>
                  <a:schemeClr val="hlink"/>
                </a:solidFill>
                <a:latin typeface="Arial" panose="020B0604020202020204" pitchFamily="34" charset="0"/>
              </a:rPr>
              <a:t>(2011.3)</a:t>
            </a:r>
          </a:p>
        </p:txBody>
      </p:sp>
      <p:sp>
        <p:nvSpPr>
          <p:cNvPr id="40" name="Text Box 37"/>
          <p:cNvSpPr txBox="1">
            <a:spLocks noChangeArrowheads="1"/>
          </p:cNvSpPr>
          <p:nvPr/>
        </p:nvSpPr>
        <p:spPr bwMode="auto">
          <a:xfrm>
            <a:off x="5856287" y="462799"/>
            <a:ext cx="1473200" cy="605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7950" tIns="53975" rIns="107950" bIns="53975">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a:spcBef>
                <a:spcPct val="50000"/>
              </a:spcBef>
            </a:pPr>
            <a:r>
              <a:rPr kumimoji="0" lang="en-US" altLang="zh-CN" sz="2000" dirty="0">
                <a:latin typeface="Arial" panose="020B0604020202020204" pitchFamily="34" charset="0"/>
              </a:rPr>
              <a:t>UML 2.5</a:t>
            </a:r>
          </a:p>
          <a:p>
            <a:pPr algn="ctr">
              <a:lnSpc>
                <a:spcPct val="25000"/>
              </a:lnSpc>
              <a:spcBef>
                <a:spcPct val="50000"/>
              </a:spcBef>
            </a:pPr>
            <a:r>
              <a:rPr kumimoji="0" lang="en-US" altLang="zh-CN" sz="1400" dirty="0">
                <a:solidFill>
                  <a:schemeClr val="hlink"/>
                </a:solidFill>
                <a:latin typeface="Arial" panose="020B0604020202020204" pitchFamily="34" charset="0"/>
              </a:rPr>
              <a:t>(2015.6)</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2"/>
          <p:cNvSpPr>
            <a:spLocks noGrp="1" noChangeArrowheads="1"/>
          </p:cNvSpPr>
          <p:nvPr>
            <p:ph type="ctrTitle"/>
          </p:nvPr>
        </p:nvSpPr>
        <p:spPr/>
        <p:txBody>
          <a:bodyPr/>
          <a:lstStyle/>
          <a:p>
            <a:pPr eaLnBrk="1" hangingPunct="1">
              <a:defRPr/>
            </a:pPr>
            <a:r>
              <a:rPr lang="zh-CN" altLang="en-US" dirty="0">
                <a:latin typeface="华文楷体" panose="02010600040101010101" pitchFamily="2" charset="-122"/>
                <a:ea typeface="华文楷体" panose="02010600040101010101" pitchFamily="2" charset="-122"/>
              </a:rPr>
              <a:t>第</a:t>
            </a:r>
            <a:r>
              <a:rPr lang="en-US" altLang="zh-CN" dirty="0">
                <a:latin typeface="华文楷体" panose="02010600040101010101" pitchFamily="2" charset="-122"/>
                <a:ea typeface="华文楷体" panose="02010600040101010101" pitchFamily="2" charset="-122"/>
              </a:rPr>
              <a:t>03</a:t>
            </a:r>
            <a:r>
              <a:rPr lang="zh-CN" altLang="en-US" dirty="0">
                <a:latin typeface="华文楷体" panose="02010600040101010101" pitchFamily="2" charset="-122"/>
                <a:ea typeface="华文楷体" panose="02010600040101010101" pitchFamily="2" charset="-122"/>
              </a:rPr>
              <a:t>章 </a:t>
            </a:r>
            <a:r>
              <a:rPr lang="en-US" altLang="zh-CN" dirty="0">
                <a:latin typeface="华文楷体" panose="02010600040101010101" pitchFamily="2" charset="-122"/>
                <a:ea typeface="华文楷体" panose="02010600040101010101" pitchFamily="2" charset="-122"/>
              </a:rPr>
              <a:t>UML</a:t>
            </a:r>
            <a:r>
              <a:rPr lang="zh-CN" altLang="en-US" dirty="0">
                <a:latin typeface="华文楷体" panose="02010600040101010101" pitchFamily="2" charset="-122"/>
                <a:ea typeface="华文楷体" panose="02010600040101010101" pitchFamily="2" charset="-122"/>
              </a:rPr>
              <a:t>的概念模型</a:t>
            </a:r>
            <a:r>
              <a:rPr lang="en-US" altLang="zh-CN" baseline="30000" dirty="0">
                <a:solidFill>
                  <a:schemeClr val="tx2"/>
                </a:solidFill>
                <a:uFillTx/>
                <a:latin typeface="华文楷体" panose="02010600040101010101" pitchFamily="2" charset="-122"/>
                <a:ea typeface="华文楷体" panose="02010600040101010101" pitchFamily="2" charset="-122"/>
              </a:rPr>
              <a:t>[3]</a:t>
            </a:r>
          </a:p>
        </p:txBody>
      </p:sp>
      <p:sp>
        <p:nvSpPr>
          <p:cNvPr id="9219" name="Rectangle 3"/>
          <p:cNvSpPr>
            <a:spLocks noGrp="1" noChangeArrowheads="1"/>
          </p:cNvSpPr>
          <p:nvPr>
            <p:ph type="subTitle" idx="1"/>
          </p:nvPr>
        </p:nvSpPr>
        <p:spPr>
          <a:xfrm>
            <a:off x="1524000" y="3860800"/>
            <a:ext cx="9144000" cy="1752600"/>
          </a:xfrm>
        </p:spPr>
        <p:txBody>
          <a:bodyPr/>
          <a:lstStyle/>
          <a:p>
            <a:pPr eaLnBrk="1" hangingPunct="1"/>
            <a:r>
              <a:rPr lang="en-US" altLang="zh-CN" i="1">
                <a:solidFill>
                  <a:srgbClr val="003399"/>
                </a:solidFill>
              </a:rPr>
              <a:t>An Approach to the Object Orientation</a:t>
            </a:r>
            <a:endParaRPr lang="zh-CN" altLang="en-US" i="1">
              <a:solidFill>
                <a:srgbClr val="003399"/>
              </a:solidFill>
            </a:endParaRP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74AD6A4F-991F-43B0-8F0F-5AE2A48478C4}" type="slidenum">
              <a:rPr lang="en-US" altLang="zh-CN" sz="1200" b="0">
                <a:solidFill>
                  <a:srgbClr val="4D4D4D"/>
                </a:solidFill>
                <a:latin typeface="Arial" panose="020B0604020202020204" pitchFamily="34" charset="0"/>
              </a:rPr>
              <a:t>13</a:t>
            </a:fld>
            <a:r>
              <a:rPr lang="en-US" altLang="zh-CN" sz="1200" b="0">
                <a:solidFill>
                  <a:srgbClr val="4D4D4D"/>
                </a:solidFill>
                <a:latin typeface="Arial" panose="020B0604020202020204" pitchFamily="34" charset="0"/>
              </a:rPr>
              <a:t>-</a:t>
            </a:r>
          </a:p>
        </p:txBody>
      </p:sp>
      <p:sp>
        <p:nvSpPr>
          <p:cNvPr id="38915" name="Rectangle 2"/>
          <p:cNvSpPr>
            <a:spLocks noGrp="1" noChangeArrowheads="1"/>
          </p:cNvSpPr>
          <p:nvPr>
            <p:ph type="title"/>
          </p:nvPr>
        </p:nvSpPr>
        <p:spPr/>
        <p:txBody>
          <a:bodyPr/>
          <a:lstStyle/>
          <a:p>
            <a:pPr eaLnBrk="1" hangingPunct="1"/>
            <a:r>
              <a:rPr lang="en-US" altLang="zh-CN" dirty="0"/>
              <a:t>UML2</a:t>
            </a:r>
            <a:r>
              <a:rPr lang="zh-CN" altLang="en-US" dirty="0"/>
              <a:t>概念模型</a:t>
            </a:r>
          </a:p>
        </p:txBody>
      </p:sp>
      <p:sp>
        <p:nvSpPr>
          <p:cNvPr id="38916" name="Rectangle 3"/>
          <p:cNvSpPr>
            <a:spLocks noChangeArrowheads="1"/>
          </p:cNvSpPr>
          <p:nvPr/>
        </p:nvSpPr>
        <p:spPr bwMode="auto">
          <a:xfrm>
            <a:off x="4684713" y="1701801"/>
            <a:ext cx="2476500" cy="720725"/>
          </a:xfrm>
          <a:prstGeom prst="rect">
            <a:avLst/>
          </a:prstGeom>
          <a:solidFill>
            <a:srgbClr val="99CCFF"/>
          </a:solidFill>
          <a:ln w="19050">
            <a:solidFill>
              <a:schemeClr val="folHlink"/>
            </a:solidFill>
            <a:miter lim="800000"/>
            <a:headEnd type="none" w="sm" len="sm"/>
            <a:tailEnd type="none" w="sm" len="sm"/>
          </a:ln>
        </p:spPr>
        <p:txBody>
          <a:bodyPr wrap="none" anchor="ctr"/>
          <a:lstStyle/>
          <a:p>
            <a:pPr algn="ctr" eaLnBrk="0" hangingPunct="0"/>
            <a:r>
              <a:rPr kumimoji="0" lang="en-US" altLang="zh-CN" dirty="0">
                <a:solidFill>
                  <a:srgbClr val="660066"/>
                </a:solidFill>
                <a:latin typeface="Arial" panose="020B0604020202020204" pitchFamily="34" charset="0"/>
              </a:rPr>
              <a:t>UML</a:t>
            </a:r>
            <a:r>
              <a:rPr kumimoji="0" lang="zh-CN" altLang="en-US" dirty="0">
                <a:solidFill>
                  <a:srgbClr val="660066"/>
                </a:solidFill>
                <a:latin typeface="Arial" panose="020B0604020202020204" pitchFamily="34" charset="0"/>
              </a:rPr>
              <a:t>概念模型</a:t>
            </a:r>
            <a:br>
              <a:rPr kumimoji="0" lang="en-US" altLang="zh-CN" dirty="0">
                <a:solidFill>
                  <a:srgbClr val="660066"/>
                </a:solidFill>
                <a:latin typeface="Arial" panose="020B0604020202020204" pitchFamily="34" charset="0"/>
              </a:rPr>
            </a:br>
            <a:r>
              <a:rPr kumimoji="0" lang="en-US" altLang="zh-CN" sz="1600" dirty="0">
                <a:solidFill>
                  <a:srgbClr val="660066"/>
                </a:solidFill>
                <a:latin typeface="Arial" panose="020B0604020202020204" pitchFamily="34" charset="0"/>
              </a:rPr>
              <a:t>structure</a:t>
            </a:r>
          </a:p>
        </p:txBody>
      </p:sp>
      <p:sp>
        <p:nvSpPr>
          <p:cNvPr id="38917" name="Rectangle 4"/>
          <p:cNvSpPr>
            <a:spLocks noChangeArrowheads="1"/>
          </p:cNvSpPr>
          <p:nvPr/>
        </p:nvSpPr>
        <p:spPr bwMode="auto">
          <a:xfrm>
            <a:off x="2566989" y="3357564"/>
            <a:ext cx="1944687" cy="720725"/>
          </a:xfrm>
          <a:prstGeom prst="rect">
            <a:avLst/>
          </a:prstGeom>
          <a:solidFill>
            <a:srgbClr val="99CC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rgbClr val="660066"/>
                </a:solidFill>
                <a:latin typeface="Arial" panose="020B0604020202020204" pitchFamily="34" charset="0"/>
              </a:rPr>
              <a:t>构造块</a:t>
            </a:r>
          </a:p>
          <a:p>
            <a:pPr algn="ctr" eaLnBrk="0" hangingPunct="0"/>
            <a:r>
              <a:rPr kumimoji="0" lang="en-US" altLang="zh-CN" sz="1400">
                <a:solidFill>
                  <a:srgbClr val="660066"/>
                </a:solidFill>
                <a:latin typeface="Arial" panose="020B0604020202020204" pitchFamily="34" charset="0"/>
              </a:rPr>
              <a:t>building blocks</a:t>
            </a:r>
          </a:p>
        </p:txBody>
      </p:sp>
      <p:sp>
        <p:nvSpPr>
          <p:cNvPr id="38918" name="Rectangle 5"/>
          <p:cNvSpPr>
            <a:spLocks noChangeArrowheads="1"/>
          </p:cNvSpPr>
          <p:nvPr/>
        </p:nvSpPr>
        <p:spPr bwMode="auto">
          <a:xfrm>
            <a:off x="4943475" y="3357564"/>
            <a:ext cx="1944688" cy="720725"/>
          </a:xfrm>
          <a:prstGeom prst="rect">
            <a:avLst/>
          </a:prstGeom>
          <a:solidFill>
            <a:srgbClr val="99CC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rgbClr val="660066"/>
                </a:solidFill>
                <a:latin typeface="Arial" panose="020B0604020202020204" pitchFamily="34" charset="0"/>
              </a:rPr>
              <a:t>通用机制</a:t>
            </a:r>
          </a:p>
          <a:p>
            <a:pPr algn="ctr" eaLnBrk="0" hangingPunct="0"/>
            <a:r>
              <a:rPr kumimoji="0" lang="en-US" altLang="zh-CN" sz="1400">
                <a:solidFill>
                  <a:srgbClr val="660066"/>
                </a:solidFill>
                <a:latin typeface="Arial" panose="020B0604020202020204" pitchFamily="34" charset="0"/>
              </a:rPr>
              <a:t>common mechanisms</a:t>
            </a:r>
          </a:p>
        </p:txBody>
      </p:sp>
      <p:sp>
        <p:nvSpPr>
          <p:cNvPr id="38919" name="Rectangle 6"/>
          <p:cNvSpPr>
            <a:spLocks noChangeArrowheads="1"/>
          </p:cNvSpPr>
          <p:nvPr/>
        </p:nvSpPr>
        <p:spPr bwMode="auto">
          <a:xfrm>
            <a:off x="7319964" y="3357564"/>
            <a:ext cx="1944687" cy="720725"/>
          </a:xfrm>
          <a:prstGeom prst="rect">
            <a:avLst/>
          </a:prstGeom>
          <a:solidFill>
            <a:srgbClr val="99CCFF"/>
          </a:solidFill>
          <a:ln w="19050">
            <a:solidFill>
              <a:schemeClr val="folHlink"/>
            </a:solidFill>
            <a:miter lim="800000"/>
            <a:headEnd type="none" w="sm" len="sm"/>
            <a:tailEnd type="none" w="sm" len="sm"/>
          </a:ln>
        </p:spPr>
        <p:txBody>
          <a:bodyPr wrap="none" anchor="ctr"/>
          <a:lstStyle/>
          <a:p>
            <a:pPr algn="ctr" eaLnBrk="0" hangingPunct="0"/>
            <a:r>
              <a:rPr kumimoji="0" lang="zh-CN" altLang="en-US" dirty="0">
                <a:solidFill>
                  <a:srgbClr val="660066"/>
                </a:solidFill>
                <a:latin typeface="Arial" panose="020B0604020202020204" pitchFamily="34" charset="0"/>
              </a:rPr>
              <a:t>架构</a:t>
            </a:r>
          </a:p>
          <a:p>
            <a:pPr algn="ctr" eaLnBrk="0" hangingPunct="0"/>
            <a:r>
              <a:rPr kumimoji="0" lang="en-US" altLang="zh-CN" sz="1400" dirty="0">
                <a:solidFill>
                  <a:srgbClr val="660066"/>
                </a:solidFill>
                <a:latin typeface="Arial" panose="020B0604020202020204" pitchFamily="34" charset="0"/>
              </a:rPr>
              <a:t>architecture</a:t>
            </a:r>
          </a:p>
        </p:txBody>
      </p:sp>
      <p:cxnSp>
        <p:nvCxnSpPr>
          <p:cNvPr id="38920" name="AutoShape 7"/>
          <p:cNvCxnSpPr>
            <a:cxnSpLocks noChangeShapeType="1"/>
            <a:stCxn id="38916" idx="2"/>
            <a:endCxn id="38917" idx="0"/>
          </p:cNvCxnSpPr>
          <p:nvPr/>
        </p:nvCxnSpPr>
        <p:spPr bwMode="auto">
          <a:xfrm rot="5400000">
            <a:off x="4273550" y="1698625"/>
            <a:ext cx="915988" cy="2382838"/>
          </a:xfrm>
          <a:prstGeom prst="bentConnector3">
            <a:avLst>
              <a:gd name="adj1" fmla="val 4991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cxnSp>
        <p:nvCxnSpPr>
          <p:cNvPr id="38921" name="AutoShape 8"/>
          <p:cNvCxnSpPr>
            <a:cxnSpLocks noChangeShapeType="1"/>
            <a:stCxn id="38916" idx="2"/>
            <a:endCxn id="38918" idx="0"/>
          </p:cNvCxnSpPr>
          <p:nvPr/>
        </p:nvCxnSpPr>
        <p:spPr bwMode="auto">
          <a:xfrm flipH="1">
            <a:off x="5916613" y="2432050"/>
            <a:ext cx="6350" cy="915988"/>
          </a:xfrm>
          <a:prstGeom prst="straightConnector1">
            <a:avLst/>
          </a:prstGeom>
          <a:noFill/>
          <a:ln w="28575">
            <a:solidFill>
              <a:schemeClr val="folHlink"/>
            </a:solidFill>
            <a:round/>
            <a:headEnd type="none" w="sm" len="sm"/>
            <a:tailEnd type="triangle" w="lg" len="lg"/>
          </a:ln>
          <a:extLst>
            <a:ext uri="{909E8E84-426E-40DD-AFC4-6F175D3DCCD1}">
              <a14:hiddenFill xmlns:a14="http://schemas.microsoft.com/office/drawing/2010/main">
                <a:noFill/>
              </a14:hiddenFill>
            </a:ext>
          </a:extLst>
        </p:spPr>
      </p:cxnSp>
      <p:cxnSp>
        <p:nvCxnSpPr>
          <p:cNvPr id="38922" name="AutoShape 9"/>
          <p:cNvCxnSpPr>
            <a:cxnSpLocks noChangeShapeType="1"/>
            <a:stCxn id="38916" idx="2"/>
            <a:endCxn id="38919" idx="0"/>
          </p:cNvCxnSpPr>
          <p:nvPr/>
        </p:nvCxnSpPr>
        <p:spPr bwMode="auto">
          <a:xfrm rot="16200000" flipH="1">
            <a:off x="6650038" y="1704976"/>
            <a:ext cx="915988" cy="2370137"/>
          </a:xfrm>
          <a:prstGeom prst="bentConnector3">
            <a:avLst>
              <a:gd name="adj1" fmla="val 4991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sp>
        <p:nvSpPr>
          <p:cNvPr id="38923" name="AutoShape 10"/>
          <p:cNvSpPr>
            <a:spLocks noChangeArrowheads="1"/>
          </p:cNvSpPr>
          <p:nvPr/>
        </p:nvSpPr>
        <p:spPr bwMode="auto">
          <a:xfrm>
            <a:off x="1847850" y="4510089"/>
            <a:ext cx="3600450" cy="358775"/>
          </a:xfrm>
          <a:prstGeom prst="wedgeRectCallout">
            <a:avLst>
              <a:gd name="adj1" fmla="val -4852"/>
              <a:gd name="adj2" fmla="val -165931"/>
            </a:avLst>
          </a:prstGeom>
          <a:noFill/>
          <a:ln w="12700" cap="rnd">
            <a:solidFill>
              <a:schemeClr val="tx1"/>
            </a:solidFill>
            <a:prstDash val="sysDot"/>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eaLnBrk="0" hangingPunct="0"/>
            <a:r>
              <a:rPr kumimoji="0" lang="zh-CN" altLang="en-US" sz="2000">
                <a:solidFill>
                  <a:srgbClr val="FF3300"/>
                </a:solidFill>
                <a:latin typeface="Arial" panose="020B0604020202020204" pitchFamily="34" charset="0"/>
              </a:rPr>
              <a:t>基本</a:t>
            </a:r>
            <a:r>
              <a:rPr kumimoji="0" lang="en-US" altLang="zh-CN" sz="2000">
                <a:solidFill>
                  <a:srgbClr val="FF3300"/>
                </a:solidFill>
                <a:latin typeface="Arial" panose="020B0604020202020204" pitchFamily="34" charset="0"/>
              </a:rPr>
              <a:t>UML</a:t>
            </a:r>
            <a:r>
              <a:rPr kumimoji="0" lang="zh-CN" altLang="en-US" sz="2000">
                <a:solidFill>
                  <a:srgbClr val="FF3300"/>
                </a:solidFill>
                <a:latin typeface="Arial" panose="020B0604020202020204" pitchFamily="34" charset="0"/>
              </a:rPr>
              <a:t>建模元素、关系和图</a:t>
            </a:r>
          </a:p>
        </p:txBody>
      </p:sp>
      <p:sp>
        <p:nvSpPr>
          <p:cNvPr id="38924" name="AutoShape 11"/>
          <p:cNvSpPr>
            <a:spLocks noChangeArrowheads="1"/>
          </p:cNvSpPr>
          <p:nvPr/>
        </p:nvSpPr>
        <p:spPr bwMode="auto">
          <a:xfrm>
            <a:off x="3719513" y="4868863"/>
            <a:ext cx="3600450" cy="360362"/>
          </a:xfrm>
          <a:prstGeom prst="wedgeRectCallout">
            <a:avLst>
              <a:gd name="adj1" fmla="val 9963"/>
              <a:gd name="adj2" fmla="val -264977"/>
            </a:avLst>
          </a:prstGeom>
          <a:noFill/>
          <a:ln w="12700" cap="rnd">
            <a:solidFill>
              <a:schemeClr val="tx1"/>
            </a:solidFill>
            <a:prstDash val="sysDot"/>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eaLnBrk="0" hangingPunct="0"/>
            <a:r>
              <a:rPr kumimoji="0" lang="zh-CN" altLang="en-US" sz="2000">
                <a:solidFill>
                  <a:srgbClr val="FF3300"/>
                </a:solidFill>
                <a:latin typeface="Arial" panose="020B0604020202020204" pitchFamily="34" charset="0"/>
              </a:rPr>
              <a:t>达到特定目标的通用</a:t>
            </a:r>
            <a:r>
              <a:rPr kumimoji="0" lang="en-US" altLang="zh-CN" sz="2000">
                <a:solidFill>
                  <a:srgbClr val="FF3300"/>
                </a:solidFill>
                <a:latin typeface="Arial" panose="020B0604020202020204" pitchFamily="34" charset="0"/>
              </a:rPr>
              <a:t>UML</a:t>
            </a:r>
            <a:r>
              <a:rPr kumimoji="0" lang="zh-CN" altLang="en-US" sz="2000">
                <a:solidFill>
                  <a:srgbClr val="FF3300"/>
                </a:solidFill>
                <a:latin typeface="Arial" panose="020B0604020202020204" pitchFamily="34" charset="0"/>
              </a:rPr>
              <a:t>方法</a:t>
            </a:r>
          </a:p>
        </p:txBody>
      </p:sp>
      <p:sp>
        <p:nvSpPr>
          <p:cNvPr id="38925" name="AutoShape 12"/>
          <p:cNvSpPr>
            <a:spLocks noChangeArrowheads="1"/>
          </p:cNvSpPr>
          <p:nvPr/>
        </p:nvSpPr>
        <p:spPr bwMode="auto">
          <a:xfrm>
            <a:off x="6383339" y="5229226"/>
            <a:ext cx="2663825" cy="360363"/>
          </a:xfrm>
          <a:prstGeom prst="wedgeRectCallout">
            <a:avLst>
              <a:gd name="adj1" fmla="val 22347"/>
              <a:gd name="adj2" fmla="val -368500"/>
            </a:avLst>
          </a:prstGeom>
          <a:noFill/>
          <a:ln w="12700" cap="rnd">
            <a:solidFill>
              <a:schemeClr val="tx1"/>
            </a:solidFill>
            <a:prstDash val="sysDot"/>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pPr eaLnBrk="0" hangingPunct="0"/>
            <a:r>
              <a:rPr kumimoji="0" lang="zh-CN" altLang="en-US" sz="2000">
                <a:solidFill>
                  <a:srgbClr val="FF3300"/>
                </a:solidFill>
                <a:latin typeface="Arial" panose="020B0604020202020204" pitchFamily="34" charset="0"/>
              </a:rPr>
              <a:t>系统构架的</a:t>
            </a:r>
            <a:r>
              <a:rPr kumimoji="0" lang="en-US" altLang="zh-CN" sz="2000">
                <a:solidFill>
                  <a:srgbClr val="FF3300"/>
                </a:solidFill>
                <a:latin typeface="Arial" panose="020B0604020202020204" pitchFamily="34" charset="0"/>
              </a:rPr>
              <a:t>UML</a:t>
            </a:r>
            <a:r>
              <a:rPr kumimoji="0" lang="zh-CN" altLang="en-US" sz="2000">
                <a:solidFill>
                  <a:srgbClr val="FF3300"/>
                </a:solidFill>
                <a:latin typeface="Arial" panose="020B0604020202020204" pitchFamily="34" charset="0"/>
              </a:rPr>
              <a:t>视图</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9212CCE8-FD07-4301-A10A-11B48E16AE7F}" type="slidenum">
              <a:rPr lang="en-US" altLang="zh-CN" sz="1200" b="0">
                <a:solidFill>
                  <a:srgbClr val="4D4D4D"/>
                </a:solidFill>
                <a:latin typeface="Arial" panose="020B0604020202020204" pitchFamily="34" charset="0"/>
              </a:rPr>
              <a:t>14</a:t>
            </a:fld>
            <a:r>
              <a:rPr lang="en-US" altLang="zh-CN" sz="1200" b="0">
                <a:solidFill>
                  <a:srgbClr val="4D4D4D"/>
                </a:solidFill>
                <a:latin typeface="Arial" panose="020B0604020202020204" pitchFamily="34" charset="0"/>
              </a:rPr>
              <a:t>-</a:t>
            </a:r>
          </a:p>
        </p:txBody>
      </p:sp>
      <p:sp>
        <p:nvSpPr>
          <p:cNvPr id="39939" name="Rectangle 2"/>
          <p:cNvSpPr>
            <a:spLocks noGrp="1" noChangeArrowheads="1"/>
          </p:cNvSpPr>
          <p:nvPr>
            <p:ph type="title"/>
          </p:nvPr>
        </p:nvSpPr>
        <p:spPr/>
        <p:txBody>
          <a:bodyPr/>
          <a:lstStyle/>
          <a:p>
            <a:pPr eaLnBrk="1" hangingPunct="1"/>
            <a:r>
              <a:rPr lang="zh-CN" altLang="en-US"/>
              <a:t>构造块</a:t>
            </a:r>
            <a:endParaRPr lang="en-US" altLang="zh-CN"/>
          </a:p>
        </p:txBody>
      </p:sp>
      <p:sp>
        <p:nvSpPr>
          <p:cNvPr id="39940" name="Rectangle 3"/>
          <p:cNvSpPr>
            <a:spLocks noGrp="1" noChangeArrowheads="1"/>
          </p:cNvSpPr>
          <p:nvPr>
            <p:ph type="body" idx="1"/>
          </p:nvPr>
        </p:nvSpPr>
        <p:spPr/>
        <p:txBody>
          <a:bodyPr/>
          <a:lstStyle/>
          <a:p>
            <a:pPr eaLnBrk="1" hangingPunct="1">
              <a:lnSpc>
                <a:spcPct val="90000"/>
              </a:lnSpc>
            </a:pPr>
            <a:r>
              <a:rPr lang="zh-CN" altLang="en-US"/>
              <a:t>构造块</a:t>
            </a:r>
            <a:r>
              <a:rPr lang="en-US" altLang="zh-CN"/>
              <a:t>(building blocks)</a:t>
            </a:r>
            <a:endParaRPr lang="zh-CN" altLang="en-US"/>
          </a:p>
          <a:p>
            <a:pPr lvl="1" eaLnBrk="1" hangingPunct="1">
              <a:lnSpc>
                <a:spcPct val="90000"/>
              </a:lnSpc>
            </a:pPr>
            <a:r>
              <a:rPr lang="zh-CN" altLang="en-US"/>
              <a:t>事物</a:t>
            </a:r>
            <a:r>
              <a:rPr lang="en-US" altLang="zh-CN"/>
              <a:t>(things)</a:t>
            </a:r>
            <a:endParaRPr lang="zh-CN" altLang="en-US"/>
          </a:p>
          <a:p>
            <a:pPr lvl="2" eaLnBrk="1" hangingPunct="1">
              <a:lnSpc>
                <a:spcPct val="90000"/>
              </a:lnSpc>
            </a:pPr>
            <a:r>
              <a:rPr lang="zh-CN" altLang="en-US"/>
              <a:t>结构、行为、分组、注释</a:t>
            </a:r>
            <a:endParaRPr lang="en-US" altLang="zh-CN"/>
          </a:p>
          <a:p>
            <a:pPr lvl="1" eaLnBrk="1" hangingPunct="1">
              <a:lnSpc>
                <a:spcPct val="90000"/>
              </a:lnSpc>
            </a:pPr>
            <a:r>
              <a:rPr lang="zh-CN" altLang="en-US"/>
              <a:t>关系</a:t>
            </a:r>
            <a:r>
              <a:rPr lang="en-US" altLang="zh-CN"/>
              <a:t>(relationships)</a:t>
            </a:r>
            <a:endParaRPr lang="zh-CN" altLang="en-US"/>
          </a:p>
          <a:p>
            <a:pPr lvl="2" eaLnBrk="1" hangingPunct="1">
              <a:lnSpc>
                <a:spcPct val="90000"/>
              </a:lnSpc>
            </a:pPr>
            <a:r>
              <a:rPr lang="zh-CN" altLang="en-US"/>
              <a:t>依赖、关联、泛化、实现</a:t>
            </a:r>
            <a:endParaRPr lang="en-US" altLang="zh-CN"/>
          </a:p>
          <a:p>
            <a:pPr lvl="1" eaLnBrk="1" hangingPunct="1">
              <a:lnSpc>
                <a:spcPct val="90000"/>
              </a:lnSpc>
            </a:pPr>
            <a:r>
              <a:rPr lang="zh-CN" altLang="en-US"/>
              <a:t>图</a:t>
            </a:r>
            <a:r>
              <a:rPr lang="en-US" altLang="zh-CN"/>
              <a:t>(diagram)</a:t>
            </a:r>
            <a:endParaRPr lang="zh-CN" altLang="en-US"/>
          </a:p>
          <a:p>
            <a:pPr lvl="2" eaLnBrk="1" hangingPunct="1">
              <a:lnSpc>
                <a:spcPct val="90000"/>
              </a:lnSpc>
            </a:pPr>
            <a:r>
              <a:rPr lang="zh-CN" altLang="en-US"/>
              <a:t>静态</a:t>
            </a:r>
            <a:r>
              <a:rPr lang="en-US" altLang="zh-CN"/>
              <a:t>(7</a:t>
            </a:r>
            <a:r>
              <a:rPr lang="zh-CN" altLang="en-US"/>
              <a:t>种</a:t>
            </a:r>
            <a:r>
              <a:rPr lang="en-US" altLang="zh-CN"/>
              <a:t>)</a:t>
            </a:r>
            <a:r>
              <a:rPr lang="zh-CN" altLang="en-US"/>
              <a:t>：类图、对象图、构件图、部署图、</a:t>
            </a:r>
            <a:r>
              <a:rPr lang="zh-CN" altLang="en-US">
                <a:solidFill>
                  <a:schemeClr val="folHlink"/>
                </a:solidFill>
              </a:rPr>
              <a:t>包图</a:t>
            </a:r>
            <a:r>
              <a:rPr lang="zh-CN" altLang="en-US"/>
              <a:t>、</a:t>
            </a:r>
            <a:r>
              <a:rPr lang="zh-CN" altLang="en-US">
                <a:solidFill>
                  <a:schemeClr val="folHlink"/>
                </a:solidFill>
              </a:rPr>
              <a:t>组合结构图、外廓图</a:t>
            </a:r>
            <a:endParaRPr lang="en-US" altLang="zh-CN">
              <a:solidFill>
                <a:schemeClr val="folHlink"/>
              </a:solidFill>
            </a:endParaRPr>
          </a:p>
          <a:p>
            <a:pPr lvl="2" eaLnBrk="1" hangingPunct="1">
              <a:lnSpc>
                <a:spcPct val="90000"/>
              </a:lnSpc>
            </a:pPr>
            <a:r>
              <a:rPr lang="zh-CN" altLang="en-US"/>
              <a:t>动态</a:t>
            </a:r>
            <a:r>
              <a:rPr lang="en-US" altLang="zh-CN"/>
              <a:t>(7</a:t>
            </a:r>
            <a:r>
              <a:rPr lang="zh-CN" altLang="en-US"/>
              <a:t>种</a:t>
            </a:r>
            <a:r>
              <a:rPr lang="en-US" altLang="zh-CN"/>
              <a:t>)</a:t>
            </a:r>
            <a:r>
              <a:rPr lang="zh-CN" altLang="en-US"/>
              <a:t>：顺序图、</a:t>
            </a:r>
            <a:r>
              <a:rPr lang="zh-CN" altLang="en-US">
                <a:solidFill>
                  <a:srgbClr val="336600"/>
                </a:solidFill>
              </a:rPr>
              <a:t>通信图</a:t>
            </a:r>
            <a:r>
              <a:rPr lang="zh-CN" altLang="en-US"/>
              <a:t>、</a:t>
            </a:r>
            <a:r>
              <a:rPr lang="zh-CN" altLang="en-US">
                <a:solidFill>
                  <a:schemeClr val="folHlink"/>
                </a:solidFill>
              </a:rPr>
              <a:t>时间图</a:t>
            </a:r>
            <a:r>
              <a:rPr lang="zh-CN" altLang="en-US"/>
              <a:t>、</a:t>
            </a:r>
            <a:r>
              <a:rPr lang="zh-CN" altLang="en-US">
                <a:solidFill>
                  <a:schemeClr val="folHlink"/>
                </a:solidFill>
              </a:rPr>
              <a:t>交互纵览图</a:t>
            </a:r>
            <a:r>
              <a:rPr lang="zh-CN" altLang="en-US"/>
              <a:t>、活动图、</a:t>
            </a:r>
            <a:r>
              <a:rPr lang="zh-CN" altLang="en-US">
                <a:solidFill>
                  <a:srgbClr val="336600"/>
                </a:solidFill>
              </a:rPr>
              <a:t>状态机图</a:t>
            </a:r>
            <a:r>
              <a:rPr lang="zh-CN" altLang="en-US"/>
              <a:t>、用例图</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C5E10C69-61BA-4B80-97A2-00821FDDB180}" type="slidenum">
              <a:rPr lang="en-US" altLang="zh-CN" sz="1200" b="0">
                <a:solidFill>
                  <a:srgbClr val="4D4D4D"/>
                </a:solidFill>
                <a:latin typeface="Arial" panose="020B0604020202020204" pitchFamily="34" charset="0"/>
              </a:rPr>
              <a:t>15</a:t>
            </a:fld>
            <a:r>
              <a:rPr lang="en-US" altLang="zh-CN" sz="1200" b="0">
                <a:solidFill>
                  <a:srgbClr val="4D4D4D"/>
                </a:solidFill>
                <a:latin typeface="Arial" panose="020B0604020202020204" pitchFamily="34" charset="0"/>
              </a:rPr>
              <a:t>-</a:t>
            </a:r>
          </a:p>
        </p:txBody>
      </p:sp>
      <p:sp>
        <p:nvSpPr>
          <p:cNvPr id="41987" name="Rectangle 2"/>
          <p:cNvSpPr>
            <a:spLocks noGrp="1" noChangeArrowheads="1"/>
          </p:cNvSpPr>
          <p:nvPr>
            <p:ph type="title"/>
          </p:nvPr>
        </p:nvSpPr>
        <p:spPr/>
        <p:txBody>
          <a:bodyPr/>
          <a:lstStyle/>
          <a:p>
            <a:pPr eaLnBrk="1" hangingPunct="1"/>
            <a:r>
              <a:rPr lang="zh-CN" altLang="en-US"/>
              <a:t>关系</a:t>
            </a:r>
          </a:p>
        </p:txBody>
      </p:sp>
      <p:sp>
        <p:nvSpPr>
          <p:cNvPr id="543747" name="Rectangle 3"/>
          <p:cNvSpPr>
            <a:spLocks noChangeArrowheads="1"/>
          </p:cNvSpPr>
          <p:nvPr/>
        </p:nvSpPr>
        <p:spPr bwMode="auto">
          <a:xfrm>
            <a:off x="4799014" y="1773239"/>
            <a:ext cx="1944687" cy="720725"/>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kumimoji="0" lang="zh-CN" altLang="en-US" sz="2800">
                <a:solidFill>
                  <a:srgbClr val="660066"/>
                </a:solidFill>
                <a:effectLst>
                  <a:outerShdw blurRad="38100" dist="38100" dir="2700000" algn="tl">
                    <a:srgbClr val="000000"/>
                  </a:outerShdw>
                </a:effectLst>
                <a:latin typeface="Arial" panose="020B0604020202020204" pitchFamily="34" charset="0"/>
              </a:rPr>
              <a:t>关系</a:t>
            </a:r>
          </a:p>
          <a:p>
            <a:pPr algn="ctr" eaLnBrk="0" hangingPunct="0">
              <a:defRPr/>
            </a:pPr>
            <a:r>
              <a:rPr kumimoji="0" lang="en-US" altLang="zh-CN" sz="1800">
                <a:solidFill>
                  <a:srgbClr val="660066"/>
                </a:solidFill>
                <a:effectLst>
                  <a:outerShdw blurRad="38100" dist="38100" dir="2700000" algn="tl">
                    <a:srgbClr val="000000"/>
                  </a:outerShdw>
                </a:effectLst>
                <a:latin typeface="Arial" panose="020B0604020202020204" pitchFamily="34" charset="0"/>
              </a:rPr>
              <a:t>relationships</a:t>
            </a:r>
          </a:p>
        </p:txBody>
      </p:sp>
      <p:cxnSp>
        <p:nvCxnSpPr>
          <p:cNvPr id="41989" name="AutoShape 4"/>
          <p:cNvCxnSpPr>
            <a:cxnSpLocks noChangeShapeType="1"/>
            <a:stCxn id="543747" idx="2"/>
            <a:endCxn id="543753" idx="0"/>
          </p:cNvCxnSpPr>
          <p:nvPr/>
        </p:nvCxnSpPr>
        <p:spPr bwMode="auto">
          <a:xfrm rot="5400000">
            <a:off x="3938588" y="1709738"/>
            <a:ext cx="1039812" cy="2627312"/>
          </a:xfrm>
          <a:prstGeom prst="bentConnector3">
            <a:avLst>
              <a:gd name="adj1" fmla="val 49468"/>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cxnSp>
        <p:nvCxnSpPr>
          <p:cNvPr id="41990" name="AutoShape 5"/>
          <p:cNvCxnSpPr>
            <a:cxnSpLocks noChangeShapeType="1"/>
            <a:stCxn id="543747" idx="2"/>
            <a:endCxn id="543756" idx="0"/>
          </p:cNvCxnSpPr>
          <p:nvPr/>
        </p:nvCxnSpPr>
        <p:spPr bwMode="auto">
          <a:xfrm rot="16200000" flipH="1">
            <a:off x="6799263" y="1476375"/>
            <a:ext cx="1039812" cy="3094038"/>
          </a:xfrm>
          <a:prstGeom prst="bentConnector3">
            <a:avLst>
              <a:gd name="adj1" fmla="val 49468"/>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sp>
        <p:nvSpPr>
          <p:cNvPr id="41991" name="Line 6"/>
          <p:cNvSpPr>
            <a:spLocks noChangeShapeType="1"/>
          </p:cNvSpPr>
          <p:nvPr>
            <p:custDataLst>
              <p:tags r:id="rId1"/>
            </p:custDataLst>
          </p:nvPr>
        </p:nvSpPr>
        <p:spPr bwMode="auto">
          <a:xfrm>
            <a:off x="4165601" y="3602039"/>
            <a:ext cx="1362075" cy="1587"/>
          </a:xfrm>
          <a:prstGeom prst="line">
            <a:avLst/>
          </a:prstGeom>
          <a:noFill/>
          <a:ln w="25400">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1992" name="Line 7"/>
          <p:cNvSpPr>
            <a:spLocks noChangeShapeType="1"/>
          </p:cNvSpPr>
          <p:nvPr/>
        </p:nvSpPr>
        <p:spPr bwMode="auto">
          <a:xfrm flipV="1">
            <a:off x="2497139" y="3614739"/>
            <a:ext cx="1366837" cy="1587"/>
          </a:xfrm>
          <a:prstGeom prst="line">
            <a:avLst/>
          </a:prstGeom>
          <a:noFill/>
          <a:ln w="25400">
            <a:solidFill>
              <a:schemeClr val="folHlink"/>
            </a:solidFill>
            <a:prstDash val="dash"/>
            <a:round/>
            <a:headEnd type="none" w="sm" len="sm"/>
            <a:tailEnd type="arrow" w="lg" len="lg"/>
          </a:ln>
          <a:extLst>
            <a:ext uri="{909E8E84-426E-40DD-AFC4-6F175D3DCCD1}">
              <a14:hiddenFill xmlns:a14="http://schemas.microsoft.com/office/drawing/2010/main">
                <a:noFill/>
              </a14:hiddenFill>
            </a:ext>
          </a:extLst>
        </p:spPr>
        <p:txBody>
          <a:bodyPr wrap="none"/>
          <a:lstStyle/>
          <a:p>
            <a:endParaRPr lang="zh-CN" altLang="en-US"/>
          </a:p>
        </p:txBody>
      </p:sp>
      <p:sp>
        <p:nvSpPr>
          <p:cNvPr id="41993" name="AutoShape 8"/>
          <p:cNvSpPr>
            <a:spLocks noChangeArrowheads="1"/>
          </p:cNvSpPr>
          <p:nvPr>
            <p:custDataLst>
              <p:tags r:id="rId2"/>
            </p:custDataLst>
          </p:nvPr>
        </p:nvSpPr>
        <p:spPr bwMode="auto">
          <a:xfrm>
            <a:off x="6240463" y="3500439"/>
            <a:ext cx="1441450" cy="257175"/>
          </a:xfrm>
          <a:prstGeom prst="rightArrow">
            <a:avLst>
              <a:gd name="adj1" fmla="val 0"/>
              <a:gd name="adj2" fmla="val 140227"/>
            </a:avLst>
          </a:prstGeom>
          <a:noFill/>
          <a:ln w="25400">
            <a:solidFill>
              <a:schemeClr val="folHlink"/>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543753" name="Rectangle 9"/>
          <p:cNvSpPr>
            <a:spLocks noChangeArrowheads="1"/>
          </p:cNvSpPr>
          <p:nvPr/>
        </p:nvSpPr>
        <p:spPr bwMode="auto">
          <a:xfrm>
            <a:off x="2568575" y="3543301"/>
            <a:ext cx="1150938" cy="822325"/>
          </a:xfrm>
          <a:prstGeom prst="rect">
            <a:avLst/>
          </a:prstGeom>
          <a:noFill/>
          <a:ln w="12700">
            <a:noFill/>
            <a:miter lim="800000"/>
            <a:headEnd type="none" w="sm" len="sm"/>
            <a:tailEnd type="none" w="sm" len="sm"/>
          </a:ln>
          <a:effectLst/>
        </p:spPr>
        <p:txBody>
          <a:bodyPr wrap="none" anchor="ctr"/>
          <a:lstStyle/>
          <a:p>
            <a:pPr algn="ctr" eaLnBrk="0" hangingPunct="0">
              <a:defRPr/>
            </a:pPr>
            <a:endParaRPr kumimoji="0" lang="zh-CN" altLang="en-US">
              <a:solidFill>
                <a:srgbClr val="660066"/>
              </a:solidFill>
              <a:effectLst>
                <a:outerShdw blurRad="38100" dist="38100" dir="2700000" algn="tl">
                  <a:srgbClr val="C0C0C0"/>
                </a:outerShdw>
              </a:effectLst>
              <a:latin typeface="Arial" panose="020B0604020202020204" pitchFamily="34" charset="0"/>
            </a:endParaRPr>
          </a:p>
          <a:p>
            <a:pPr algn="ctr" eaLnBrk="0" hangingPunct="0">
              <a:defRPr/>
            </a:pPr>
            <a:r>
              <a:rPr kumimoji="0" lang="zh-CN" altLang="en-US">
                <a:solidFill>
                  <a:srgbClr val="660066"/>
                </a:solidFill>
                <a:effectLst>
                  <a:outerShdw blurRad="38100" dist="38100" dir="2700000" algn="tl">
                    <a:srgbClr val="C0C0C0"/>
                  </a:outerShdw>
                </a:effectLst>
                <a:latin typeface="Arial" panose="020B0604020202020204" pitchFamily="34" charset="0"/>
              </a:rPr>
              <a:t>依赖</a:t>
            </a:r>
          </a:p>
          <a:p>
            <a:pPr algn="ctr" eaLnBrk="0" hangingPunct="0">
              <a:defRPr/>
            </a:pPr>
            <a:r>
              <a:rPr kumimoji="0" lang="en-US" altLang="zh-CN" sz="1800">
                <a:solidFill>
                  <a:srgbClr val="660066"/>
                </a:solidFill>
                <a:effectLst>
                  <a:outerShdw blurRad="38100" dist="38100" dir="2700000" algn="tl">
                    <a:srgbClr val="C0C0C0"/>
                  </a:outerShdw>
                </a:effectLst>
                <a:latin typeface="Arial" panose="020B0604020202020204" pitchFamily="34" charset="0"/>
              </a:rPr>
              <a:t>dependency</a:t>
            </a:r>
            <a:endParaRPr kumimoji="0" lang="zh-CN" altLang="en-US">
              <a:solidFill>
                <a:srgbClr val="660066"/>
              </a:solidFill>
              <a:effectLst>
                <a:outerShdw blurRad="38100" dist="38100" dir="2700000" algn="tl">
                  <a:srgbClr val="C0C0C0"/>
                </a:outerShdw>
              </a:effectLst>
              <a:latin typeface="Arial" panose="020B0604020202020204" pitchFamily="34" charset="0"/>
            </a:endParaRPr>
          </a:p>
          <a:p>
            <a:pPr algn="ctr" eaLnBrk="0" hangingPunct="0">
              <a:defRPr/>
            </a:pPr>
            <a:endParaRPr kumimoji="0" lang="en-US" altLang="zh-CN" sz="1800">
              <a:solidFill>
                <a:srgbClr val="660066"/>
              </a:solidFill>
              <a:effectLst>
                <a:outerShdw blurRad="38100" dist="38100" dir="2700000" algn="tl">
                  <a:srgbClr val="C0C0C0"/>
                </a:outerShdw>
              </a:effectLst>
              <a:latin typeface="Arial" panose="020B0604020202020204" pitchFamily="34" charset="0"/>
            </a:endParaRPr>
          </a:p>
        </p:txBody>
      </p:sp>
      <p:sp>
        <p:nvSpPr>
          <p:cNvPr id="543754" name="Rectangle 10"/>
          <p:cNvSpPr>
            <a:spLocks noChangeArrowheads="1"/>
          </p:cNvSpPr>
          <p:nvPr>
            <p:custDataLst>
              <p:tags r:id="rId3"/>
            </p:custDataLst>
          </p:nvPr>
        </p:nvSpPr>
        <p:spPr bwMode="auto">
          <a:xfrm>
            <a:off x="4295775" y="3557588"/>
            <a:ext cx="1150938" cy="533400"/>
          </a:xfrm>
          <a:prstGeom prst="rect">
            <a:avLst/>
          </a:prstGeom>
          <a:noFill/>
          <a:ln w="12700">
            <a:noFill/>
            <a:miter lim="800000"/>
            <a:headEnd type="none" w="sm" len="sm"/>
            <a:tailEnd type="none" w="sm" len="sm"/>
          </a:ln>
          <a:effectLst/>
        </p:spPr>
        <p:txBody>
          <a:bodyPr wrap="none" anchor="ctr"/>
          <a:lstStyle/>
          <a:p>
            <a:pPr algn="ctr" eaLnBrk="0" hangingPunct="0">
              <a:defRPr/>
            </a:pPr>
            <a:endParaRPr kumimoji="0" lang="zh-CN" altLang="en-US">
              <a:solidFill>
                <a:srgbClr val="660066"/>
              </a:solidFill>
              <a:effectLst>
                <a:outerShdw blurRad="38100" dist="38100" dir="2700000" algn="tl">
                  <a:srgbClr val="C0C0C0"/>
                </a:outerShdw>
              </a:effectLst>
              <a:latin typeface="Arial" panose="020B0604020202020204" pitchFamily="34" charset="0"/>
            </a:endParaRPr>
          </a:p>
          <a:p>
            <a:pPr algn="ctr" eaLnBrk="0" hangingPunct="0">
              <a:defRPr/>
            </a:pPr>
            <a:r>
              <a:rPr kumimoji="0" lang="zh-CN" altLang="en-US">
                <a:solidFill>
                  <a:srgbClr val="660066"/>
                </a:solidFill>
                <a:effectLst>
                  <a:outerShdw blurRad="38100" dist="38100" dir="2700000" algn="tl">
                    <a:srgbClr val="C0C0C0"/>
                  </a:outerShdw>
                </a:effectLst>
                <a:latin typeface="Arial" panose="020B0604020202020204" pitchFamily="34" charset="0"/>
              </a:rPr>
              <a:t>关联</a:t>
            </a:r>
          </a:p>
          <a:p>
            <a:pPr algn="ctr" eaLnBrk="0" hangingPunct="0">
              <a:defRPr/>
            </a:pPr>
            <a:r>
              <a:rPr kumimoji="0" lang="en-US" altLang="zh-CN" sz="1800">
                <a:solidFill>
                  <a:srgbClr val="660066"/>
                </a:solidFill>
                <a:effectLst>
                  <a:outerShdw blurRad="38100" dist="38100" dir="2700000" algn="tl">
                    <a:srgbClr val="C0C0C0"/>
                  </a:outerShdw>
                </a:effectLst>
                <a:latin typeface="Arial" panose="020B0604020202020204" pitchFamily="34" charset="0"/>
              </a:rPr>
              <a:t>association</a:t>
            </a:r>
          </a:p>
        </p:txBody>
      </p:sp>
      <p:sp>
        <p:nvSpPr>
          <p:cNvPr id="543755" name="Rectangle 11"/>
          <p:cNvSpPr>
            <a:spLocks noChangeArrowheads="1"/>
          </p:cNvSpPr>
          <p:nvPr>
            <p:custDataLst>
              <p:tags r:id="rId4"/>
            </p:custDataLst>
          </p:nvPr>
        </p:nvSpPr>
        <p:spPr bwMode="auto">
          <a:xfrm>
            <a:off x="6311901" y="3557589"/>
            <a:ext cx="1133475" cy="542925"/>
          </a:xfrm>
          <a:prstGeom prst="rect">
            <a:avLst/>
          </a:prstGeom>
          <a:noFill/>
          <a:ln w="12700">
            <a:noFill/>
            <a:miter lim="800000"/>
            <a:headEnd type="none" w="sm" len="sm"/>
            <a:tailEnd type="none" w="sm" len="sm"/>
          </a:ln>
          <a:effectLst/>
        </p:spPr>
        <p:txBody>
          <a:bodyPr wrap="none" anchor="ctr"/>
          <a:lstStyle/>
          <a:p>
            <a:pPr algn="ctr" eaLnBrk="0" hangingPunct="0">
              <a:defRPr/>
            </a:pPr>
            <a:endParaRPr kumimoji="0" lang="zh-CN" altLang="en-US">
              <a:solidFill>
                <a:srgbClr val="660066"/>
              </a:solidFill>
              <a:effectLst>
                <a:outerShdw blurRad="38100" dist="38100" dir="2700000" algn="tl">
                  <a:srgbClr val="C0C0C0"/>
                </a:outerShdw>
              </a:effectLst>
              <a:latin typeface="Arial" panose="020B0604020202020204" pitchFamily="34" charset="0"/>
            </a:endParaRPr>
          </a:p>
          <a:p>
            <a:pPr algn="ctr" eaLnBrk="0" hangingPunct="0">
              <a:defRPr/>
            </a:pPr>
            <a:r>
              <a:rPr kumimoji="0" lang="zh-CN" altLang="en-US">
                <a:solidFill>
                  <a:srgbClr val="660066"/>
                </a:solidFill>
                <a:effectLst>
                  <a:outerShdw blurRad="38100" dist="38100" dir="2700000" algn="tl">
                    <a:srgbClr val="C0C0C0"/>
                  </a:outerShdw>
                </a:effectLst>
                <a:latin typeface="Arial" panose="020B0604020202020204" pitchFamily="34" charset="0"/>
              </a:rPr>
              <a:t>泛化</a:t>
            </a:r>
          </a:p>
          <a:p>
            <a:pPr algn="ctr" eaLnBrk="0" hangingPunct="0">
              <a:defRPr/>
            </a:pPr>
            <a:r>
              <a:rPr kumimoji="0" lang="en-US" altLang="zh-CN" sz="1800">
                <a:solidFill>
                  <a:srgbClr val="660066"/>
                </a:solidFill>
                <a:effectLst>
                  <a:outerShdw blurRad="38100" dist="38100" dir="2700000" algn="tl">
                    <a:srgbClr val="C0C0C0"/>
                  </a:outerShdw>
                </a:effectLst>
                <a:latin typeface="Arial" panose="020B0604020202020204" pitchFamily="34" charset="0"/>
              </a:rPr>
              <a:t>generalization</a:t>
            </a:r>
          </a:p>
        </p:txBody>
      </p:sp>
      <p:sp>
        <p:nvSpPr>
          <p:cNvPr id="543756" name="Rectangle 12"/>
          <p:cNvSpPr>
            <a:spLocks noChangeArrowheads="1"/>
          </p:cNvSpPr>
          <p:nvPr>
            <p:custDataLst>
              <p:tags r:id="rId5"/>
            </p:custDataLst>
          </p:nvPr>
        </p:nvSpPr>
        <p:spPr bwMode="auto">
          <a:xfrm>
            <a:off x="8328025" y="3543301"/>
            <a:ext cx="1074738" cy="606425"/>
          </a:xfrm>
          <a:prstGeom prst="rect">
            <a:avLst/>
          </a:prstGeom>
          <a:noFill/>
          <a:ln w="12700">
            <a:noFill/>
            <a:miter lim="800000"/>
            <a:headEnd type="none" w="sm" len="sm"/>
            <a:tailEnd type="none" w="sm" len="sm"/>
          </a:ln>
          <a:effectLst/>
        </p:spPr>
        <p:txBody>
          <a:bodyPr wrap="none" anchor="ctr"/>
          <a:lstStyle/>
          <a:p>
            <a:pPr algn="ctr" eaLnBrk="0" hangingPunct="0">
              <a:defRPr/>
            </a:pPr>
            <a:endParaRPr kumimoji="0" lang="zh-CN" altLang="en-US">
              <a:solidFill>
                <a:srgbClr val="660066"/>
              </a:solidFill>
              <a:effectLst>
                <a:outerShdw blurRad="38100" dist="38100" dir="2700000" algn="tl">
                  <a:srgbClr val="C0C0C0"/>
                </a:outerShdw>
              </a:effectLst>
              <a:latin typeface="Arial" panose="020B0604020202020204" pitchFamily="34" charset="0"/>
            </a:endParaRPr>
          </a:p>
          <a:p>
            <a:pPr algn="ctr" eaLnBrk="0" hangingPunct="0">
              <a:defRPr/>
            </a:pPr>
            <a:r>
              <a:rPr kumimoji="0" lang="zh-CN" altLang="en-US">
                <a:solidFill>
                  <a:srgbClr val="660066"/>
                </a:solidFill>
                <a:effectLst>
                  <a:outerShdw blurRad="38100" dist="38100" dir="2700000" algn="tl">
                    <a:srgbClr val="C0C0C0"/>
                  </a:outerShdw>
                </a:effectLst>
                <a:latin typeface="Arial" panose="020B0604020202020204" pitchFamily="34" charset="0"/>
              </a:rPr>
              <a:t>实现</a:t>
            </a:r>
          </a:p>
          <a:p>
            <a:pPr algn="ctr" eaLnBrk="0" hangingPunct="0">
              <a:defRPr/>
            </a:pPr>
            <a:r>
              <a:rPr kumimoji="0" lang="en-US" altLang="zh-CN" sz="1800">
                <a:solidFill>
                  <a:srgbClr val="660066"/>
                </a:solidFill>
                <a:effectLst>
                  <a:outerShdw blurRad="38100" dist="38100" dir="2700000" algn="tl">
                    <a:srgbClr val="C0C0C0"/>
                  </a:outerShdw>
                </a:effectLst>
                <a:latin typeface="Arial" panose="020B0604020202020204" pitchFamily="34" charset="0"/>
              </a:rPr>
              <a:t>realization</a:t>
            </a:r>
          </a:p>
        </p:txBody>
      </p:sp>
      <p:cxnSp>
        <p:nvCxnSpPr>
          <p:cNvPr id="41998" name="AutoShape 13"/>
          <p:cNvCxnSpPr>
            <a:cxnSpLocks noChangeShapeType="1"/>
            <a:stCxn id="543747" idx="2"/>
            <a:endCxn id="543754" idx="0"/>
          </p:cNvCxnSpPr>
          <p:nvPr/>
        </p:nvCxnSpPr>
        <p:spPr bwMode="auto">
          <a:xfrm rot="5400000">
            <a:off x="4795044" y="2580482"/>
            <a:ext cx="1054100" cy="900112"/>
          </a:xfrm>
          <a:prstGeom prst="bentConnector3">
            <a:avLst>
              <a:gd name="adj1" fmla="val 49546"/>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cxnSp>
        <p:nvCxnSpPr>
          <p:cNvPr id="41999" name="AutoShape 14"/>
          <p:cNvCxnSpPr>
            <a:cxnSpLocks noChangeShapeType="1"/>
            <a:stCxn id="543747" idx="2"/>
            <a:endCxn id="543755" idx="0"/>
          </p:cNvCxnSpPr>
          <p:nvPr/>
        </p:nvCxnSpPr>
        <p:spPr bwMode="auto">
          <a:xfrm rot="16200000" flipH="1">
            <a:off x="5798344" y="2477294"/>
            <a:ext cx="1054100" cy="1106488"/>
          </a:xfrm>
          <a:prstGeom prst="bentConnector3">
            <a:avLst>
              <a:gd name="adj1" fmla="val 49546"/>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grpSp>
        <p:nvGrpSpPr>
          <p:cNvPr id="42000" name="Group 15"/>
          <p:cNvGrpSpPr/>
          <p:nvPr>
            <p:custDataLst>
              <p:tags r:id="rId6"/>
            </p:custDataLst>
          </p:nvPr>
        </p:nvGrpSpPr>
        <p:grpSpPr bwMode="auto">
          <a:xfrm>
            <a:off x="8183563" y="3502025"/>
            <a:ext cx="1441450" cy="287338"/>
            <a:chOff x="3243" y="2976"/>
            <a:chExt cx="908" cy="181"/>
          </a:xfrm>
        </p:grpSpPr>
        <p:sp>
          <p:nvSpPr>
            <p:cNvPr id="42001" name="AutoShape 16"/>
            <p:cNvSpPr>
              <a:spLocks noChangeArrowheads="1"/>
            </p:cNvSpPr>
            <p:nvPr>
              <p:custDataLst>
                <p:tags r:id="rId10"/>
              </p:custDataLst>
            </p:nvPr>
          </p:nvSpPr>
          <p:spPr bwMode="auto">
            <a:xfrm rot="5400000">
              <a:off x="3969" y="2976"/>
              <a:ext cx="181" cy="182"/>
            </a:xfrm>
            <a:prstGeom prst="flowChartExtract">
              <a:avLst/>
            </a:prstGeom>
            <a:noFill/>
            <a:ln w="9525">
              <a:solidFill>
                <a:schemeClr val="folHlink"/>
              </a:solidFill>
              <a:miter lim="800000"/>
            </a:ln>
            <a:extLst>
              <a:ext uri="{909E8E84-426E-40DD-AFC4-6F175D3DCCD1}">
                <a14:hiddenFill xmlns:a14="http://schemas.microsoft.com/office/drawing/2010/main">
                  <a:solidFill>
                    <a:srgbClr val="FFFFFF"/>
                  </a:solidFill>
                </a14:hiddenFill>
              </a:ext>
            </a:extLst>
          </p:spPr>
          <p:txBody>
            <a:bodyPr rot="10800000" vert="eaVert" wrap="none" anchor="ctr"/>
            <a:lstStyle/>
            <a:p>
              <a:pPr algn="r"/>
              <a:endParaRPr lang="zh-CN" altLang="en-US" b="0"/>
            </a:p>
          </p:txBody>
        </p:sp>
        <p:cxnSp>
          <p:nvCxnSpPr>
            <p:cNvPr id="42002" name="AutoShape 17"/>
            <p:cNvCxnSpPr>
              <a:cxnSpLocks noChangeShapeType="1"/>
              <a:stCxn id="42001" idx="2"/>
            </p:cNvCxnSpPr>
            <p:nvPr>
              <p:custDataLst>
                <p:tags r:id="rId11"/>
              </p:custDataLst>
            </p:nvPr>
          </p:nvCxnSpPr>
          <p:spPr bwMode="auto">
            <a:xfrm flipH="1">
              <a:off x="3243" y="3066"/>
              <a:ext cx="727" cy="1"/>
            </a:xfrm>
            <a:prstGeom prst="straightConnector1">
              <a:avLst/>
            </a:prstGeom>
            <a:noFill/>
            <a:ln w="25400">
              <a:solidFill>
                <a:schemeClr val="folHlink"/>
              </a:solidFill>
              <a:prstDash val="dash"/>
              <a:miter lim="800000"/>
            </a:ln>
            <a:extLst>
              <a:ext uri="{909E8E84-426E-40DD-AFC4-6F175D3DCCD1}">
                <a14:hiddenFill xmlns:a14="http://schemas.microsoft.com/office/drawing/2010/main">
                  <a:noFill/>
                </a14:hiddenFill>
              </a:ext>
            </a:extLst>
          </p:spPr>
        </p:cxnSp>
      </p:grpSp>
      <p:sp>
        <p:nvSpPr>
          <p:cNvPr id="2" name="文本框 1"/>
          <p:cNvSpPr txBox="1"/>
          <p:nvPr/>
        </p:nvSpPr>
        <p:spPr>
          <a:xfrm>
            <a:off x="2129790" y="4580890"/>
            <a:ext cx="1590040" cy="1398905"/>
          </a:xfrm>
          <a:prstGeom prst="rect">
            <a:avLst/>
          </a:prstGeom>
          <a:noFill/>
        </p:spPr>
        <p:txBody>
          <a:bodyPr wrap="square" rtlCol="0" anchor="t">
            <a:noAutofit/>
          </a:bodyPr>
          <a:lstStyle/>
          <a:p>
            <a:r>
              <a:rPr lang="en-US" altLang="zh-CN" sz="2000">
                <a:latin typeface="微软雅黑" panose="020B0503020204020204" pitchFamily="34" charset="-122"/>
                <a:ea typeface="微软雅黑" panose="020B0503020204020204" pitchFamily="34" charset="-122"/>
                <a:cs typeface="微软雅黑" panose="020B0503020204020204" pitchFamily="34" charset="-122"/>
              </a:rPr>
              <a:t>A </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临时使用</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a:t>
            </a:r>
            <a:r>
              <a:rPr lang="zh-CN" altLang="en-US" sz="200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无长期</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绑定，仅在操作执行时产生关系（最弱）</a:t>
            </a:r>
          </a:p>
        </p:txBody>
      </p:sp>
      <p:sp>
        <p:nvSpPr>
          <p:cNvPr id="3" name="文本框 2"/>
          <p:cNvSpPr txBox="1"/>
          <p:nvPr>
            <p:custDataLst>
              <p:tags r:id="rId7"/>
            </p:custDataLst>
          </p:nvPr>
        </p:nvSpPr>
        <p:spPr>
          <a:xfrm>
            <a:off x="4079875" y="4653280"/>
            <a:ext cx="1755140" cy="1630045"/>
          </a:xfrm>
          <a:prstGeom prst="rect">
            <a:avLst/>
          </a:prstGeom>
        </p:spPr>
        <p:txBody>
          <a:bodyPr wrap="square">
            <a:spAutoFit/>
          </a:bodyPr>
          <a:lstStyle/>
          <a:p>
            <a:r>
              <a:rPr lang="en-US" altLang="zh-CN" sz="2000">
                <a:latin typeface="微软雅黑" panose="020B0503020204020204" pitchFamily="34" charset="-122"/>
                <a:ea typeface="微软雅黑" panose="020B0503020204020204" pitchFamily="34" charset="-122"/>
                <a:cs typeface="微软雅黑" panose="020B0503020204020204" pitchFamily="34" charset="-122"/>
              </a:rPr>
              <a:t>A </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与 </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B </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存在</a:t>
            </a:r>
            <a:r>
              <a:rPr lang="zh-CN" altLang="en-US" sz="2000" b="1">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结构化的</a:t>
            </a:r>
            <a:r>
              <a:rPr lang="zh-CN" altLang="en-US" sz="2000"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长期</a:t>
            </a:r>
            <a:r>
              <a:rPr lang="zh-CN" altLang="en-US" sz="2000" b="1">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连接</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A </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通常持有 </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B </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的实例作为属性</a:t>
            </a:r>
          </a:p>
        </p:txBody>
      </p:sp>
      <p:sp>
        <p:nvSpPr>
          <p:cNvPr id="4" name="文本框 3"/>
          <p:cNvSpPr txBox="1"/>
          <p:nvPr>
            <p:custDataLst>
              <p:tags r:id="rId8"/>
            </p:custDataLst>
          </p:nvPr>
        </p:nvSpPr>
        <p:spPr>
          <a:xfrm>
            <a:off x="6096000" y="4580890"/>
            <a:ext cx="1818005" cy="1828165"/>
          </a:xfrm>
          <a:prstGeom prst="rect">
            <a:avLst/>
          </a:prstGeom>
        </p:spPr>
        <p:txBody>
          <a:bodyPr>
            <a:noAutofit/>
          </a:bodyPr>
          <a:lstStyle/>
          <a:p>
            <a:r>
              <a:rPr lang="zh-CN" altLang="en-US" sz="2000">
                <a:latin typeface="微软雅黑" panose="020B0503020204020204" pitchFamily="34" charset="-122"/>
                <a:ea typeface="微软雅黑" panose="020B0503020204020204" pitchFamily="34" charset="-122"/>
              </a:rPr>
              <a:t>类（或构件）</a:t>
            </a:r>
            <a:r>
              <a:rPr lang="zh-CN" altLang="en-US" sz="2000" b="1">
                <a:solidFill>
                  <a:srgbClr val="1F2329"/>
                </a:solidFill>
                <a:latin typeface="微软雅黑" panose="020B0503020204020204" pitchFamily="34" charset="-122"/>
                <a:ea typeface="微软雅黑" panose="020B0503020204020204" pitchFamily="34" charset="-122"/>
              </a:rPr>
              <a:t>实现</a:t>
            </a:r>
            <a:r>
              <a:rPr lang="zh-CN" altLang="en-US" sz="2000">
                <a:latin typeface="微软雅黑" panose="020B0503020204020204" pitchFamily="34" charset="-122"/>
                <a:ea typeface="微软雅黑" panose="020B0503020204020204" pitchFamily="34" charset="-122"/>
              </a:rPr>
              <a:t>接口的所有方法，或抽象类的抽象方法</a:t>
            </a:r>
          </a:p>
        </p:txBody>
      </p:sp>
      <p:sp>
        <p:nvSpPr>
          <p:cNvPr id="5" name="文本框 4"/>
          <p:cNvSpPr txBox="1"/>
          <p:nvPr>
            <p:custDataLst>
              <p:tags r:id="rId9"/>
            </p:custDataLst>
          </p:nvPr>
        </p:nvSpPr>
        <p:spPr>
          <a:xfrm>
            <a:off x="8190865" y="4509135"/>
            <a:ext cx="1561465" cy="1774825"/>
          </a:xfrm>
          <a:prstGeom prst="rect">
            <a:avLst/>
          </a:prstGeom>
        </p:spPr>
        <p:txBody>
          <a:bodyPr>
            <a:noAutofit/>
          </a:bodyPr>
          <a:lstStyle/>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子类</a:t>
            </a:r>
            <a:r>
              <a:rPr lang="zh-CN" altLang="en-US" sz="2000" b="1">
                <a:solidFill>
                  <a:srgbClr val="1F2329"/>
                </a:solidFill>
                <a:latin typeface="微软雅黑" panose="020B0503020204020204" pitchFamily="34" charset="-122"/>
                <a:ea typeface="微软雅黑" panose="020B0503020204020204" pitchFamily="34" charset="-122"/>
                <a:cs typeface="微软雅黑" panose="020B0503020204020204" pitchFamily="34" charset="-122"/>
              </a:rPr>
              <a:t>继承</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父类的所有属性和方法，是 “</a:t>
            </a:r>
            <a:r>
              <a:rPr lang="en-US" altLang="zh-CN" sz="2000">
                <a:latin typeface="微软雅黑" panose="020B0503020204020204" pitchFamily="34" charset="-122"/>
                <a:ea typeface="微软雅黑" panose="020B0503020204020204" pitchFamily="34" charset="-122"/>
                <a:cs typeface="微软雅黑" panose="020B0503020204020204" pitchFamily="34" charset="-122"/>
              </a:rPr>
              <a:t>is a” </a:t>
            </a:r>
            <a:r>
              <a:rPr lang="zh-CN" altLang="en-US" sz="2000">
                <a:latin typeface="微软雅黑" panose="020B0503020204020204" pitchFamily="34" charset="-122"/>
                <a:ea typeface="微软雅黑" panose="020B0503020204020204" pitchFamily="34" charset="-122"/>
                <a:cs typeface="微软雅黑" panose="020B0503020204020204" pitchFamily="34" charset="-122"/>
              </a:rPr>
              <a:t>的关系</a:t>
            </a:r>
          </a:p>
          <a:p>
            <a:r>
              <a:rPr lang="zh-CN" altLang="en-US" sz="2000">
                <a:latin typeface="微软雅黑" panose="020B0503020204020204" pitchFamily="34" charset="-122"/>
                <a:ea typeface="微软雅黑" panose="020B0503020204020204" pitchFamily="34" charset="-122"/>
                <a:cs typeface="微软雅黑" panose="020B0503020204020204" pitchFamily="34" charset="-122"/>
              </a:rPr>
              <a:t>（最强）</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29410" y="1697355"/>
            <a:ext cx="5802630" cy="460375"/>
          </a:xfrm>
          <a:prstGeom prst="rect">
            <a:avLst/>
          </a:prstGeom>
          <a:noFill/>
        </p:spPr>
        <p:txBody>
          <a:bodyPr wrap="square" rtlCol="0">
            <a:spAutoFit/>
          </a:bodyPr>
          <a:lstStyle/>
          <a:p>
            <a:r>
              <a:rPr lang="zh-CN" altLang="en-US"/>
              <a:t>问题二：依赖和关联有什么区别</a:t>
            </a:r>
          </a:p>
        </p:txBody>
      </p:sp>
      <p:sp>
        <p:nvSpPr>
          <p:cNvPr id="3" name="文本框 2"/>
          <p:cNvSpPr txBox="1"/>
          <p:nvPr/>
        </p:nvSpPr>
        <p:spPr>
          <a:xfrm>
            <a:off x="1496695" y="3429000"/>
            <a:ext cx="8431530" cy="1564640"/>
          </a:xfrm>
          <a:prstGeom prst="rect">
            <a:avLst/>
          </a:prstGeom>
          <a:noFill/>
        </p:spPr>
        <p:txBody>
          <a:bodyPr wrap="square" rtlCol="0">
            <a:noAutofit/>
          </a:bodyPr>
          <a:lstStyle/>
          <a:p>
            <a:r>
              <a:rPr lang="zh-CN" altLang="en-US"/>
              <a:t>依赖（</a:t>
            </a:r>
            <a:r>
              <a:rPr lang="en-US" altLang="zh-CN"/>
              <a:t>Dependency</a:t>
            </a:r>
            <a:r>
              <a:rPr lang="zh-CN" altLang="en-US"/>
              <a:t>）</a:t>
            </a:r>
            <a:r>
              <a:rPr lang="en-US" altLang="zh-CN"/>
              <a:t> </a:t>
            </a:r>
            <a:r>
              <a:rPr lang="zh-CN" altLang="en-US"/>
              <a:t>和关联（</a:t>
            </a:r>
            <a:r>
              <a:rPr lang="en-US" altLang="zh-CN"/>
              <a:t>Association</a:t>
            </a:r>
            <a:r>
              <a:rPr lang="zh-CN" altLang="en-US"/>
              <a:t>）</a:t>
            </a:r>
            <a:r>
              <a:rPr lang="en-US" altLang="zh-CN"/>
              <a:t> </a:t>
            </a:r>
            <a:r>
              <a:rPr lang="zh-CN" altLang="en-US"/>
              <a:t>二者的本质区别是关系的紧密程度、生命周期关联度和语义含义，依赖是临时、弱关联，关联是长期、强关联。</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a:t>图</a:t>
            </a:r>
          </a:p>
        </p:txBody>
      </p:sp>
      <p:sp>
        <p:nvSpPr>
          <p:cNvPr id="6" name="灯片编号占位符 5"/>
          <p:cNvSpPr>
            <a:spLocks noGrp="1"/>
          </p:cNvSpPr>
          <p:nvPr>
            <p:ph type="sldNum" sz="quarter" idx="12"/>
          </p:nvPr>
        </p:nvSpPr>
        <p:spPr/>
        <p:txBody>
          <a:bodyPr/>
          <a:lstStyle/>
          <a:p>
            <a:pPr>
              <a:defRPr/>
            </a:pPr>
            <a:r>
              <a:rPr lang="en-US" altLang="zh-CN"/>
              <a:t>-</a:t>
            </a:r>
            <a:fld id="{74C2F54C-52AD-47FC-B80B-56D32F7F9136}" type="slidenum">
              <a:rPr lang="en-US" altLang="zh-CN" smtClean="0"/>
              <a:t>17</a:t>
            </a:fld>
            <a:r>
              <a:rPr lang="en-US" altLang="zh-CN"/>
              <a:t>-</a:t>
            </a:r>
          </a:p>
        </p:txBody>
      </p:sp>
      <p:graphicFrame>
        <p:nvGraphicFramePr>
          <p:cNvPr id="7" name="图示 6"/>
          <p:cNvGraphicFramePr/>
          <p:nvPr/>
        </p:nvGraphicFramePr>
        <p:xfrm>
          <a:off x="767408" y="692696"/>
          <a:ext cx="10873208" cy="54456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4290DA7E-9A34-4560-9739-397A12C1F5D2}" type="slidenum">
              <a:rPr lang="en-US" altLang="zh-CN" sz="1200" b="0">
                <a:solidFill>
                  <a:srgbClr val="4D4D4D"/>
                </a:solidFill>
                <a:latin typeface="Arial" panose="020B0604020202020204" pitchFamily="34" charset="0"/>
              </a:rPr>
              <a:t>18</a:t>
            </a:fld>
            <a:r>
              <a:rPr lang="en-US" altLang="zh-CN" sz="1200" b="0">
                <a:solidFill>
                  <a:srgbClr val="4D4D4D"/>
                </a:solidFill>
                <a:latin typeface="Arial" panose="020B0604020202020204" pitchFamily="34" charset="0"/>
              </a:rPr>
              <a:t>-</a:t>
            </a:r>
          </a:p>
        </p:txBody>
      </p:sp>
      <p:sp>
        <p:nvSpPr>
          <p:cNvPr id="43011" name="Rectangle 2"/>
          <p:cNvSpPr>
            <a:spLocks noGrp="1" noChangeArrowheads="1"/>
          </p:cNvSpPr>
          <p:nvPr>
            <p:ph type="title"/>
          </p:nvPr>
        </p:nvSpPr>
        <p:spPr/>
        <p:txBody>
          <a:bodyPr/>
          <a:lstStyle/>
          <a:p>
            <a:pPr eaLnBrk="1" hangingPunct="1"/>
            <a:r>
              <a:rPr lang="zh-CN" altLang="en-US"/>
              <a:t>通用机制</a:t>
            </a:r>
            <a:endParaRPr lang="en-US" altLang="zh-CN"/>
          </a:p>
        </p:txBody>
      </p:sp>
      <p:sp>
        <p:nvSpPr>
          <p:cNvPr id="43012" name="Rectangle 3"/>
          <p:cNvSpPr>
            <a:spLocks noGrp="1" noChangeArrowheads="1"/>
          </p:cNvSpPr>
          <p:nvPr>
            <p:ph type="body" idx="1"/>
          </p:nvPr>
        </p:nvSpPr>
        <p:spPr/>
        <p:txBody>
          <a:bodyPr/>
          <a:lstStyle/>
          <a:p>
            <a:pPr eaLnBrk="1" hangingPunct="1">
              <a:lnSpc>
                <a:spcPct val="90000"/>
              </a:lnSpc>
            </a:pPr>
            <a:r>
              <a:rPr lang="zh-CN" altLang="en-US" dirty="0"/>
              <a:t>规格说明</a:t>
            </a:r>
            <a:r>
              <a:rPr lang="en-US" altLang="zh-CN" dirty="0"/>
              <a:t>(Specifications)</a:t>
            </a:r>
          </a:p>
          <a:p>
            <a:pPr lvl="1" eaLnBrk="1" hangingPunct="1">
              <a:lnSpc>
                <a:spcPct val="90000"/>
              </a:lnSpc>
            </a:pPr>
            <a:r>
              <a:rPr lang="zh-CN" altLang="en-US" dirty="0"/>
              <a:t>文本维度的模型描述</a:t>
            </a:r>
          </a:p>
          <a:p>
            <a:pPr eaLnBrk="1" hangingPunct="1">
              <a:lnSpc>
                <a:spcPct val="90000"/>
              </a:lnSpc>
            </a:pPr>
            <a:r>
              <a:rPr lang="zh-CN" altLang="en-US" dirty="0"/>
              <a:t>修饰</a:t>
            </a:r>
            <a:r>
              <a:rPr lang="en-US" altLang="zh-CN" dirty="0"/>
              <a:t>(Adornments)</a:t>
            </a:r>
          </a:p>
          <a:p>
            <a:pPr lvl="1" eaLnBrk="1" hangingPunct="1">
              <a:lnSpc>
                <a:spcPct val="90000"/>
              </a:lnSpc>
            </a:pPr>
            <a:r>
              <a:rPr lang="zh-CN" altLang="en-US" dirty="0"/>
              <a:t>描述建模元素的细节信息</a:t>
            </a:r>
            <a:endParaRPr lang="en-US" altLang="zh-CN" dirty="0"/>
          </a:p>
          <a:p>
            <a:pPr eaLnBrk="1" hangingPunct="1">
              <a:lnSpc>
                <a:spcPct val="90000"/>
              </a:lnSpc>
            </a:pPr>
            <a:r>
              <a:rPr lang="zh-CN" altLang="en-US" dirty="0"/>
              <a:t>通用划分</a:t>
            </a:r>
            <a:r>
              <a:rPr lang="en-US" altLang="zh-CN" dirty="0"/>
              <a:t>(Common Divisions)</a:t>
            </a:r>
          </a:p>
          <a:p>
            <a:pPr lvl="1" eaLnBrk="1" hangingPunct="1">
              <a:lnSpc>
                <a:spcPct val="90000"/>
              </a:lnSpc>
            </a:pPr>
            <a:r>
              <a:rPr kumimoji="0" lang="zh-CN" altLang="en-US" dirty="0"/>
              <a:t>建模时对事物的划分方法</a:t>
            </a:r>
            <a:endParaRPr kumimoji="0" lang="en-US" altLang="zh-CN" dirty="0"/>
          </a:p>
          <a:p>
            <a:pPr eaLnBrk="1" hangingPunct="1">
              <a:lnSpc>
                <a:spcPct val="90000"/>
              </a:lnSpc>
            </a:pPr>
            <a:r>
              <a:rPr lang="zh-CN" altLang="en-US" dirty="0"/>
              <a:t>扩展机制</a:t>
            </a:r>
            <a:r>
              <a:rPr lang="en-US" altLang="zh-CN" dirty="0"/>
              <a:t>(E</a:t>
            </a:r>
            <a:r>
              <a:rPr lang="zh-CN" altLang="zh-CN" dirty="0"/>
              <a:t>xtensibility </a:t>
            </a:r>
            <a:r>
              <a:rPr lang="zh-CN" altLang="en-US" dirty="0"/>
              <a:t>M</a:t>
            </a:r>
            <a:r>
              <a:rPr lang="zh-CN" altLang="zh-CN" dirty="0"/>
              <a:t>echanisms</a:t>
            </a:r>
            <a:r>
              <a:rPr lang="en-US" altLang="zh-CN" dirty="0"/>
              <a:t>)</a:t>
            </a:r>
          </a:p>
          <a:p>
            <a:pPr lvl="1" eaLnBrk="1" hangingPunct="1">
              <a:lnSpc>
                <a:spcPct val="90000"/>
              </a:lnSpc>
            </a:pPr>
            <a:r>
              <a:rPr lang="zh-CN" altLang="en-US" dirty="0"/>
              <a:t>构造型、约束、标记值</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350AECCB-CAB9-488D-9B52-F06DB1443EC9}" type="slidenum">
              <a:rPr lang="en-US" altLang="zh-CN" sz="1200" b="0">
                <a:solidFill>
                  <a:srgbClr val="4D4D4D"/>
                </a:solidFill>
                <a:latin typeface="Arial" panose="020B0604020202020204" pitchFamily="34" charset="0"/>
              </a:rPr>
              <a:t>19</a:t>
            </a:fld>
            <a:r>
              <a:rPr lang="en-US" altLang="zh-CN" sz="1200" b="0">
                <a:solidFill>
                  <a:srgbClr val="4D4D4D"/>
                </a:solidFill>
                <a:latin typeface="Arial" panose="020B0604020202020204" pitchFamily="34" charset="0"/>
              </a:rPr>
              <a:t>-</a:t>
            </a:r>
          </a:p>
        </p:txBody>
      </p:sp>
      <p:sp>
        <p:nvSpPr>
          <p:cNvPr id="56323" name="Rectangle 2"/>
          <p:cNvSpPr>
            <a:spLocks noGrp="1" noChangeArrowheads="1"/>
          </p:cNvSpPr>
          <p:nvPr>
            <p:ph type="title"/>
          </p:nvPr>
        </p:nvSpPr>
        <p:spPr/>
        <p:txBody>
          <a:bodyPr/>
          <a:lstStyle/>
          <a:p>
            <a:pPr eaLnBrk="1" hangingPunct="1"/>
            <a:r>
              <a:rPr lang="zh-CN" altLang="en-US" dirty="0"/>
              <a:t>架构：</a:t>
            </a:r>
            <a:r>
              <a:rPr lang="en-US" altLang="zh-CN" dirty="0"/>
              <a:t>4+1</a:t>
            </a:r>
            <a:r>
              <a:rPr lang="zh-CN" altLang="en-US" dirty="0"/>
              <a:t>视图</a:t>
            </a:r>
          </a:p>
        </p:txBody>
      </p:sp>
      <p:grpSp>
        <p:nvGrpSpPr>
          <p:cNvPr id="56324" name="Group 3"/>
          <p:cNvGrpSpPr/>
          <p:nvPr/>
        </p:nvGrpSpPr>
        <p:grpSpPr bwMode="auto">
          <a:xfrm>
            <a:off x="2279650" y="1412875"/>
            <a:ext cx="7848600" cy="4464050"/>
            <a:chOff x="571" y="929"/>
            <a:chExt cx="4668" cy="2592"/>
          </a:xfrm>
        </p:grpSpPr>
        <p:sp>
          <p:nvSpPr>
            <p:cNvPr id="56325" name="Rectangle 4"/>
            <p:cNvSpPr>
              <a:spLocks noChangeArrowheads="1"/>
            </p:cNvSpPr>
            <p:nvPr/>
          </p:nvSpPr>
          <p:spPr bwMode="auto">
            <a:xfrm>
              <a:off x="571" y="929"/>
              <a:ext cx="2253" cy="1289"/>
            </a:xfrm>
            <a:prstGeom prst="rect">
              <a:avLst/>
            </a:prstGeom>
            <a:solidFill>
              <a:schemeClr val="bg1"/>
            </a:solidFill>
            <a:ln w="38100">
              <a:solidFill>
                <a:schemeClr val="bg2"/>
              </a:solidFill>
              <a:miter lim="800000"/>
            </a:ln>
          </p:spPr>
          <p:txBody>
            <a:bodyPr wrap="none" anchor="ctr"/>
            <a:lstStyle/>
            <a:p>
              <a:endParaRPr lang="zh-CN" altLang="en-US"/>
            </a:p>
          </p:txBody>
        </p:sp>
        <p:sp>
          <p:nvSpPr>
            <p:cNvPr id="56326" name="Rectangle 5"/>
            <p:cNvSpPr>
              <a:spLocks noChangeArrowheads="1"/>
            </p:cNvSpPr>
            <p:nvPr/>
          </p:nvSpPr>
          <p:spPr bwMode="auto">
            <a:xfrm>
              <a:off x="571" y="2257"/>
              <a:ext cx="2253" cy="1264"/>
            </a:xfrm>
            <a:prstGeom prst="rect">
              <a:avLst/>
            </a:prstGeom>
            <a:solidFill>
              <a:schemeClr val="bg1"/>
            </a:solidFill>
            <a:ln w="38100">
              <a:solidFill>
                <a:schemeClr val="bg2"/>
              </a:solidFill>
              <a:miter lim="800000"/>
            </a:ln>
          </p:spPr>
          <p:txBody>
            <a:bodyPr wrap="none" anchor="ctr"/>
            <a:lstStyle/>
            <a:p>
              <a:endParaRPr lang="zh-CN" altLang="en-US"/>
            </a:p>
          </p:txBody>
        </p:sp>
        <p:sp>
          <p:nvSpPr>
            <p:cNvPr id="56327" name="Rectangle 6"/>
            <p:cNvSpPr>
              <a:spLocks noChangeArrowheads="1"/>
            </p:cNvSpPr>
            <p:nvPr/>
          </p:nvSpPr>
          <p:spPr bwMode="auto">
            <a:xfrm>
              <a:off x="2875" y="929"/>
              <a:ext cx="2296" cy="1289"/>
            </a:xfrm>
            <a:prstGeom prst="rect">
              <a:avLst/>
            </a:prstGeom>
            <a:solidFill>
              <a:schemeClr val="bg1"/>
            </a:solidFill>
            <a:ln w="38100">
              <a:solidFill>
                <a:schemeClr val="bg2"/>
              </a:solidFill>
              <a:miter lim="800000"/>
            </a:ln>
          </p:spPr>
          <p:txBody>
            <a:bodyPr wrap="none" anchor="ctr"/>
            <a:lstStyle/>
            <a:p>
              <a:endParaRPr lang="zh-CN" altLang="en-US"/>
            </a:p>
          </p:txBody>
        </p:sp>
        <p:sp>
          <p:nvSpPr>
            <p:cNvPr id="559111" name="Rectangle 7"/>
            <p:cNvSpPr>
              <a:spLocks noChangeArrowheads="1"/>
            </p:cNvSpPr>
            <p:nvPr/>
          </p:nvSpPr>
          <p:spPr bwMode="auto">
            <a:xfrm>
              <a:off x="1483" y="2657"/>
              <a:ext cx="1074" cy="213"/>
            </a:xfrm>
            <a:prstGeom prst="rect">
              <a:avLst/>
            </a:prstGeom>
            <a:noFill/>
            <a:ln w="9525">
              <a:noFill/>
              <a:miter lim="800000"/>
            </a:ln>
            <a:effectLst/>
          </p:spPr>
          <p:txBody>
            <a:bodyPr lIns="92075" tIns="46038" rIns="92075" bIns="46038">
              <a:spAutoFit/>
            </a:bodyPr>
            <a:lstStyle/>
            <a:p>
              <a:pPr eaLnBrk="0" hangingPunct="0">
                <a:defRPr/>
              </a:pPr>
              <a:r>
                <a:rPr kumimoji="0" lang="en-US" altLang="ko-KR" sz="1800">
                  <a:effectLst>
                    <a:outerShdw blurRad="38100" dist="38100" dir="2700000" algn="tl">
                      <a:srgbClr val="C0C0C0"/>
                    </a:outerShdw>
                  </a:effectLst>
                  <a:latin typeface="Arial" panose="020B0604020202020204" pitchFamily="34" charset="0"/>
                  <a:ea typeface="Gulim" pitchFamily="34" charset="-127"/>
                </a:rPr>
                <a:t>Process View</a:t>
              </a:r>
            </a:p>
          </p:txBody>
        </p:sp>
        <p:sp>
          <p:nvSpPr>
            <p:cNvPr id="56329" name="Rectangle 8"/>
            <p:cNvSpPr>
              <a:spLocks noChangeArrowheads="1"/>
            </p:cNvSpPr>
            <p:nvPr/>
          </p:nvSpPr>
          <p:spPr bwMode="auto">
            <a:xfrm>
              <a:off x="2883" y="2257"/>
              <a:ext cx="2296" cy="1264"/>
            </a:xfrm>
            <a:prstGeom prst="rect">
              <a:avLst/>
            </a:prstGeom>
            <a:solidFill>
              <a:schemeClr val="bg1"/>
            </a:solidFill>
            <a:ln w="38100">
              <a:solidFill>
                <a:schemeClr val="bg2"/>
              </a:solidFill>
              <a:miter lim="800000"/>
            </a:ln>
          </p:spPr>
          <p:txBody>
            <a:bodyPr wrap="none" anchor="ctr"/>
            <a:lstStyle/>
            <a:p>
              <a:endParaRPr lang="zh-CN" altLang="en-US"/>
            </a:p>
          </p:txBody>
        </p:sp>
        <p:sp>
          <p:nvSpPr>
            <p:cNvPr id="559113" name="Rectangle 9"/>
            <p:cNvSpPr>
              <a:spLocks noChangeArrowheads="1"/>
            </p:cNvSpPr>
            <p:nvPr/>
          </p:nvSpPr>
          <p:spPr bwMode="auto">
            <a:xfrm>
              <a:off x="3067" y="2657"/>
              <a:ext cx="1461" cy="213"/>
            </a:xfrm>
            <a:prstGeom prst="rect">
              <a:avLst/>
            </a:prstGeom>
            <a:noFill/>
            <a:ln w="9525">
              <a:noFill/>
              <a:miter lim="800000"/>
            </a:ln>
            <a:effectLst/>
          </p:spPr>
          <p:txBody>
            <a:bodyPr lIns="92075" tIns="46038" rIns="92075" bIns="46038">
              <a:spAutoFit/>
            </a:bodyPr>
            <a:lstStyle/>
            <a:p>
              <a:pPr eaLnBrk="0" hangingPunct="0">
                <a:defRPr/>
              </a:pPr>
              <a:r>
                <a:rPr kumimoji="0" lang="en-US" altLang="ko-KR" sz="1800">
                  <a:effectLst>
                    <a:outerShdw blurRad="38100" dist="38100" dir="2700000" algn="tl">
                      <a:srgbClr val="C0C0C0"/>
                    </a:outerShdw>
                  </a:effectLst>
                  <a:latin typeface="Arial" panose="020B0604020202020204" pitchFamily="34" charset="0"/>
                  <a:ea typeface="Gulim" pitchFamily="34" charset="-127"/>
                </a:rPr>
                <a:t>Deployment View</a:t>
              </a:r>
            </a:p>
          </p:txBody>
        </p:sp>
        <p:graphicFrame>
          <p:nvGraphicFramePr>
            <p:cNvPr id="56331" name="Object 10"/>
            <p:cNvGraphicFramePr/>
            <p:nvPr/>
          </p:nvGraphicFramePr>
          <p:xfrm>
            <a:off x="4459" y="977"/>
            <a:ext cx="656" cy="516"/>
          </p:xfrm>
          <a:graphic>
            <a:graphicData uri="http://schemas.openxmlformats.org/presentationml/2006/ole">
              <mc:AlternateContent xmlns:mc="http://schemas.openxmlformats.org/markup-compatibility/2006">
                <mc:Choice xmlns:v="urn:schemas-microsoft-com:vml" Requires="v">
                  <p:oleObj name="CorelDRAW" r:id="rId3" imgW="457200" imgH="457200" progId="CorelDraw.Graphic.8">
                    <p:embed/>
                  </p:oleObj>
                </mc:Choice>
                <mc:Fallback>
                  <p:oleObj name="CorelDRAW" r:id="rId3" imgW="457200" imgH="457200" progId="CorelDraw.Graphic.8">
                    <p:embed/>
                    <p:pic>
                      <p:nvPicPr>
                        <p:cNvPr id="0" name="Object 1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59" y="977"/>
                          <a:ext cx="656" cy="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9115" name="Rectangle 11"/>
            <p:cNvSpPr>
              <a:spLocks noChangeArrowheads="1"/>
            </p:cNvSpPr>
            <p:nvPr/>
          </p:nvSpPr>
          <p:spPr bwMode="auto">
            <a:xfrm>
              <a:off x="1483" y="1313"/>
              <a:ext cx="1015" cy="213"/>
            </a:xfrm>
            <a:prstGeom prst="rect">
              <a:avLst/>
            </a:prstGeom>
            <a:noFill/>
            <a:ln w="9525">
              <a:noFill/>
              <a:miter lim="800000"/>
            </a:ln>
            <a:effectLst/>
          </p:spPr>
          <p:txBody>
            <a:bodyPr lIns="92075" tIns="46038" rIns="92075" bIns="46038">
              <a:spAutoFit/>
            </a:bodyPr>
            <a:lstStyle/>
            <a:p>
              <a:pPr eaLnBrk="0" hangingPunct="0">
                <a:defRPr/>
              </a:pPr>
              <a:r>
                <a:rPr kumimoji="0" lang="en-US" altLang="ko-KR" sz="1800">
                  <a:effectLst>
                    <a:outerShdw blurRad="38100" dist="38100" dir="2700000" algn="tl">
                      <a:srgbClr val="C0C0C0"/>
                    </a:outerShdw>
                  </a:effectLst>
                  <a:latin typeface="Arial" panose="020B0604020202020204" pitchFamily="34" charset="0"/>
                  <a:ea typeface="Gulim" pitchFamily="34" charset="-127"/>
                </a:rPr>
                <a:t>Logical View</a:t>
              </a:r>
            </a:p>
          </p:txBody>
        </p:sp>
        <p:graphicFrame>
          <p:nvGraphicFramePr>
            <p:cNvPr id="56333" name="Object 12"/>
            <p:cNvGraphicFramePr/>
            <p:nvPr/>
          </p:nvGraphicFramePr>
          <p:xfrm>
            <a:off x="619" y="1025"/>
            <a:ext cx="608" cy="495"/>
          </p:xfrm>
          <a:graphic>
            <a:graphicData uri="http://schemas.openxmlformats.org/presentationml/2006/ole">
              <mc:AlternateContent xmlns:mc="http://schemas.openxmlformats.org/markup-compatibility/2006">
                <mc:Choice xmlns:v="urn:schemas-microsoft-com:vml" Requires="v">
                  <p:oleObj name="CorelDRAW" r:id="rId5" imgW="457200" imgH="457200" progId="CorelDraw.Graphic.8">
                    <p:embed/>
                  </p:oleObj>
                </mc:Choice>
                <mc:Fallback>
                  <p:oleObj name="CorelDRAW" r:id="rId5" imgW="457200" imgH="457200" progId="CorelDraw.Graphic.8">
                    <p:embed/>
                    <p:pic>
                      <p:nvPicPr>
                        <p:cNvPr id="0" name="Object 1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9" y="1025"/>
                          <a:ext cx="608" cy="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334" name="Oval 13"/>
            <p:cNvSpPr>
              <a:spLocks noChangeArrowheads="1"/>
            </p:cNvSpPr>
            <p:nvPr/>
          </p:nvSpPr>
          <p:spPr bwMode="auto">
            <a:xfrm>
              <a:off x="2004" y="1601"/>
              <a:ext cx="1783" cy="954"/>
            </a:xfrm>
            <a:prstGeom prst="ellipse">
              <a:avLst/>
            </a:prstGeom>
            <a:solidFill>
              <a:srgbClr val="FFFF99"/>
            </a:solidFill>
            <a:ln w="38100">
              <a:solidFill>
                <a:srgbClr val="5F5F5F"/>
              </a:solidFill>
              <a:round/>
            </a:ln>
          </p:spPr>
          <p:txBody>
            <a:bodyPr wrap="none" anchor="ctr"/>
            <a:lstStyle/>
            <a:p>
              <a:endParaRPr lang="zh-CN" altLang="en-US"/>
            </a:p>
          </p:txBody>
        </p:sp>
        <p:sp>
          <p:nvSpPr>
            <p:cNvPr id="559118" name="Rectangle 14"/>
            <p:cNvSpPr>
              <a:spLocks noChangeArrowheads="1"/>
            </p:cNvSpPr>
            <p:nvPr/>
          </p:nvSpPr>
          <p:spPr bwMode="auto">
            <a:xfrm>
              <a:off x="2347" y="2177"/>
              <a:ext cx="1141" cy="213"/>
            </a:xfrm>
            <a:prstGeom prst="rect">
              <a:avLst/>
            </a:prstGeom>
            <a:noFill/>
            <a:ln w="9525">
              <a:noFill/>
              <a:miter lim="800000"/>
            </a:ln>
            <a:effectLst/>
          </p:spPr>
          <p:txBody>
            <a:bodyPr lIns="92075" tIns="46038" rIns="92075" bIns="46038">
              <a:spAutoFit/>
            </a:bodyPr>
            <a:lstStyle/>
            <a:p>
              <a:pPr eaLnBrk="0" hangingPunct="0">
                <a:defRPr/>
              </a:pPr>
              <a:r>
                <a:rPr kumimoji="0" lang="en-US" altLang="ko-KR" sz="1800">
                  <a:effectLst>
                    <a:outerShdw blurRad="38100" dist="38100" dir="2700000" algn="tl">
                      <a:srgbClr val="C0C0C0"/>
                    </a:outerShdw>
                  </a:effectLst>
                  <a:latin typeface="Arial" panose="020B0604020202020204" pitchFamily="34" charset="0"/>
                  <a:ea typeface="Gulim" pitchFamily="34" charset="-127"/>
                </a:rPr>
                <a:t>Use-Case View</a:t>
              </a:r>
            </a:p>
          </p:txBody>
        </p:sp>
        <p:graphicFrame>
          <p:nvGraphicFramePr>
            <p:cNvPr id="56336" name="Object 15"/>
            <p:cNvGraphicFramePr/>
            <p:nvPr/>
          </p:nvGraphicFramePr>
          <p:xfrm>
            <a:off x="2587" y="1649"/>
            <a:ext cx="755" cy="468"/>
          </p:xfrm>
          <a:graphic>
            <a:graphicData uri="http://schemas.openxmlformats.org/presentationml/2006/ole">
              <mc:AlternateContent xmlns:mc="http://schemas.openxmlformats.org/markup-compatibility/2006">
                <mc:Choice xmlns:v="urn:schemas-microsoft-com:vml" Requires="v">
                  <p:oleObj name="CorelDRAW" r:id="rId7" imgW="914400" imgH="914400" progId="CorelDraw.Graphic.8">
                    <p:embed/>
                  </p:oleObj>
                </mc:Choice>
                <mc:Fallback>
                  <p:oleObj name="CorelDRAW" r:id="rId7" imgW="914400" imgH="914400" progId="CorelDraw.Graphic.8">
                    <p:embed/>
                    <p:pic>
                      <p:nvPicPr>
                        <p:cNvPr id="0" name="Object 1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87" y="1649"/>
                          <a:ext cx="755" cy="4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59120" name="Rectangle 16"/>
            <p:cNvSpPr>
              <a:spLocks noChangeArrowheads="1"/>
            </p:cNvSpPr>
            <p:nvPr/>
          </p:nvSpPr>
          <p:spPr bwMode="auto">
            <a:xfrm>
              <a:off x="3067" y="1313"/>
              <a:ext cx="1591" cy="213"/>
            </a:xfrm>
            <a:prstGeom prst="rect">
              <a:avLst/>
            </a:prstGeom>
            <a:noFill/>
            <a:ln w="9525">
              <a:noFill/>
              <a:miter lim="800000"/>
            </a:ln>
            <a:effectLst/>
          </p:spPr>
          <p:txBody>
            <a:bodyPr lIns="92075" tIns="46038" rIns="92075" bIns="46038">
              <a:spAutoFit/>
            </a:bodyPr>
            <a:lstStyle/>
            <a:p>
              <a:pPr eaLnBrk="0" hangingPunct="0">
                <a:defRPr/>
              </a:pPr>
              <a:r>
                <a:rPr kumimoji="0" lang="en-US" altLang="ko-KR" sz="1800">
                  <a:effectLst>
                    <a:outerShdw blurRad="38100" dist="38100" dir="2700000" algn="tl">
                      <a:srgbClr val="C0C0C0"/>
                    </a:outerShdw>
                  </a:effectLst>
                  <a:latin typeface="Arial" panose="020B0604020202020204" pitchFamily="34" charset="0"/>
                  <a:ea typeface="Gulim" pitchFamily="34" charset="-127"/>
                </a:rPr>
                <a:t>Implementation View</a:t>
              </a:r>
            </a:p>
          </p:txBody>
        </p:sp>
        <p:grpSp>
          <p:nvGrpSpPr>
            <p:cNvPr id="56338" name="Group 17"/>
            <p:cNvGrpSpPr/>
            <p:nvPr/>
          </p:nvGrpSpPr>
          <p:grpSpPr bwMode="auto">
            <a:xfrm>
              <a:off x="1775" y="1780"/>
              <a:ext cx="783" cy="324"/>
              <a:chOff x="1056" y="755"/>
              <a:chExt cx="783" cy="324"/>
            </a:xfrm>
          </p:grpSpPr>
          <p:sp>
            <p:nvSpPr>
              <p:cNvPr id="56366" name="Rectangle 18"/>
              <p:cNvSpPr>
                <a:spLocks noChangeArrowheads="1"/>
              </p:cNvSpPr>
              <p:nvPr/>
            </p:nvSpPr>
            <p:spPr bwMode="auto">
              <a:xfrm>
                <a:off x="1056" y="755"/>
                <a:ext cx="613"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600" tIns="50800" rIns="101600" bIns="50800">
                <a:spAutoFit/>
              </a:bodyPr>
              <a:lstStyle/>
              <a:p>
                <a:pPr defTabSz="1014730" eaLnBrk="0" hangingPunct="0"/>
                <a:r>
                  <a:rPr kumimoji="0" lang="en-US" altLang="ko-KR" sz="1400">
                    <a:solidFill>
                      <a:srgbClr val="FF3300"/>
                    </a:solidFill>
                    <a:latin typeface="Arial" panose="020B0604020202020204" pitchFamily="34" charset="0"/>
                    <a:ea typeface="Gulim" pitchFamily="34" charset="-127"/>
                  </a:rPr>
                  <a:t>End-user </a:t>
                </a:r>
              </a:p>
            </p:txBody>
          </p:sp>
          <p:sp>
            <p:nvSpPr>
              <p:cNvPr id="56367" name="Rectangle 19"/>
              <p:cNvSpPr>
                <a:spLocks noChangeArrowheads="1"/>
              </p:cNvSpPr>
              <p:nvPr/>
            </p:nvSpPr>
            <p:spPr bwMode="auto">
              <a:xfrm>
                <a:off x="1056" y="894"/>
                <a:ext cx="783"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600" tIns="50800" rIns="101600" bIns="50800">
                <a:spAutoFit/>
              </a:bodyPr>
              <a:lstStyle/>
              <a:p>
                <a:pPr defTabSz="1014730" eaLnBrk="0" hangingPunct="0"/>
                <a:r>
                  <a:rPr kumimoji="0" lang="en-US" altLang="ko-KR" sz="1400" i="1">
                    <a:solidFill>
                      <a:schemeClr val="bg2"/>
                    </a:solidFill>
                    <a:latin typeface="Arial" panose="020B0604020202020204" pitchFamily="34" charset="0"/>
                    <a:ea typeface="Gulim" pitchFamily="34" charset="-127"/>
                  </a:rPr>
                  <a:t>Functionality</a:t>
                </a:r>
                <a:endParaRPr kumimoji="0" lang="en-US" altLang="ko-KR" sz="1400" i="1">
                  <a:latin typeface="Arial" panose="020B0604020202020204" pitchFamily="34" charset="0"/>
                  <a:ea typeface="Gulim" pitchFamily="34" charset="-127"/>
                </a:endParaRPr>
              </a:p>
            </p:txBody>
          </p:sp>
        </p:grpSp>
        <p:sp>
          <p:nvSpPr>
            <p:cNvPr id="56339" name="Rectangle 20"/>
            <p:cNvSpPr>
              <a:spLocks noChangeArrowheads="1"/>
            </p:cNvSpPr>
            <p:nvPr/>
          </p:nvSpPr>
          <p:spPr bwMode="auto">
            <a:xfrm>
              <a:off x="3946" y="1841"/>
              <a:ext cx="1293" cy="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600" tIns="50800" rIns="101600" bIns="50800">
              <a:spAutoFit/>
            </a:bodyPr>
            <a:lstStyle/>
            <a:p>
              <a:pPr algn="r" defTabSz="1014730" eaLnBrk="0" hangingPunct="0"/>
              <a:r>
                <a:rPr kumimoji="0" lang="en-US" altLang="ko-KR" sz="1400">
                  <a:solidFill>
                    <a:srgbClr val="FF3300"/>
                  </a:solidFill>
                  <a:latin typeface="Arial" panose="020B0604020202020204" pitchFamily="34" charset="0"/>
                  <a:ea typeface="Gulim" pitchFamily="34" charset="-127"/>
                </a:rPr>
                <a:t>Programmers</a:t>
              </a:r>
              <a:r>
                <a:rPr kumimoji="0" lang="en-US" altLang="ko-KR" sz="1400">
                  <a:solidFill>
                    <a:schemeClr val="bg2"/>
                  </a:solidFill>
                  <a:latin typeface="Arial" panose="020B0604020202020204" pitchFamily="34" charset="0"/>
                  <a:ea typeface="Gulim" pitchFamily="34" charset="-127"/>
                </a:rPr>
                <a:t> </a:t>
              </a:r>
            </a:p>
            <a:p>
              <a:pPr algn="r" defTabSz="1014730" eaLnBrk="0" hangingPunct="0"/>
              <a:r>
                <a:rPr kumimoji="0" lang="en-US" altLang="ko-KR" sz="1400" i="1">
                  <a:solidFill>
                    <a:schemeClr val="bg2"/>
                  </a:solidFill>
                  <a:latin typeface="Arial" panose="020B0604020202020204" pitchFamily="34" charset="0"/>
                  <a:ea typeface="Gulim" pitchFamily="34" charset="-127"/>
                </a:rPr>
                <a:t>Software management</a:t>
              </a:r>
              <a:r>
                <a:rPr kumimoji="0" lang="en-US" altLang="ko-KR" sz="1600">
                  <a:solidFill>
                    <a:schemeClr val="bg2"/>
                  </a:solidFill>
                  <a:latin typeface="Arial" panose="020B0604020202020204" pitchFamily="34" charset="0"/>
                  <a:ea typeface="Gulim" pitchFamily="34" charset="-127"/>
                </a:rPr>
                <a:t> </a:t>
              </a:r>
            </a:p>
          </p:txBody>
        </p:sp>
        <p:grpSp>
          <p:nvGrpSpPr>
            <p:cNvPr id="56340" name="Group 21"/>
            <p:cNvGrpSpPr/>
            <p:nvPr/>
          </p:nvGrpSpPr>
          <p:grpSpPr bwMode="auto">
            <a:xfrm>
              <a:off x="571" y="2897"/>
              <a:ext cx="1087" cy="579"/>
              <a:chOff x="1680" y="2832"/>
              <a:chExt cx="1087" cy="579"/>
            </a:xfrm>
          </p:grpSpPr>
          <p:sp>
            <p:nvSpPr>
              <p:cNvPr id="56364" name="Rectangle 22"/>
              <p:cNvSpPr>
                <a:spLocks noChangeArrowheads="1"/>
              </p:cNvSpPr>
              <p:nvPr/>
            </p:nvSpPr>
            <p:spPr bwMode="auto">
              <a:xfrm>
                <a:off x="1680" y="2976"/>
                <a:ext cx="774"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600" tIns="50800" rIns="101600" bIns="50800">
                <a:spAutoFit/>
              </a:bodyPr>
              <a:lstStyle/>
              <a:p>
                <a:pPr defTabSz="1014730" eaLnBrk="0" hangingPunct="0"/>
                <a:r>
                  <a:rPr kumimoji="0" lang="en-US" altLang="ko-KR" sz="1400" i="1">
                    <a:solidFill>
                      <a:schemeClr val="bg2"/>
                    </a:solidFill>
                    <a:latin typeface="Arial" panose="020B0604020202020204" pitchFamily="34" charset="0"/>
                    <a:ea typeface="Gulim" pitchFamily="34" charset="-127"/>
                  </a:rPr>
                  <a:t>Performance</a:t>
                </a:r>
              </a:p>
              <a:p>
                <a:pPr defTabSz="1014730" eaLnBrk="0" hangingPunct="0"/>
                <a:r>
                  <a:rPr kumimoji="0" lang="en-US" altLang="ko-KR" sz="1400" i="1">
                    <a:solidFill>
                      <a:schemeClr val="bg2"/>
                    </a:solidFill>
                    <a:latin typeface="Arial" panose="020B0604020202020204" pitchFamily="34" charset="0"/>
                    <a:ea typeface="Gulim" pitchFamily="34" charset="-127"/>
                  </a:rPr>
                  <a:t>Scalability</a:t>
                </a:r>
              </a:p>
              <a:p>
                <a:pPr defTabSz="1014730" eaLnBrk="0" hangingPunct="0"/>
                <a:r>
                  <a:rPr kumimoji="0" lang="en-US" altLang="ko-KR" sz="1400" i="1">
                    <a:solidFill>
                      <a:schemeClr val="bg2"/>
                    </a:solidFill>
                    <a:latin typeface="Arial" panose="020B0604020202020204" pitchFamily="34" charset="0"/>
                    <a:ea typeface="Gulim" pitchFamily="34" charset="-127"/>
                  </a:rPr>
                  <a:t>Throughput</a:t>
                </a:r>
                <a:r>
                  <a:rPr kumimoji="0" lang="en-US" altLang="ko-KR" sz="1400">
                    <a:solidFill>
                      <a:schemeClr val="bg2"/>
                    </a:solidFill>
                    <a:latin typeface="Arial" panose="020B0604020202020204" pitchFamily="34" charset="0"/>
                    <a:ea typeface="Gulim" pitchFamily="34" charset="-127"/>
                  </a:rPr>
                  <a:t> </a:t>
                </a:r>
              </a:p>
            </p:txBody>
          </p:sp>
          <p:sp>
            <p:nvSpPr>
              <p:cNvPr id="56365" name="Rectangle 23"/>
              <p:cNvSpPr>
                <a:spLocks noChangeArrowheads="1"/>
              </p:cNvSpPr>
              <p:nvPr/>
            </p:nvSpPr>
            <p:spPr bwMode="auto">
              <a:xfrm>
                <a:off x="1680" y="2832"/>
                <a:ext cx="1087"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600" tIns="50800" rIns="101600" bIns="50800">
                <a:spAutoFit/>
              </a:bodyPr>
              <a:lstStyle/>
              <a:p>
                <a:pPr defTabSz="1014730" eaLnBrk="0" hangingPunct="0"/>
                <a:r>
                  <a:rPr kumimoji="0" lang="en-US" altLang="ko-KR" sz="1400">
                    <a:solidFill>
                      <a:srgbClr val="FF3300"/>
                    </a:solidFill>
                    <a:latin typeface="Arial" panose="020B0604020202020204" pitchFamily="34" charset="0"/>
                    <a:ea typeface="Gulim" pitchFamily="34" charset="-127"/>
                  </a:rPr>
                  <a:t>System integrators</a:t>
                </a:r>
              </a:p>
            </p:txBody>
          </p:sp>
        </p:grpSp>
        <p:sp>
          <p:nvSpPr>
            <p:cNvPr id="56341" name="Rectangle 24"/>
            <p:cNvSpPr>
              <a:spLocks noChangeArrowheads="1"/>
            </p:cNvSpPr>
            <p:nvPr/>
          </p:nvSpPr>
          <p:spPr bwMode="auto">
            <a:xfrm>
              <a:off x="3547" y="3041"/>
              <a:ext cx="1617" cy="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600" tIns="50800" rIns="101600" bIns="50800">
              <a:spAutoFit/>
            </a:bodyPr>
            <a:lstStyle/>
            <a:p>
              <a:pPr algn="r" defTabSz="1014730" eaLnBrk="0" hangingPunct="0"/>
              <a:r>
                <a:rPr kumimoji="0" lang="en-US" altLang="ko-KR" sz="1400" i="1">
                  <a:solidFill>
                    <a:schemeClr val="bg2"/>
                  </a:solidFill>
                  <a:latin typeface="Arial" panose="020B0604020202020204" pitchFamily="34" charset="0"/>
                  <a:ea typeface="Gulim" pitchFamily="34" charset="-127"/>
                </a:rPr>
                <a:t>System topology</a:t>
              </a:r>
              <a:r>
                <a:rPr kumimoji="0" lang="en-US" altLang="ko-KR" sz="1400">
                  <a:solidFill>
                    <a:schemeClr val="bg2"/>
                  </a:solidFill>
                  <a:latin typeface="Arial" panose="020B0604020202020204" pitchFamily="34" charset="0"/>
                  <a:ea typeface="Gulim" pitchFamily="34" charset="-127"/>
                </a:rPr>
                <a:t> </a:t>
              </a:r>
            </a:p>
            <a:p>
              <a:pPr algn="r" defTabSz="1014730" eaLnBrk="0" hangingPunct="0"/>
              <a:r>
                <a:rPr kumimoji="0" lang="en-US" altLang="ko-KR" sz="1400" i="1">
                  <a:solidFill>
                    <a:schemeClr val="bg2"/>
                  </a:solidFill>
                  <a:latin typeface="Arial" panose="020B0604020202020204" pitchFamily="34" charset="0"/>
                  <a:ea typeface="Gulim" pitchFamily="34" charset="-127"/>
                </a:rPr>
                <a:t>Delivery, installation</a:t>
              </a:r>
            </a:p>
            <a:p>
              <a:pPr algn="r" defTabSz="1014730" eaLnBrk="0" hangingPunct="0"/>
              <a:r>
                <a:rPr kumimoji="0" lang="en-US" altLang="ko-KR" sz="1400" i="1">
                  <a:solidFill>
                    <a:schemeClr val="bg2"/>
                  </a:solidFill>
                  <a:latin typeface="Arial" panose="020B0604020202020204" pitchFamily="34" charset="0"/>
                  <a:ea typeface="Gulim" pitchFamily="34" charset="-127"/>
                </a:rPr>
                <a:t>communication</a:t>
              </a:r>
              <a:endParaRPr kumimoji="0" lang="en-US" altLang="ko-KR" sz="1400" i="1">
                <a:solidFill>
                  <a:srgbClr val="FE9B03"/>
                </a:solidFill>
                <a:latin typeface="Arial" panose="020B0604020202020204" pitchFamily="34" charset="0"/>
                <a:ea typeface="Gulim" pitchFamily="34" charset="-127"/>
              </a:endParaRPr>
            </a:p>
          </p:txBody>
        </p:sp>
        <p:sp>
          <p:nvSpPr>
            <p:cNvPr id="56342" name="Rectangle 25"/>
            <p:cNvSpPr>
              <a:spLocks noChangeArrowheads="1"/>
            </p:cNvSpPr>
            <p:nvPr/>
          </p:nvSpPr>
          <p:spPr bwMode="auto">
            <a:xfrm>
              <a:off x="3986" y="2897"/>
              <a:ext cx="1134"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01600" tIns="50800" rIns="101600" bIns="50800">
              <a:spAutoFit/>
            </a:bodyPr>
            <a:lstStyle/>
            <a:p>
              <a:pPr algn="r" defTabSz="1014730" eaLnBrk="0" hangingPunct="0"/>
              <a:r>
                <a:rPr kumimoji="0" lang="en-US" altLang="ko-KR" sz="1400">
                  <a:solidFill>
                    <a:srgbClr val="FF3300"/>
                  </a:solidFill>
                  <a:latin typeface="Arial" panose="020B0604020202020204" pitchFamily="34" charset="0"/>
                  <a:ea typeface="Gulim" pitchFamily="34" charset="-127"/>
                </a:rPr>
                <a:t>System engineering</a:t>
              </a:r>
            </a:p>
          </p:txBody>
        </p:sp>
        <p:graphicFrame>
          <p:nvGraphicFramePr>
            <p:cNvPr id="56343" name="Object 26"/>
            <p:cNvGraphicFramePr/>
            <p:nvPr/>
          </p:nvGraphicFramePr>
          <p:xfrm>
            <a:off x="619" y="2321"/>
            <a:ext cx="656" cy="516"/>
          </p:xfrm>
          <a:graphic>
            <a:graphicData uri="http://schemas.openxmlformats.org/presentationml/2006/ole">
              <mc:AlternateContent xmlns:mc="http://schemas.openxmlformats.org/markup-compatibility/2006">
                <mc:Choice xmlns:v="urn:schemas-microsoft-com:vml" Requires="v">
                  <p:oleObj name="CorelDRAW" r:id="rId9" imgW="457200" imgH="457200" progId="CorelDraw.Graphic.8">
                    <p:embed/>
                  </p:oleObj>
                </mc:Choice>
                <mc:Fallback>
                  <p:oleObj name="CorelDRAW" r:id="rId9" imgW="457200" imgH="457200" progId="CorelDraw.Graphic.8">
                    <p:embed/>
                    <p:pic>
                      <p:nvPicPr>
                        <p:cNvPr id="0" name="Object 2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 y="2321"/>
                          <a:ext cx="656" cy="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6344" name="Group 27"/>
            <p:cNvGrpSpPr/>
            <p:nvPr/>
          </p:nvGrpSpPr>
          <p:grpSpPr bwMode="auto">
            <a:xfrm>
              <a:off x="4457" y="2370"/>
              <a:ext cx="437" cy="485"/>
              <a:chOff x="5185" y="1876"/>
              <a:chExt cx="437" cy="485"/>
            </a:xfrm>
          </p:grpSpPr>
          <p:sp>
            <p:nvSpPr>
              <p:cNvPr id="56346" name="Rectangle 28"/>
              <p:cNvSpPr>
                <a:spLocks noChangeArrowheads="1"/>
              </p:cNvSpPr>
              <p:nvPr/>
            </p:nvSpPr>
            <p:spPr bwMode="auto">
              <a:xfrm>
                <a:off x="5185" y="1897"/>
                <a:ext cx="102" cy="107"/>
              </a:xfrm>
              <a:prstGeom prst="rect">
                <a:avLst/>
              </a:prstGeom>
              <a:solidFill>
                <a:schemeClr val="bg2"/>
              </a:solidFill>
              <a:ln w="0">
                <a:solidFill>
                  <a:schemeClr val="folHlink"/>
                </a:solidFill>
                <a:miter lim="800000"/>
              </a:ln>
            </p:spPr>
            <p:txBody>
              <a:bodyPr/>
              <a:lstStyle/>
              <a:p>
                <a:endParaRPr lang="zh-CN" altLang="en-US"/>
              </a:p>
            </p:txBody>
          </p:sp>
          <p:sp>
            <p:nvSpPr>
              <p:cNvPr id="56347" name="Freeform 29"/>
              <p:cNvSpPr/>
              <p:nvPr/>
            </p:nvSpPr>
            <p:spPr bwMode="auto">
              <a:xfrm>
                <a:off x="5185" y="1876"/>
                <a:ext cx="142" cy="21"/>
              </a:xfrm>
              <a:custGeom>
                <a:avLst/>
                <a:gdLst>
                  <a:gd name="T0" fmla="*/ 0 w 691"/>
                  <a:gd name="T1" fmla="*/ 0 h 96"/>
                  <a:gd name="T2" fmla="*/ 0 w 691"/>
                  <a:gd name="T3" fmla="*/ 0 h 96"/>
                  <a:gd name="T4" fmla="*/ 0 w 691"/>
                  <a:gd name="T5" fmla="*/ 0 h 96"/>
                  <a:gd name="T6" fmla="*/ 0 w 691"/>
                  <a:gd name="T7" fmla="*/ 0 h 96"/>
                  <a:gd name="T8" fmla="*/ 0 w 691"/>
                  <a:gd name="T9" fmla="*/ 0 h 96"/>
                  <a:gd name="T10" fmla="*/ 0 60000 65536"/>
                  <a:gd name="T11" fmla="*/ 0 60000 65536"/>
                  <a:gd name="T12" fmla="*/ 0 60000 65536"/>
                  <a:gd name="T13" fmla="*/ 0 60000 65536"/>
                  <a:gd name="T14" fmla="*/ 0 60000 65536"/>
                  <a:gd name="T15" fmla="*/ 0 w 691"/>
                  <a:gd name="T16" fmla="*/ 0 h 96"/>
                  <a:gd name="T17" fmla="*/ 691 w 691"/>
                  <a:gd name="T18" fmla="*/ 96 h 96"/>
                </a:gdLst>
                <a:ahLst/>
                <a:cxnLst>
                  <a:cxn ang="T10">
                    <a:pos x="T0" y="T1"/>
                  </a:cxn>
                  <a:cxn ang="T11">
                    <a:pos x="T2" y="T3"/>
                  </a:cxn>
                  <a:cxn ang="T12">
                    <a:pos x="T4" y="T5"/>
                  </a:cxn>
                  <a:cxn ang="T13">
                    <a:pos x="T6" y="T7"/>
                  </a:cxn>
                  <a:cxn ang="T14">
                    <a:pos x="T8" y="T9"/>
                  </a:cxn>
                </a:cxnLst>
                <a:rect l="T15" t="T16" r="T17" b="T18"/>
                <a:pathLst>
                  <a:path w="691" h="96">
                    <a:moveTo>
                      <a:pt x="0" y="96"/>
                    </a:moveTo>
                    <a:lnTo>
                      <a:pt x="276" y="0"/>
                    </a:lnTo>
                    <a:lnTo>
                      <a:pt x="691" y="0"/>
                    </a:lnTo>
                    <a:lnTo>
                      <a:pt x="495" y="96"/>
                    </a:lnTo>
                    <a:lnTo>
                      <a:pt x="0" y="96"/>
                    </a:lnTo>
                    <a:close/>
                  </a:path>
                </a:pathLst>
              </a:custGeom>
              <a:solidFill>
                <a:srgbClr val="7F7F7F"/>
              </a:solidFill>
              <a:ln w="0">
                <a:solidFill>
                  <a:schemeClr val="folHlink"/>
                </a:solidFill>
                <a:round/>
              </a:ln>
            </p:spPr>
            <p:txBody>
              <a:bodyPr/>
              <a:lstStyle/>
              <a:p>
                <a:endParaRPr lang="zh-CN" altLang="en-US"/>
              </a:p>
            </p:txBody>
          </p:sp>
          <p:sp>
            <p:nvSpPr>
              <p:cNvPr id="56348" name="Freeform 30"/>
              <p:cNvSpPr/>
              <p:nvPr/>
            </p:nvSpPr>
            <p:spPr bwMode="auto">
              <a:xfrm>
                <a:off x="5287" y="1876"/>
                <a:ext cx="40" cy="128"/>
              </a:xfrm>
              <a:custGeom>
                <a:avLst/>
                <a:gdLst>
                  <a:gd name="T0" fmla="*/ 0 w 196"/>
                  <a:gd name="T1" fmla="*/ 0 h 577"/>
                  <a:gd name="T2" fmla="*/ 0 w 196"/>
                  <a:gd name="T3" fmla="*/ 0 h 577"/>
                  <a:gd name="T4" fmla="*/ 0 w 196"/>
                  <a:gd name="T5" fmla="*/ 0 h 577"/>
                  <a:gd name="T6" fmla="*/ 0 w 196"/>
                  <a:gd name="T7" fmla="*/ 0 h 577"/>
                  <a:gd name="T8" fmla="*/ 0 w 196"/>
                  <a:gd name="T9" fmla="*/ 0 h 577"/>
                  <a:gd name="T10" fmla="*/ 0 60000 65536"/>
                  <a:gd name="T11" fmla="*/ 0 60000 65536"/>
                  <a:gd name="T12" fmla="*/ 0 60000 65536"/>
                  <a:gd name="T13" fmla="*/ 0 60000 65536"/>
                  <a:gd name="T14" fmla="*/ 0 60000 65536"/>
                  <a:gd name="T15" fmla="*/ 0 w 196"/>
                  <a:gd name="T16" fmla="*/ 0 h 577"/>
                  <a:gd name="T17" fmla="*/ 196 w 196"/>
                  <a:gd name="T18" fmla="*/ 577 h 577"/>
                </a:gdLst>
                <a:ahLst/>
                <a:cxnLst>
                  <a:cxn ang="T10">
                    <a:pos x="T0" y="T1"/>
                  </a:cxn>
                  <a:cxn ang="T11">
                    <a:pos x="T2" y="T3"/>
                  </a:cxn>
                  <a:cxn ang="T12">
                    <a:pos x="T4" y="T5"/>
                  </a:cxn>
                  <a:cxn ang="T13">
                    <a:pos x="T6" y="T7"/>
                  </a:cxn>
                  <a:cxn ang="T14">
                    <a:pos x="T8" y="T9"/>
                  </a:cxn>
                </a:cxnLst>
                <a:rect l="T15" t="T16" r="T17" b="T18"/>
                <a:pathLst>
                  <a:path w="196" h="577">
                    <a:moveTo>
                      <a:pt x="0" y="96"/>
                    </a:moveTo>
                    <a:lnTo>
                      <a:pt x="196" y="0"/>
                    </a:lnTo>
                    <a:lnTo>
                      <a:pt x="196" y="432"/>
                    </a:lnTo>
                    <a:lnTo>
                      <a:pt x="0" y="577"/>
                    </a:lnTo>
                    <a:lnTo>
                      <a:pt x="0" y="96"/>
                    </a:lnTo>
                    <a:close/>
                  </a:path>
                </a:pathLst>
              </a:custGeom>
              <a:solidFill>
                <a:srgbClr val="7F7F7F"/>
              </a:solidFill>
              <a:ln w="0">
                <a:solidFill>
                  <a:schemeClr val="folHlink"/>
                </a:solidFill>
                <a:round/>
              </a:ln>
            </p:spPr>
            <p:txBody>
              <a:bodyPr/>
              <a:lstStyle/>
              <a:p>
                <a:endParaRPr lang="zh-CN" altLang="en-US"/>
              </a:p>
            </p:txBody>
          </p:sp>
          <p:sp>
            <p:nvSpPr>
              <p:cNvPr id="56349" name="Rectangle 31"/>
              <p:cNvSpPr>
                <a:spLocks noChangeArrowheads="1"/>
              </p:cNvSpPr>
              <p:nvPr/>
            </p:nvSpPr>
            <p:spPr bwMode="auto">
              <a:xfrm>
                <a:off x="5480" y="1924"/>
                <a:ext cx="102" cy="106"/>
              </a:xfrm>
              <a:prstGeom prst="rect">
                <a:avLst/>
              </a:prstGeom>
              <a:solidFill>
                <a:schemeClr val="bg2"/>
              </a:solidFill>
              <a:ln w="0">
                <a:solidFill>
                  <a:schemeClr val="folHlink"/>
                </a:solidFill>
                <a:miter lim="800000"/>
              </a:ln>
            </p:spPr>
            <p:txBody>
              <a:bodyPr/>
              <a:lstStyle/>
              <a:p>
                <a:endParaRPr lang="zh-CN" altLang="en-US"/>
              </a:p>
            </p:txBody>
          </p:sp>
          <p:sp>
            <p:nvSpPr>
              <p:cNvPr id="56350" name="Freeform 32"/>
              <p:cNvSpPr/>
              <p:nvPr/>
            </p:nvSpPr>
            <p:spPr bwMode="auto">
              <a:xfrm>
                <a:off x="5480" y="1902"/>
                <a:ext cx="142" cy="22"/>
              </a:xfrm>
              <a:custGeom>
                <a:avLst/>
                <a:gdLst>
                  <a:gd name="T0" fmla="*/ 0 w 691"/>
                  <a:gd name="T1" fmla="*/ 0 h 96"/>
                  <a:gd name="T2" fmla="*/ 0 w 691"/>
                  <a:gd name="T3" fmla="*/ 0 h 96"/>
                  <a:gd name="T4" fmla="*/ 0 w 691"/>
                  <a:gd name="T5" fmla="*/ 0 h 96"/>
                  <a:gd name="T6" fmla="*/ 0 w 691"/>
                  <a:gd name="T7" fmla="*/ 0 h 96"/>
                  <a:gd name="T8" fmla="*/ 0 w 691"/>
                  <a:gd name="T9" fmla="*/ 0 h 96"/>
                  <a:gd name="T10" fmla="*/ 0 60000 65536"/>
                  <a:gd name="T11" fmla="*/ 0 60000 65536"/>
                  <a:gd name="T12" fmla="*/ 0 60000 65536"/>
                  <a:gd name="T13" fmla="*/ 0 60000 65536"/>
                  <a:gd name="T14" fmla="*/ 0 60000 65536"/>
                  <a:gd name="T15" fmla="*/ 0 w 691"/>
                  <a:gd name="T16" fmla="*/ 0 h 96"/>
                  <a:gd name="T17" fmla="*/ 691 w 691"/>
                  <a:gd name="T18" fmla="*/ 96 h 96"/>
                </a:gdLst>
                <a:ahLst/>
                <a:cxnLst>
                  <a:cxn ang="T10">
                    <a:pos x="T0" y="T1"/>
                  </a:cxn>
                  <a:cxn ang="T11">
                    <a:pos x="T2" y="T3"/>
                  </a:cxn>
                  <a:cxn ang="T12">
                    <a:pos x="T4" y="T5"/>
                  </a:cxn>
                  <a:cxn ang="T13">
                    <a:pos x="T6" y="T7"/>
                  </a:cxn>
                  <a:cxn ang="T14">
                    <a:pos x="T8" y="T9"/>
                  </a:cxn>
                </a:cxnLst>
                <a:rect l="T15" t="T16" r="T17" b="T18"/>
                <a:pathLst>
                  <a:path w="691" h="96">
                    <a:moveTo>
                      <a:pt x="0" y="96"/>
                    </a:moveTo>
                    <a:lnTo>
                      <a:pt x="276" y="0"/>
                    </a:lnTo>
                    <a:lnTo>
                      <a:pt x="691" y="0"/>
                    </a:lnTo>
                    <a:lnTo>
                      <a:pt x="495" y="96"/>
                    </a:lnTo>
                    <a:lnTo>
                      <a:pt x="0" y="96"/>
                    </a:lnTo>
                    <a:close/>
                  </a:path>
                </a:pathLst>
              </a:custGeom>
              <a:solidFill>
                <a:schemeClr val="bg2"/>
              </a:solidFill>
              <a:ln w="0">
                <a:solidFill>
                  <a:schemeClr val="folHlink"/>
                </a:solidFill>
                <a:round/>
              </a:ln>
            </p:spPr>
            <p:txBody>
              <a:bodyPr/>
              <a:lstStyle/>
              <a:p>
                <a:endParaRPr lang="zh-CN" altLang="en-US"/>
              </a:p>
            </p:txBody>
          </p:sp>
          <p:sp>
            <p:nvSpPr>
              <p:cNvPr id="56351" name="Freeform 33"/>
              <p:cNvSpPr/>
              <p:nvPr/>
            </p:nvSpPr>
            <p:spPr bwMode="auto">
              <a:xfrm>
                <a:off x="5582" y="1902"/>
                <a:ext cx="40" cy="128"/>
              </a:xfrm>
              <a:custGeom>
                <a:avLst/>
                <a:gdLst>
                  <a:gd name="T0" fmla="*/ 0 w 196"/>
                  <a:gd name="T1" fmla="*/ 0 h 577"/>
                  <a:gd name="T2" fmla="*/ 0 w 196"/>
                  <a:gd name="T3" fmla="*/ 0 h 577"/>
                  <a:gd name="T4" fmla="*/ 0 w 196"/>
                  <a:gd name="T5" fmla="*/ 0 h 577"/>
                  <a:gd name="T6" fmla="*/ 0 w 196"/>
                  <a:gd name="T7" fmla="*/ 0 h 577"/>
                  <a:gd name="T8" fmla="*/ 0 w 196"/>
                  <a:gd name="T9" fmla="*/ 0 h 577"/>
                  <a:gd name="T10" fmla="*/ 0 60000 65536"/>
                  <a:gd name="T11" fmla="*/ 0 60000 65536"/>
                  <a:gd name="T12" fmla="*/ 0 60000 65536"/>
                  <a:gd name="T13" fmla="*/ 0 60000 65536"/>
                  <a:gd name="T14" fmla="*/ 0 60000 65536"/>
                  <a:gd name="T15" fmla="*/ 0 w 196"/>
                  <a:gd name="T16" fmla="*/ 0 h 577"/>
                  <a:gd name="T17" fmla="*/ 196 w 196"/>
                  <a:gd name="T18" fmla="*/ 577 h 577"/>
                </a:gdLst>
                <a:ahLst/>
                <a:cxnLst>
                  <a:cxn ang="T10">
                    <a:pos x="T0" y="T1"/>
                  </a:cxn>
                  <a:cxn ang="T11">
                    <a:pos x="T2" y="T3"/>
                  </a:cxn>
                  <a:cxn ang="T12">
                    <a:pos x="T4" y="T5"/>
                  </a:cxn>
                  <a:cxn ang="T13">
                    <a:pos x="T6" y="T7"/>
                  </a:cxn>
                  <a:cxn ang="T14">
                    <a:pos x="T8" y="T9"/>
                  </a:cxn>
                </a:cxnLst>
                <a:rect l="T15" t="T16" r="T17" b="T18"/>
                <a:pathLst>
                  <a:path w="196" h="577">
                    <a:moveTo>
                      <a:pt x="0" y="96"/>
                    </a:moveTo>
                    <a:lnTo>
                      <a:pt x="196" y="0"/>
                    </a:lnTo>
                    <a:lnTo>
                      <a:pt x="196" y="433"/>
                    </a:lnTo>
                    <a:lnTo>
                      <a:pt x="0" y="577"/>
                    </a:lnTo>
                    <a:lnTo>
                      <a:pt x="0" y="96"/>
                    </a:lnTo>
                    <a:close/>
                  </a:path>
                </a:pathLst>
              </a:custGeom>
              <a:solidFill>
                <a:schemeClr val="bg2"/>
              </a:solidFill>
              <a:ln w="0">
                <a:solidFill>
                  <a:schemeClr val="folHlink"/>
                </a:solidFill>
                <a:round/>
              </a:ln>
            </p:spPr>
            <p:txBody>
              <a:bodyPr/>
              <a:lstStyle/>
              <a:p>
                <a:endParaRPr lang="zh-CN" altLang="en-US"/>
              </a:p>
            </p:txBody>
          </p:sp>
          <p:sp>
            <p:nvSpPr>
              <p:cNvPr id="56352" name="Line 34"/>
              <p:cNvSpPr>
                <a:spLocks noChangeShapeType="1"/>
              </p:cNvSpPr>
              <p:nvPr/>
            </p:nvSpPr>
            <p:spPr bwMode="auto">
              <a:xfrm>
                <a:off x="5307" y="1940"/>
                <a:ext cx="173" cy="26"/>
              </a:xfrm>
              <a:prstGeom prst="line">
                <a:avLst/>
              </a:prstGeom>
              <a:noFill/>
              <a:ln w="0">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53" name="Rectangle 35"/>
              <p:cNvSpPr>
                <a:spLocks noChangeArrowheads="1"/>
              </p:cNvSpPr>
              <p:nvPr/>
            </p:nvSpPr>
            <p:spPr bwMode="auto">
              <a:xfrm>
                <a:off x="5185" y="2096"/>
                <a:ext cx="102" cy="106"/>
              </a:xfrm>
              <a:prstGeom prst="rect">
                <a:avLst/>
              </a:prstGeom>
              <a:solidFill>
                <a:schemeClr val="bg2"/>
              </a:solidFill>
              <a:ln w="0">
                <a:solidFill>
                  <a:schemeClr val="folHlink"/>
                </a:solidFill>
                <a:miter lim="800000"/>
              </a:ln>
            </p:spPr>
            <p:txBody>
              <a:bodyPr/>
              <a:lstStyle/>
              <a:p>
                <a:endParaRPr lang="zh-CN" altLang="en-US"/>
              </a:p>
            </p:txBody>
          </p:sp>
          <p:sp>
            <p:nvSpPr>
              <p:cNvPr id="56354" name="Freeform 36"/>
              <p:cNvSpPr/>
              <p:nvPr/>
            </p:nvSpPr>
            <p:spPr bwMode="auto">
              <a:xfrm>
                <a:off x="5185" y="2074"/>
                <a:ext cx="142" cy="22"/>
              </a:xfrm>
              <a:custGeom>
                <a:avLst/>
                <a:gdLst>
                  <a:gd name="T0" fmla="*/ 0 w 691"/>
                  <a:gd name="T1" fmla="*/ 0 h 96"/>
                  <a:gd name="T2" fmla="*/ 0 w 691"/>
                  <a:gd name="T3" fmla="*/ 0 h 96"/>
                  <a:gd name="T4" fmla="*/ 0 w 691"/>
                  <a:gd name="T5" fmla="*/ 0 h 96"/>
                  <a:gd name="T6" fmla="*/ 0 w 691"/>
                  <a:gd name="T7" fmla="*/ 0 h 96"/>
                  <a:gd name="T8" fmla="*/ 0 w 691"/>
                  <a:gd name="T9" fmla="*/ 0 h 96"/>
                  <a:gd name="T10" fmla="*/ 0 60000 65536"/>
                  <a:gd name="T11" fmla="*/ 0 60000 65536"/>
                  <a:gd name="T12" fmla="*/ 0 60000 65536"/>
                  <a:gd name="T13" fmla="*/ 0 60000 65536"/>
                  <a:gd name="T14" fmla="*/ 0 60000 65536"/>
                  <a:gd name="T15" fmla="*/ 0 w 691"/>
                  <a:gd name="T16" fmla="*/ 0 h 96"/>
                  <a:gd name="T17" fmla="*/ 691 w 691"/>
                  <a:gd name="T18" fmla="*/ 96 h 96"/>
                </a:gdLst>
                <a:ahLst/>
                <a:cxnLst>
                  <a:cxn ang="T10">
                    <a:pos x="T0" y="T1"/>
                  </a:cxn>
                  <a:cxn ang="T11">
                    <a:pos x="T2" y="T3"/>
                  </a:cxn>
                  <a:cxn ang="T12">
                    <a:pos x="T4" y="T5"/>
                  </a:cxn>
                  <a:cxn ang="T13">
                    <a:pos x="T6" y="T7"/>
                  </a:cxn>
                  <a:cxn ang="T14">
                    <a:pos x="T8" y="T9"/>
                  </a:cxn>
                </a:cxnLst>
                <a:rect l="T15" t="T16" r="T17" b="T18"/>
                <a:pathLst>
                  <a:path w="691" h="96">
                    <a:moveTo>
                      <a:pt x="0" y="96"/>
                    </a:moveTo>
                    <a:lnTo>
                      <a:pt x="276" y="0"/>
                    </a:lnTo>
                    <a:lnTo>
                      <a:pt x="691" y="0"/>
                    </a:lnTo>
                    <a:lnTo>
                      <a:pt x="495" y="96"/>
                    </a:lnTo>
                    <a:lnTo>
                      <a:pt x="0" y="96"/>
                    </a:lnTo>
                    <a:close/>
                  </a:path>
                </a:pathLst>
              </a:custGeom>
              <a:solidFill>
                <a:srgbClr val="7F7F7F"/>
              </a:solidFill>
              <a:ln w="0">
                <a:solidFill>
                  <a:schemeClr val="folHlink"/>
                </a:solidFill>
                <a:round/>
              </a:ln>
            </p:spPr>
            <p:txBody>
              <a:bodyPr/>
              <a:lstStyle/>
              <a:p>
                <a:endParaRPr lang="zh-CN" altLang="en-US"/>
              </a:p>
            </p:txBody>
          </p:sp>
          <p:sp>
            <p:nvSpPr>
              <p:cNvPr id="56355" name="Freeform 37"/>
              <p:cNvSpPr/>
              <p:nvPr/>
            </p:nvSpPr>
            <p:spPr bwMode="auto">
              <a:xfrm>
                <a:off x="5287" y="2074"/>
                <a:ext cx="40" cy="128"/>
              </a:xfrm>
              <a:custGeom>
                <a:avLst/>
                <a:gdLst>
                  <a:gd name="T0" fmla="*/ 0 w 196"/>
                  <a:gd name="T1" fmla="*/ 0 h 577"/>
                  <a:gd name="T2" fmla="*/ 0 w 196"/>
                  <a:gd name="T3" fmla="*/ 0 h 577"/>
                  <a:gd name="T4" fmla="*/ 0 w 196"/>
                  <a:gd name="T5" fmla="*/ 0 h 577"/>
                  <a:gd name="T6" fmla="*/ 0 w 196"/>
                  <a:gd name="T7" fmla="*/ 0 h 577"/>
                  <a:gd name="T8" fmla="*/ 0 w 196"/>
                  <a:gd name="T9" fmla="*/ 0 h 577"/>
                  <a:gd name="T10" fmla="*/ 0 60000 65536"/>
                  <a:gd name="T11" fmla="*/ 0 60000 65536"/>
                  <a:gd name="T12" fmla="*/ 0 60000 65536"/>
                  <a:gd name="T13" fmla="*/ 0 60000 65536"/>
                  <a:gd name="T14" fmla="*/ 0 60000 65536"/>
                  <a:gd name="T15" fmla="*/ 0 w 196"/>
                  <a:gd name="T16" fmla="*/ 0 h 577"/>
                  <a:gd name="T17" fmla="*/ 196 w 196"/>
                  <a:gd name="T18" fmla="*/ 577 h 577"/>
                </a:gdLst>
                <a:ahLst/>
                <a:cxnLst>
                  <a:cxn ang="T10">
                    <a:pos x="T0" y="T1"/>
                  </a:cxn>
                  <a:cxn ang="T11">
                    <a:pos x="T2" y="T3"/>
                  </a:cxn>
                  <a:cxn ang="T12">
                    <a:pos x="T4" y="T5"/>
                  </a:cxn>
                  <a:cxn ang="T13">
                    <a:pos x="T6" y="T7"/>
                  </a:cxn>
                  <a:cxn ang="T14">
                    <a:pos x="T8" y="T9"/>
                  </a:cxn>
                </a:cxnLst>
                <a:rect l="T15" t="T16" r="T17" b="T18"/>
                <a:pathLst>
                  <a:path w="196" h="577">
                    <a:moveTo>
                      <a:pt x="0" y="96"/>
                    </a:moveTo>
                    <a:lnTo>
                      <a:pt x="196" y="0"/>
                    </a:lnTo>
                    <a:lnTo>
                      <a:pt x="196" y="433"/>
                    </a:lnTo>
                    <a:lnTo>
                      <a:pt x="0" y="577"/>
                    </a:lnTo>
                    <a:lnTo>
                      <a:pt x="0" y="96"/>
                    </a:lnTo>
                    <a:close/>
                  </a:path>
                </a:pathLst>
              </a:custGeom>
              <a:solidFill>
                <a:srgbClr val="7F7F7F"/>
              </a:solidFill>
              <a:ln w="0">
                <a:solidFill>
                  <a:schemeClr val="folHlink"/>
                </a:solidFill>
                <a:round/>
              </a:ln>
            </p:spPr>
            <p:txBody>
              <a:bodyPr/>
              <a:lstStyle/>
              <a:p>
                <a:endParaRPr lang="zh-CN" altLang="en-US"/>
              </a:p>
            </p:txBody>
          </p:sp>
          <p:sp>
            <p:nvSpPr>
              <p:cNvPr id="56356" name="Line 38"/>
              <p:cNvSpPr>
                <a:spLocks noChangeShapeType="1"/>
              </p:cNvSpPr>
              <p:nvPr/>
            </p:nvSpPr>
            <p:spPr bwMode="auto">
              <a:xfrm flipV="1">
                <a:off x="5307" y="1966"/>
                <a:ext cx="173" cy="172"/>
              </a:xfrm>
              <a:prstGeom prst="line">
                <a:avLst/>
              </a:prstGeom>
              <a:noFill/>
              <a:ln w="0">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sp>
            <p:nvSpPr>
              <p:cNvPr id="56357" name="Rectangle 39"/>
              <p:cNvSpPr>
                <a:spLocks noChangeArrowheads="1"/>
              </p:cNvSpPr>
              <p:nvPr/>
            </p:nvSpPr>
            <p:spPr bwMode="auto">
              <a:xfrm>
                <a:off x="5480" y="2149"/>
                <a:ext cx="102" cy="106"/>
              </a:xfrm>
              <a:prstGeom prst="rect">
                <a:avLst/>
              </a:prstGeom>
              <a:solidFill>
                <a:schemeClr val="bg2"/>
              </a:solidFill>
              <a:ln w="0">
                <a:solidFill>
                  <a:schemeClr val="folHlink"/>
                </a:solidFill>
                <a:miter lim="800000"/>
              </a:ln>
            </p:spPr>
            <p:txBody>
              <a:bodyPr/>
              <a:lstStyle/>
              <a:p>
                <a:endParaRPr lang="zh-CN" altLang="en-US"/>
              </a:p>
            </p:txBody>
          </p:sp>
          <p:sp>
            <p:nvSpPr>
              <p:cNvPr id="56358" name="Freeform 40"/>
              <p:cNvSpPr/>
              <p:nvPr/>
            </p:nvSpPr>
            <p:spPr bwMode="auto">
              <a:xfrm>
                <a:off x="5480" y="2127"/>
                <a:ext cx="142" cy="22"/>
              </a:xfrm>
              <a:custGeom>
                <a:avLst/>
                <a:gdLst>
                  <a:gd name="T0" fmla="*/ 0 w 691"/>
                  <a:gd name="T1" fmla="*/ 0 h 97"/>
                  <a:gd name="T2" fmla="*/ 0 w 691"/>
                  <a:gd name="T3" fmla="*/ 0 h 97"/>
                  <a:gd name="T4" fmla="*/ 0 w 691"/>
                  <a:gd name="T5" fmla="*/ 0 h 97"/>
                  <a:gd name="T6" fmla="*/ 0 w 691"/>
                  <a:gd name="T7" fmla="*/ 0 h 97"/>
                  <a:gd name="T8" fmla="*/ 0 w 691"/>
                  <a:gd name="T9" fmla="*/ 0 h 97"/>
                  <a:gd name="T10" fmla="*/ 0 60000 65536"/>
                  <a:gd name="T11" fmla="*/ 0 60000 65536"/>
                  <a:gd name="T12" fmla="*/ 0 60000 65536"/>
                  <a:gd name="T13" fmla="*/ 0 60000 65536"/>
                  <a:gd name="T14" fmla="*/ 0 60000 65536"/>
                  <a:gd name="T15" fmla="*/ 0 w 691"/>
                  <a:gd name="T16" fmla="*/ 0 h 97"/>
                  <a:gd name="T17" fmla="*/ 691 w 691"/>
                  <a:gd name="T18" fmla="*/ 97 h 97"/>
                </a:gdLst>
                <a:ahLst/>
                <a:cxnLst>
                  <a:cxn ang="T10">
                    <a:pos x="T0" y="T1"/>
                  </a:cxn>
                  <a:cxn ang="T11">
                    <a:pos x="T2" y="T3"/>
                  </a:cxn>
                  <a:cxn ang="T12">
                    <a:pos x="T4" y="T5"/>
                  </a:cxn>
                  <a:cxn ang="T13">
                    <a:pos x="T6" y="T7"/>
                  </a:cxn>
                  <a:cxn ang="T14">
                    <a:pos x="T8" y="T9"/>
                  </a:cxn>
                </a:cxnLst>
                <a:rect l="T15" t="T16" r="T17" b="T18"/>
                <a:pathLst>
                  <a:path w="691" h="97">
                    <a:moveTo>
                      <a:pt x="0" y="97"/>
                    </a:moveTo>
                    <a:lnTo>
                      <a:pt x="276" y="0"/>
                    </a:lnTo>
                    <a:lnTo>
                      <a:pt x="691" y="0"/>
                    </a:lnTo>
                    <a:lnTo>
                      <a:pt x="495" y="97"/>
                    </a:lnTo>
                    <a:lnTo>
                      <a:pt x="0" y="97"/>
                    </a:lnTo>
                    <a:close/>
                  </a:path>
                </a:pathLst>
              </a:custGeom>
              <a:solidFill>
                <a:schemeClr val="bg2"/>
              </a:solidFill>
              <a:ln w="0">
                <a:solidFill>
                  <a:schemeClr val="folHlink"/>
                </a:solidFill>
                <a:round/>
              </a:ln>
            </p:spPr>
            <p:txBody>
              <a:bodyPr/>
              <a:lstStyle/>
              <a:p>
                <a:endParaRPr lang="zh-CN" altLang="en-US"/>
              </a:p>
            </p:txBody>
          </p:sp>
          <p:sp>
            <p:nvSpPr>
              <p:cNvPr id="56359" name="Freeform 41"/>
              <p:cNvSpPr/>
              <p:nvPr/>
            </p:nvSpPr>
            <p:spPr bwMode="auto">
              <a:xfrm>
                <a:off x="5582" y="2127"/>
                <a:ext cx="40" cy="128"/>
              </a:xfrm>
              <a:custGeom>
                <a:avLst/>
                <a:gdLst>
                  <a:gd name="T0" fmla="*/ 0 w 196"/>
                  <a:gd name="T1" fmla="*/ 0 h 577"/>
                  <a:gd name="T2" fmla="*/ 0 w 196"/>
                  <a:gd name="T3" fmla="*/ 0 h 577"/>
                  <a:gd name="T4" fmla="*/ 0 w 196"/>
                  <a:gd name="T5" fmla="*/ 0 h 577"/>
                  <a:gd name="T6" fmla="*/ 0 w 196"/>
                  <a:gd name="T7" fmla="*/ 0 h 577"/>
                  <a:gd name="T8" fmla="*/ 0 w 196"/>
                  <a:gd name="T9" fmla="*/ 0 h 577"/>
                  <a:gd name="T10" fmla="*/ 0 60000 65536"/>
                  <a:gd name="T11" fmla="*/ 0 60000 65536"/>
                  <a:gd name="T12" fmla="*/ 0 60000 65536"/>
                  <a:gd name="T13" fmla="*/ 0 60000 65536"/>
                  <a:gd name="T14" fmla="*/ 0 60000 65536"/>
                  <a:gd name="T15" fmla="*/ 0 w 196"/>
                  <a:gd name="T16" fmla="*/ 0 h 577"/>
                  <a:gd name="T17" fmla="*/ 196 w 196"/>
                  <a:gd name="T18" fmla="*/ 577 h 577"/>
                </a:gdLst>
                <a:ahLst/>
                <a:cxnLst>
                  <a:cxn ang="T10">
                    <a:pos x="T0" y="T1"/>
                  </a:cxn>
                  <a:cxn ang="T11">
                    <a:pos x="T2" y="T3"/>
                  </a:cxn>
                  <a:cxn ang="T12">
                    <a:pos x="T4" y="T5"/>
                  </a:cxn>
                  <a:cxn ang="T13">
                    <a:pos x="T6" y="T7"/>
                  </a:cxn>
                  <a:cxn ang="T14">
                    <a:pos x="T8" y="T9"/>
                  </a:cxn>
                </a:cxnLst>
                <a:rect l="T15" t="T16" r="T17" b="T18"/>
                <a:pathLst>
                  <a:path w="196" h="577">
                    <a:moveTo>
                      <a:pt x="0" y="97"/>
                    </a:moveTo>
                    <a:lnTo>
                      <a:pt x="196" y="0"/>
                    </a:lnTo>
                    <a:lnTo>
                      <a:pt x="196" y="433"/>
                    </a:lnTo>
                    <a:lnTo>
                      <a:pt x="0" y="577"/>
                    </a:lnTo>
                    <a:lnTo>
                      <a:pt x="0" y="97"/>
                    </a:lnTo>
                    <a:close/>
                  </a:path>
                </a:pathLst>
              </a:custGeom>
              <a:solidFill>
                <a:schemeClr val="bg2"/>
              </a:solidFill>
              <a:ln w="0">
                <a:solidFill>
                  <a:schemeClr val="folHlink"/>
                </a:solidFill>
                <a:round/>
              </a:ln>
            </p:spPr>
            <p:txBody>
              <a:bodyPr/>
              <a:lstStyle/>
              <a:p>
                <a:endParaRPr lang="zh-CN" altLang="en-US"/>
              </a:p>
            </p:txBody>
          </p:sp>
          <p:sp>
            <p:nvSpPr>
              <p:cNvPr id="56360" name="Rectangle 42"/>
              <p:cNvSpPr>
                <a:spLocks noChangeArrowheads="1"/>
              </p:cNvSpPr>
              <p:nvPr/>
            </p:nvSpPr>
            <p:spPr bwMode="auto">
              <a:xfrm>
                <a:off x="5185" y="2254"/>
                <a:ext cx="102" cy="107"/>
              </a:xfrm>
              <a:prstGeom prst="rect">
                <a:avLst/>
              </a:prstGeom>
              <a:solidFill>
                <a:schemeClr val="bg2"/>
              </a:solidFill>
              <a:ln w="0">
                <a:solidFill>
                  <a:schemeClr val="folHlink"/>
                </a:solidFill>
                <a:miter lim="800000"/>
              </a:ln>
            </p:spPr>
            <p:txBody>
              <a:bodyPr/>
              <a:lstStyle/>
              <a:p>
                <a:endParaRPr lang="zh-CN" altLang="en-US"/>
              </a:p>
            </p:txBody>
          </p:sp>
          <p:sp>
            <p:nvSpPr>
              <p:cNvPr id="56361" name="Freeform 43"/>
              <p:cNvSpPr/>
              <p:nvPr/>
            </p:nvSpPr>
            <p:spPr bwMode="auto">
              <a:xfrm>
                <a:off x="5185" y="2233"/>
                <a:ext cx="142" cy="21"/>
              </a:xfrm>
              <a:custGeom>
                <a:avLst/>
                <a:gdLst>
                  <a:gd name="T0" fmla="*/ 0 w 691"/>
                  <a:gd name="T1" fmla="*/ 0 h 97"/>
                  <a:gd name="T2" fmla="*/ 0 w 691"/>
                  <a:gd name="T3" fmla="*/ 0 h 97"/>
                  <a:gd name="T4" fmla="*/ 0 w 691"/>
                  <a:gd name="T5" fmla="*/ 0 h 97"/>
                  <a:gd name="T6" fmla="*/ 0 w 691"/>
                  <a:gd name="T7" fmla="*/ 0 h 97"/>
                  <a:gd name="T8" fmla="*/ 0 w 691"/>
                  <a:gd name="T9" fmla="*/ 0 h 97"/>
                  <a:gd name="T10" fmla="*/ 0 60000 65536"/>
                  <a:gd name="T11" fmla="*/ 0 60000 65536"/>
                  <a:gd name="T12" fmla="*/ 0 60000 65536"/>
                  <a:gd name="T13" fmla="*/ 0 60000 65536"/>
                  <a:gd name="T14" fmla="*/ 0 60000 65536"/>
                  <a:gd name="T15" fmla="*/ 0 w 691"/>
                  <a:gd name="T16" fmla="*/ 0 h 97"/>
                  <a:gd name="T17" fmla="*/ 691 w 691"/>
                  <a:gd name="T18" fmla="*/ 97 h 97"/>
                </a:gdLst>
                <a:ahLst/>
                <a:cxnLst>
                  <a:cxn ang="T10">
                    <a:pos x="T0" y="T1"/>
                  </a:cxn>
                  <a:cxn ang="T11">
                    <a:pos x="T2" y="T3"/>
                  </a:cxn>
                  <a:cxn ang="T12">
                    <a:pos x="T4" y="T5"/>
                  </a:cxn>
                  <a:cxn ang="T13">
                    <a:pos x="T6" y="T7"/>
                  </a:cxn>
                  <a:cxn ang="T14">
                    <a:pos x="T8" y="T9"/>
                  </a:cxn>
                </a:cxnLst>
                <a:rect l="T15" t="T16" r="T17" b="T18"/>
                <a:pathLst>
                  <a:path w="691" h="97">
                    <a:moveTo>
                      <a:pt x="0" y="97"/>
                    </a:moveTo>
                    <a:lnTo>
                      <a:pt x="276" y="0"/>
                    </a:lnTo>
                    <a:lnTo>
                      <a:pt x="691" y="0"/>
                    </a:lnTo>
                    <a:lnTo>
                      <a:pt x="495" y="97"/>
                    </a:lnTo>
                    <a:lnTo>
                      <a:pt x="0" y="97"/>
                    </a:lnTo>
                    <a:close/>
                  </a:path>
                </a:pathLst>
              </a:custGeom>
              <a:solidFill>
                <a:srgbClr val="7F7F7F"/>
              </a:solidFill>
              <a:ln w="0">
                <a:solidFill>
                  <a:schemeClr val="folHlink"/>
                </a:solidFill>
                <a:round/>
              </a:ln>
            </p:spPr>
            <p:txBody>
              <a:bodyPr/>
              <a:lstStyle/>
              <a:p>
                <a:endParaRPr lang="zh-CN" altLang="en-US"/>
              </a:p>
            </p:txBody>
          </p:sp>
          <p:sp>
            <p:nvSpPr>
              <p:cNvPr id="56362" name="Freeform 44"/>
              <p:cNvSpPr/>
              <p:nvPr/>
            </p:nvSpPr>
            <p:spPr bwMode="auto">
              <a:xfrm>
                <a:off x="5287" y="2233"/>
                <a:ext cx="40" cy="128"/>
              </a:xfrm>
              <a:custGeom>
                <a:avLst/>
                <a:gdLst>
                  <a:gd name="T0" fmla="*/ 0 w 196"/>
                  <a:gd name="T1" fmla="*/ 0 h 577"/>
                  <a:gd name="T2" fmla="*/ 0 w 196"/>
                  <a:gd name="T3" fmla="*/ 0 h 577"/>
                  <a:gd name="T4" fmla="*/ 0 w 196"/>
                  <a:gd name="T5" fmla="*/ 0 h 577"/>
                  <a:gd name="T6" fmla="*/ 0 w 196"/>
                  <a:gd name="T7" fmla="*/ 0 h 577"/>
                  <a:gd name="T8" fmla="*/ 0 w 196"/>
                  <a:gd name="T9" fmla="*/ 0 h 577"/>
                  <a:gd name="T10" fmla="*/ 0 60000 65536"/>
                  <a:gd name="T11" fmla="*/ 0 60000 65536"/>
                  <a:gd name="T12" fmla="*/ 0 60000 65536"/>
                  <a:gd name="T13" fmla="*/ 0 60000 65536"/>
                  <a:gd name="T14" fmla="*/ 0 60000 65536"/>
                  <a:gd name="T15" fmla="*/ 0 w 196"/>
                  <a:gd name="T16" fmla="*/ 0 h 577"/>
                  <a:gd name="T17" fmla="*/ 196 w 196"/>
                  <a:gd name="T18" fmla="*/ 577 h 577"/>
                </a:gdLst>
                <a:ahLst/>
                <a:cxnLst>
                  <a:cxn ang="T10">
                    <a:pos x="T0" y="T1"/>
                  </a:cxn>
                  <a:cxn ang="T11">
                    <a:pos x="T2" y="T3"/>
                  </a:cxn>
                  <a:cxn ang="T12">
                    <a:pos x="T4" y="T5"/>
                  </a:cxn>
                  <a:cxn ang="T13">
                    <a:pos x="T6" y="T7"/>
                  </a:cxn>
                  <a:cxn ang="T14">
                    <a:pos x="T8" y="T9"/>
                  </a:cxn>
                </a:cxnLst>
                <a:rect l="T15" t="T16" r="T17" b="T18"/>
                <a:pathLst>
                  <a:path w="196" h="577">
                    <a:moveTo>
                      <a:pt x="0" y="97"/>
                    </a:moveTo>
                    <a:lnTo>
                      <a:pt x="196" y="0"/>
                    </a:lnTo>
                    <a:lnTo>
                      <a:pt x="196" y="433"/>
                    </a:lnTo>
                    <a:lnTo>
                      <a:pt x="0" y="577"/>
                    </a:lnTo>
                    <a:lnTo>
                      <a:pt x="0" y="97"/>
                    </a:lnTo>
                    <a:close/>
                  </a:path>
                </a:pathLst>
              </a:custGeom>
              <a:solidFill>
                <a:srgbClr val="7F7F7F"/>
              </a:solidFill>
              <a:ln w="0">
                <a:solidFill>
                  <a:schemeClr val="folHlink"/>
                </a:solidFill>
                <a:round/>
              </a:ln>
            </p:spPr>
            <p:txBody>
              <a:bodyPr/>
              <a:lstStyle/>
              <a:p>
                <a:endParaRPr lang="zh-CN" altLang="en-US"/>
              </a:p>
            </p:txBody>
          </p:sp>
          <p:sp>
            <p:nvSpPr>
              <p:cNvPr id="56363" name="Line 45"/>
              <p:cNvSpPr>
                <a:spLocks noChangeShapeType="1"/>
              </p:cNvSpPr>
              <p:nvPr/>
            </p:nvSpPr>
            <p:spPr bwMode="auto">
              <a:xfrm flipV="1">
                <a:off x="5307" y="2191"/>
                <a:ext cx="173" cy="106"/>
              </a:xfrm>
              <a:prstGeom prst="line">
                <a:avLst/>
              </a:prstGeom>
              <a:noFill/>
              <a:ln w="0">
                <a:solidFill>
                  <a:schemeClr val="folHlink"/>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56345" name="Rectangle 46"/>
            <p:cNvSpPr>
              <a:spLocks noChangeArrowheads="1"/>
            </p:cNvSpPr>
            <p:nvPr/>
          </p:nvSpPr>
          <p:spPr bwMode="auto">
            <a:xfrm>
              <a:off x="571" y="1841"/>
              <a:ext cx="1103"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5748" tIns="47874" rIns="95748" bIns="47874">
              <a:spAutoFit/>
            </a:bodyPr>
            <a:lstStyle/>
            <a:p>
              <a:pPr defTabSz="955675" eaLnBrk="0" hangingPunct="0"/>
              <a:r>
                <a:rPr kumimoji="0" lang="en-US" altLang="zh-CN" sz="1400">
                  <a:solidFill>
                    <a:srgbClr val="FF3300"/>
                  </a:solidFill>
                  <a:latin typeface="Arial" panose="020B0604020202020204" pitchFamily="34" charset="0"/>
                  <a:ea typeface="Gulim" pitchFamily="34" charset="-127"/>
                </a:rPr>
                <a:t>Analysts/Designers</a:t>
              </a:r>
            </a:p>
            <a:p>
              <a:pPr defTabSz="955675" eaLnBrk="0" hangingPunct="0"/>
              <a:r>
                <a:rPr kumimoji="0" lang="en-US" altLang="zh-CN" sz="1400" i="1">
                  <a:solidFill>
                    <a:schemeClr val="bg2"/>
                  </a:solidFill>
                  <a:latin typeface="Arial" panose="020B0604020202020204" pitchFamily="34" charset="0"/>
                </a:rPr>
                <a:t>Structure</a:t>
              </a:r>
              <a:r>
                <a:rPr kumimoji="0" lang="en-US" altLang="zh-CN" sz="1400">
                  <a:solidFill>
                    <a:schemeClr val="hlink"/>
                  </a:solidFill>
                  <a:latin typeface="Arial" panose="020B0604020202020204" pitchFamily="34" charset="0"/>
                </a:rPr>
                <a:t> </a:t>
              </a:r>
              <a:endParaRPr kumimoji="0" lang="en-US" altLang="zh-CN" sz="1400">
                <a:solidFill>
                  <a:srgbClr val="000000"/>
                </a:solidFill>
                <a:latin typeface="Arial" panose="020B0604020202020204" pitchFamily="34" charset="0"/>
              </a:endParaRPr>
            </a:p>
          </p:txBody>
        </p:sp>
      </p:gr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2"/>
          <p:cNvSpPr>
            <a:spLocks noGrp="1" noChangeArrowheads="1"/>
          </p:cNvSpPr>
          <p:nvPr>
            <p:ph type="ctrTitle"/>
          </p:nvPr>
        </p:nvSpPr>
        <p:spPr/>
        <p:txBody>
          <a:bodyPr/>
          <a:lstStyle/>
          <a:p>
            <a:pPr eaLnBrk="1" hangingPunct="1">
              <a:defRPr/>
            </a:pPr>
            <a:r>
              <a:rPr lang="zh-CN" altLang="en-US" dirty="0">
                <a:latin typeface="华文楷体" panose="02010600040101010101" pitchFamily="2" charset="-122"/>
                <a:ea typeface="华文楷体" panose="02010600040101010101" pitchFamily="2" charset="-122"/>
              </a:rPr>
              <a:t>第</a:t>
            </a:r>
            <a:r>
              <a:rPr lang="en-US" altLang="zh-CN" dirty="0">
                <a:latin typeface="华文楷体" panose="02010600040101010101" pitchFamily="2" charset="-122"/>
                <a:ea typeface="华文楷体" panose="02010600040101010101" pitchFamily="2" charset="-122"/>
              </a:rPr>
              <a:t>04</a:t>
            </a:r>
            <a:r>
              <a:rPr lang="zh-CN" altLang="en-US" dirty="0">
                <a:latin typeface="华文楷体" panose="02010600040101010101" pitchFamily="2" charset="-122"/>
                <a:ea typeface="华文楷体" panose="02010600040101010101" pitchFamily="2" charset="-122"/>
              </a:rPr>
              <a:t>章 </a:t>
            </a:r>
            <a:r>
              <a:rPr lang="en-US" altLang="zh-CN" dirty="0">
                <a:latin typeface="华文楷体" panose="02010600040101010101" pitchFamily="2" charset="-122"/>
                <a:ea typeface="华文楷体" panose="02010600040101010101" pitchFamily="2" charset="-122"/>
              </a:rPr>
              <a:t>UML</a:t>
            </a:r>
            <a:r>
              <a:rPr lang="zh-CN" altLang="en-US" dirty="0">
                <a:latin typeface="华文楷体" panose="02010600040101010101" pitchFamily="2" charset="-122"/>
                <a:ea typeface="华文楷体" panose="02010600040101010101" pitchFamily="2" charset="-122"/>
              </a:rPr>
              <a:t>的词汇</a:t>
            </a:r>
            <a:r>
              <a:rPr lang="en-US" altLang="zh-CN" dirty="0">
                <a:latin typeface="华文楷体" panose="02010600040101010101" pitchFamily="2" charset="-122"/>
                <a:ea typeface="华文楷体" panose="02010600040101010101" pitchFamily="2" charset="-122"/>
              </a:rPr>
              <a:t>—14</a:t>
            </a:r>
            <a:r>
              <a:rPr lang="zh-CN" altLang="en-US" dirty="0">
                <a:latin typeface="华文楷体" panose="02010600040101010101" pitchFamily="2" charset="-122"/>
                <a:ea typeface="华文楷体" panose="02010600040101010101" pitchFamily="2" charset="-122"/>
              </a:rPr>
              <a:t>种图</a:t>
            </a:r>
          </a:p>
        </p:txBody>
      </p:sp>
      <p:sp>
        <p:nvSpPr>
          <p:cNvPr id="9219" name="Rectangle 3"/>
          <p:cNvSpPr>
            <a:spLocks noGrp="1" noChangeArrowheads="1"/>
          </p:cNvSpPr>
          <p:nvPr>
            <p:ph type="subTitle" idx="1"/>
          </p:nvPr>
        </p:nvSpPr>
        <p:spPr>
          <a:xfrm>
            <a:off x="1524000" y="3860800"/>
            <a:ext cx="9144000" cy="1752600"/>
          </a:xfrm>
        </p:spPr>
        <p:txBody>
          <a:bodyPr/>
          <a:lstStyle/>
          <a:p>
            <a:pPr eaLnBrk="1" hangingPunct="1"/>
            <a:r>
              <a:rPr lang="en-US" altLang="zh-CN" i="1">
                <a:solidFill>
                  <a:srgbClr val="003399"/>
                </a:solidFill>
              </a:rPr>
              <a:t>UML Diagrams — The Fourteen Types</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6"/>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DC99E53D-4AC2-4927-A437-CDCB4A945CDE}" type="slidenum">
              <a:rPr lang="en-US" altLang="zh-CN" sz="1200" b="0">
                <a:solidFill>
                  <a:srgbClr val="4D4D4D"/>
                </a:solidFill>
                <a:latin typeface="Arial" panose="020B0604020202020204" pitchFamily="34" charset="0"/>
              </a:rPr>
              <a:t>21</a:t>
            </a:fld>
            <a:r>
              <a:rPr lang="en-US" altLang="zh-CN" sz="1200" b="0">
                <a:solidFill>
                  <a:srgbClr val="4D4D4D"/>
                </a:solidFill>
                <a:latin typeface="Arial" panose="020B0604020202020204" pitchFamily="34" charset="0"/>
              </a:rPr>
              <a:t>-</a:t>
            </a:r>
          </a:p>
        </p:txBody>
      </p:sp>
      <p:sp>
        <p:nvSpPr>
          <p:cNvPr id="61443" name="Rectangle 2"/>
          <p:cNvSpPr>
            <a:spLocks noGrp="1" noChangeArrowheads="1"/>
          </p:cNvSpPr>
          <p:nvPr>
            <p:ph type="title"/>
          </p:nvPr>
        </p:nvSpPr>
        <p:spPr/>
        <p:txBody>
          <a:bodyPr/>
          <a:lstStyle/>
          <a:p>
            <a:pPr eaLnBrk="1" hangingPunct="1"/>
            <a:r>
              <a:rPr lang="en-US" altLang="zh-CN" dirty="0"/>
              <a:t>UML2.5</a:t>
            </a:r>
            <a:r>
              <a:rPr lang="zh-CN" altLang="en-US" dirty="0"/>
              <a:t>中的</a:t>
            </a:r>
            <a:r>
              <a:rPr lang="en-US" altLang="zh-CN" dirty="0"/>
              <a:t>14</a:t>
            </a:r>
            <a:r>
              <a:rPr lang="zh-CN" altLang="en-US" dirty="0"/>
              <a:t>种图</a:t>
            </a:r>
            <a:r>
              <a:rPr lang="en-US" altLang="zh-CN" dirty="0"/>
              <a:t> </a:t>
            </a:r>
            <a:r>
              <a:rPr lang="en-US" altLang="zh-CN" sz="3600" baseline="50000" dirty="0">
                <a:solidFill>
                  <a:schemeClr val="tx2"/>
                </a:solidFill>
                <a:uFillTx/>
              </a:rPr>
              <a:t>[5]</a:t>
            </a:r>
          </a:p>
        </p:txBody>
      </p:sp>
      <p:sp>
        <p:nvSpPr>
          <p:cNvPr id="61444" name="Rectangle 3"/>
          <p:cNvSpPr>
            <a:spLocks noChangeArrowheads="1"/>
          </p:cNvSpPr>
          <p:nvPr/>
        </p:nvSpPr>
        <p:spPr bwMode="auto">
          <a:xfrm>
            <a:off x="5016501" y="979489"/>
            <a:ext cx="1800225" cy="649287"/>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en-US" altLang="zh-CN" sz="2800" dirty="0">
                <a:solidFill>
                  <a:schemeClr val="hlink"/>
                </a:solidFill>
                <a:latin typeface="Arial" panose="020B0604020202020204" pitchFamily="34" charset="0"/>
              </a:rPr>
              <a:t>UML2.5-</a:t>
            </a:r>
            <a:r>
              <a:rPr kumimoji="0" lang="zh-CN" altLang="en-US" sz="2800" dirty="0">
                <a:solidFill>
                  <a:schemeClr val="hlink"/>
                </a:solidFill>
                <a:latin typeface="Arial" panose="020B0604020202020204" pitchFamily="34" charset="0"/>
              </a:rPr>
              <a:t>图</a:t>
            </a:r>
          </a:p>
          <a:p>
            <a:pPr algn="ctr" eaLnBrk="0" hangingPunct="0"/>
            <a:r>
              <a:rPr kumimoji="0" lang="en-US" altLang="zh-CN" sz="1200" dirty="0">
                <a:solidFill>
                  <a:schemeClr val="hlink"/>
                </a:solidFill>
                <a:latin typeface="Arial" panose="020B0604020202020204" pitchFamily="34" charset="0"/>
              </a:rPr>
              <a:t>Diagrams</a:t>
            </a:r>
          </a:p>
        </p:txBody>
      </p:sp>
      <p:sp>
        <p:nvSpPr>
          <p:cNvPr id="61445" name="Rectangle 4"/>
          <p:cNvSpPr>
            <a:spLocks noChangeArrowheads="1"/>
          </p:cNvSpPr>
          <p:nvPr/>
        </p:nvSpPr>
        <p:spPr bwMode="auto">
          <a:xfrm>
            <a:off x="2425701" y="1773238"/>
            <a:ext cx="2519363" cy="576262"/>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类图</a:t>
            </a:r>
          </a:p>
          <a:p>
            <a:pPr algn="ctr" eaLnBrk="0" hangingPunct="0"/>
            <a:r>
              <a:rPr kumimoji="0" lang="en-US" altLang="zh-CN" sz="1200">
                <a:solidFill>
                  <a:schemeClr val="hlink"/>
                </a:solidFill>
                <a:latin typeface="Arial" panose="020B0604020202020204" pitchFamily="34" charset="0"/>
              </a:rPr>
              <a:t>Class Diagrams</a:t>
            </a:r>
          </a:p>
        </p:txBody>
      </p:sp>
      <p:sp>
        <p:nvSpPr>
          <p:cNvPr id="61446" name="Rectangle 5"/>
          <p:cNvSpPr>
            <a:spLocks noChangeArrowheads="1"/>
          </p:cNvSpPr>
          <p:nvPr/>
        </p:nvSpPr>
        <p:spPr bwMode="auto">
          <a:xfrm>
            <a:off x="2425701" y="2493963"/>
            <a:ext cx="2519363" cy="576262"/>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对象图</a:t>
            </a:r>
          </a:p>
          <a:p>
            <a:pPr algn="ctr" eaLnBrk="0" hangingPunct="0"/>
            <a:r>
              <a:rPr kumimoji="0" lang="en-US" altLang="zh-CN" sz="1200">
                <a:solidFill>
                  <a:schemeClr val="hlink"/>
                </a:solidFill>
                <a:latin typeface="Arial" panose="020B0604020202020204" pitchFamily="34" charset="0"/>
              </a:rPr>
              <a:t>Object Diagrams</a:t>
            </a:r>
          </a:p>
        </p:txBody>
      </p:sp>
      <p:sp>
        <p:nvSpPr>
          <p:cNvPr id="61447" name="Rectangle 6"/>
          <p:cNvSpPr>
            <a:spLocks noChangeArrowheads="1"/>
          </p:cNvSpPr>
          <p:nvPr/>
        </p:nvSpPr>
        <p:spPr bwMode="auto">
          <a:xfrm>
            <a:off x="2425701" y="3213101"/>
            <a:ext cx="2519363" cy="576263"/>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构件图</a:t>
            </a:r>
          </a:p>
          <a:p>
            <a:pPr algn="ctr" eaLnBrk="0" hangingPunct="0"/>
            <a:r>
              <a:rPr kumimoji="0" lang="en-US" altLang="zh-CN" sz="1200">
                <a:solidFill>
                  <a:schemeClr val="hlink"/>
                </a:solidFill>
                <a:latin typeface="Arial" panose="020B0604020202020204" pitchFamily="34" charset="0"/>
              </a:rPr>
              <a:t>Component Diagrams</a:t>
            </a:r>
          </a:p>
        </p:txBody>
      </p:sp>
      <p:cxnSp>
        <p:nvCxnSpPr>
          <p:cNvPr id="61448" name="AutoShape 7"/>
          <p:cNvCxnSpPr>
            <a:cxnSpLocks noChangeShapeType="1"/>
            <a:stCxn id="61444" idx="2"/>
            <a:endCxn id="61445" idx="3"/>
          </p:cNvCxnSpPr>
          <p:nvPr/>
        </p:nvCxnSpPr>
        <p:spPr bwMode="auto">
          <a:xfrm rot="5400000">
            <a:off x="5223670" y="1369220"/>
            <a:ext cx="423863" cy="962025"/>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sp>
        <p:nvSpPr>
          <p:cNvPr id="61449" name="Rectangle 8"/>
          <p:cNvSpPr>
            <a:spLocks noChangeArrowheads="1"/>
          </p:cNvSpPr>
          <p:nvPr/>
        </p:nvSpPr>
        <p:spPr bwMode="auto">
          <a:xfrm>
            <a:off x="2425701" y="3932238"/>
            <a:ext cx="2519363" cy="576262"/>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部署图</a:t>
            </a:r>
          </a:p>
          <a:p>
            <a:pPr algn="ctr" eaLnBrk="0" hangingPunct="0"/>
            <a:r>
              <a:rPr kumimoji="0" lang="en-US" altLang="zh-CN" sz="1200">
                <a:solidFill>
                  <a:schemeClr val="hlink"/>
                </a:solidFill>
                <a:latin typeface="Arial" panose="020B0604020202020204" pitchFamily="34" charset="0"/>
              </a:rPr>
              <a:t>Deployment Diagrams</a:t>
            </a:r>
          </a:p>
        </p:txBody>
      </p:sp>
      <p:sp>
        <p:nvSpPr>
          <p:cNvPr id="61450" name="Rectangle 9"/>
          <p:cNvSpPr>
            <a:spLocks noChangeArrowheads="1"/>
          </p:cNvSpPr>
          <p:nvPr/>
        </p:nvSpPr>
        <p:spPr bwMode="auto">
          <a:xfrm>
            <a:off x="6889751" y="6019801"/>
            <a:ext cx="2519363" cy="576263"/>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用例图</a:t>
            </a:r>
          </a:p>
          <a:p>
            <a:pPr algn="ctr" eaLnBrk="0" hangingPunct="0"/>
            <a:r>
              <a:rPr kumimoji="0" lang="en-US" altLang="zh-CN" sz="1200">
                <a:solidFill>
                  <a:schemeClr val="hlink"/>
                </a:solidFill>
                <a:latin typeface="Arial" panose="020B0604020202020204" pitchFamily="34" charset="0"/>
              </a:rPr>
              <a:t>Use Case Diagrams</a:t>
            </a:r>
          </a:p>
        </p:txBody>
      </p:sp>
      <p:sp>
        <p:nvSpPr>
          <p:cNvPr id="61451" name="Rectangle 10"/>
          <p:cNvSpPr>
            <a:spLocks noChangeArrowheads="1"/>
          </p:cNvSpPr>
          <p:nvPr/>
        </p:nvSpPr>
        <p:spPr bwMode="auto">
          <a:xfrm>
            <a:off x="6889751" y="1700213"/>
            <a:ext cx="2519363" cy="576262"/>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顺序图</a:t>
            </a:r>
          </a:p>
          <a:p>
            <a:pPr algn="ctr" eaLnBrk="0" hangingPunct="0"/>
            <a:r>
              <a:rPr kumimoji="0" lang="en-US" altLang="zh-CN" sz="1200">
                <a:solidFill>
                  <a:schemeClr val="hlink"/>
                </a:solidFill>
                <a:latin typeface="Arial" panose="020B0604020202020204" pitchFamily="34" charset="0"/>
              </a:rPr>
              <a:t>Sequence Diagrams</a:t>
            </a:r>
          </a:p>
        </p:txBody>
      </p:sp>
      <p:sp>
        <p:nvSpPr>
          <p:cNvPr id="61452" name="Rectangle 11"/>
          <p:cNvSpPr>
            <a:spLocks noChangeArrowheads="1"/>
          </p:cNvSpPr>
          <p:nvPr/>
        </p:nvSpPr>
        <p:spPr bwMode="auto">
          <a:xfrm>
            <a:off x="6889751" y="2419351"/>
            <a:ext cx="2519363" cy="576263"/>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通信图</a:t>
            </a:r>
          </a:p>
          <a:p>
            <a:pPr algn="ctr" eaLnBrk="0" hangingPunct="0"/>
            <a:r>
              <a:rPr kumimoji="0" lang="en-US" altLang="zh-CN" sz="1200">
                <a:solidFill>
                  <a:schemeClr val="hlink"/>
                </a:solidFill>
                <a:latin typeface="Arial" panose="020B0604020202020204" pitchFamily="34" charset="0"/>
              </a:rPr>
              <a:t>Communication Diagrams</a:t>
            </a:r>
          </a:p>
        </p:txBody>
      </p:sp>
      <p:sp>
        <p:nvSpPr>
          <p:cNvPr id="61453" name="Rectangle 12"/>
          <p:cNvSpPr>
            <a:spLocks noChangeArrowheads="1"/>
          </p:cNvSpPr>
          <p:nvPr/>
        </p:nvSpPr>
        <p:spPr bwMode="auto">
          <a:xfrm>
            <a:off x="6889751" y="5300663"/>
            <a:ext cx="2519363" cy="576262"/>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状态机图</a:t>
            </a:r>
          </a:p>
          <a:p>
            <a:pPr algn="ctr" eaLnBrk="0" hangingPunct="0"/>
            <a:r>
              <a:rPr kumimoji="0" lang="en-US" altLang="zh-CN" sz="1200">
                <a:solidFill>
                  <a:schemeClr val="hlink"/>
                </a:solidFill>
                <a:latin typeface="Arial" panose="020B0604020202020204" pitchFamily="34" charset="0"/>
              </a:rPr>
              <a:t>State Machine Diagrams</a:t>
            </a:r>
          </a:p>
        </p:txBody>
      </p:sp>
      <p:sp>
        <p:nvSpPr>
          <p:cNvPr id="61454" name="Rectangle 13"/>
          <p:cNvSpPr>
            <a:spLocks noChangeArrowheads="1"/>
          </p:cNvSpPr>
          <p:nvPr/>
        </p:nvSpPr>
        <p:spPr bwMode="auto">
          <a:xfrm>
            <a:off x="6889751" y="4579938"/>
            <a:ext cx="2519363" cy="576262"/>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活动图</a:t>
            </a:r>
          </a:p>
          <a:p>
            <a:pPr algn="ctr" eaLnBrk="0" hangingPunct="0"/>
            <a:r>
              <a:rPr kumimoji="0" lang="en-US" altLang="zh-CN" sz="1200">
                <a:solidFill>
                  <a:schemeClr val="hlink"/>
                </a:solidFill>
                <a:latin typeface="Arial" panose="020B0604020202020204" pitchFamily="34" charset="0"/>
              </a:rPr>
              <a:t>Activity Diagrams</a:t>
            </a:r>
          </a:p>
        </p:txBody>
      </p:sp>
      <p:cxnSp>
        <p:nvCxnSpPr>
          <p:cNvPr id="61455" name="AutoShape 14"/>
          <p:cNvCxnSpPr>
            <a:cxnSpLocks noChangeShapeType="1"/>
            <a:stCxn id="61444" idx="2"/>
            <a:endCxn id="61446" idx="3"/>
          </p:cNvCxnSpPr>
          <p:nvPr/>
        </p:nvCxnSpPr>
        <p:spPr bwMode="auto">
          <a:xfrm rot="5400000">
            <a:off x="4863307" y="1729582"/>
            <a:ext cx="1144588" cy="962025"/>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cxnSp>
        <p:nvCxnSpPr>
          <p:cNvPr id="61456" name="AutoShape 15"/>
          <p:cNvCxnSpPr>
            <a:cxnSpLocks noChangeShapeType="1"/>
            <a:stCxn id="61444" idx="2"/>
            <a:endCxn id="61447" idx="3"/>
          </p:cNvCxnSpPr>
          <p:nvPr/>
        </p:nvCxnSpPr>
        <p:spPr bwMode="auto">
          <a:xfrm rot="5400000">
            <a:off x="4503739" y="2089151"/>
            <a:ext cx="1863725" cy="962025"/>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cxnSp>
        <p:nvCxnSpPr>
          <p:cNvPr id="61457" name="AutoShape 16"/>
          <p:cNvCxnSpPr>
            <a:cxnSpLocks noChangeShapeType="1"/>
            <a:stCxn id="61444" idx="2"/>
            <a:endCxn id="61449" idx="3"/>
          </p:cNvCxnSpPr>
          <p:nvPr/>
        </p:nvCxnSpPr>
        <p:spPr bwMode="auto">
          <a:xfrm rot="5400000">
            <a:off x="4144170" y="2448720"/>
            <a:ext cx="2582863" cy="962025"/>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cxnSp>
        <p:nvCxnSpPr>
          <p:cNvPr id="61458" name="AutoShape 17"/>
          <p:cNvCxnSpPr>
            <a:cxnSpLocks noChangeShapeType="1"/>
            <a:stCxn id="61444" idx="2"/>
            <a:endCxn id="61450" idx="1"/>
          </p:cNvCxnSpPr>
          <p:nvPr/>
        </p:nvCxnSpPr>
        <p:spPr bwMode="auto">
          <a:xfrm rot="16200000" flipH="1">
            <a:off x="4063207" y="3491707"/>
            <a:ext cx="4670425" cy="963612"/>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cxnSp>
        <p:nvCxnSpPr>
          <p:cNvPr id="61459" name="AutoShape 18"/>
          <p:cNvCxnSpPr>
            <a:cxnSpLocks noChangeShapeType="1"/>
            <a:stCxn id="61444" idx="2"/>
            <a:endCxn id="61451" idx="1"/>
          </p:cNvCxnSpPr>
          <p:nvPr/>
        </p:nvCxnSpPr>
        <p:spPr bwMode="auto">
          <a:xfrm rot="16200000" flipH="1">
            <a:off x="6223000" y="1331913"/>
            <a:ext cx="350838" cy="963612"/>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cxnSp>
        <p:nvCxnSpPr>
          <p:cNvPr id="61460" name="AutoShape 19"/>
          <p:cNvCxnSpPr>
            <a:cxnSpLocks noChangeShapeType="1"/>
            <a:stCxn id="61444" idx="2"/>
            <a:endCxn id="61452" idx="1"/>
          </p:cNvCxnSpPr>
          <p:nvPr/>
        </p:nvCxnSpPr>
        <p:spPr bwMode="auto">
          <a:xfrm rot="16200000" flipH="1">
            <a:off x="5863432" y="1691482"/>
            <a:ext cx="1069975" cy="963612"/>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cxnSp>
        <p:nvCxnSpPr>
          <p:cNvPr id="61461" name="AutoShape 20"/>
          <p:cNvCxnSpPr>
            <a:cxnSpLocks noChangeShapeType="1"/>
            <a:stCxn id="61444" idx="2"/>
            <a:endCxn id="61453" idx="1"/>
          </p:cNvCxnSpPr>
          <p:nvPr/>
        </p:nvCxnSpPr>
        <p:spPr bwMode="auto">
          <a:xfrm rot="16200000" flipH="1">
            <a:off x="4422775" y="3132138"/>
            <a:ext cx="3951288" cy="963612"/>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cxnSp>
        <p:nvCxnSpPr>
          <p:cNvPr id="61462" name="AutoShape 21"/>
          <p:cNvCxnSpPr>
            <a:cxnSpLocks noChangeShapeType="1"/>
            <a:stCxn id="61444" idx="2"/>
            <a:endCxn id="61454" idx="1"/>
          </p:cNvCxnSpPr>
          <p:nvPr/>
        </p:nvCxnSpPr>
        <p:spPr bwMode="auto">
          <a:xfrm rot="16200000" flipH="1">
            <a:off x="4783138" y="2771776"/>
            <a:ext cx="3230563" cy="963612"/>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sp>
        <p:nvSpPr>
          <p:cNvPr id="567318" name="Text Box 22"/>
          <p:cNvSpPr txBox="1">
            <a:spLocks noChangeArrowheads="1"/>
          </p:cNvSpPr>
          <p:nvPr/>
        </p:nvSpPr>
        <p:spPr bwMode="auto">
          <a:xfrm>
            <a:off x="2784475" y="979489"/>
            <a:ext cx="1727200" cy="830997"/>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kumimoji="0" lang="zh-CN" altLang="en-US">
                <a:effectLst>
                  <a:outerShdw blurRad="38100" dist="38100" dir="2700000" algn="tl">
                    <a:srgbClr val="C0C0C0"/>
                  </a:outerShdw>
                </a:effectLst>
                <a:latin typeface="Arial" panose="020B0604020202020204" pitchFamily="34" charset="0"/>
              </a:rPr>
              <a:t>静态模型</a:t>
            </a:r>
            <a:br>
              <a:rPr kumimoji="0" lang="zh-CN" altLang="en-US">
                <a:effectLst>
                  <a:outerShdw blurRad="38100" dist="38100" dir="2700000" algn="tl">
                    <a:srgbClr val="C0C0C0"/>
                  </a:outerShdw>
                </a:effectLst>
                <a:latin typeface="Arial" panose="020B0604020202020204" pitchFamily="34" charset="0"/>
              </a:rPr>
            </a:br>
            <a:r>
              <a:rPr kumimoji="0" lang="en-US" altLang="zh-CN">
                <a:effectLst>
                  <a:outerShdw blurRad="38100" dist="38100" dir="2700000" algn="tl">
                    <a:srgbClr val="C0C0C0"/>
                  </a:outerShdw>
                </a:effectLst>
                <a:latin typeface="Arial" panose="020B0604020202020204" pitchFamily="34" charset="0"/>
              </a:rPr>
              <a:t>(</a:t>
            </a:r>
            <a:r>
              <a:rPr kumimoji="0" lang="zh-CN" altLang="en-US">
                <a:effectLst>
                  <a:outerShdw blurRad="38100" dist="38100" dir="2700000" algn="tl">
                    <a:srgbClr val="C0C0C0"/>
                  </a:outerShdw>
                </a:effectLst>
                <a:latin typeface="Arial" panose="020B0604020202020204" pitchFamily="34" charset="0"/>
              </a:rPr>
              <a:t>系统结构</a:t>
            </a:r>
            <a:r>
              <a:rPr kumimoji="0" lang="en-US" altLang="zh-CN">
                <a:effectLst>
                  <a:outerShdw blurRad="38100" dist="38100" dir="2700000" algn="tl">
                    <a:srgbClr val="C0C0C0"/>
                  </a:outerShdw>
                </a:effectLst>
                <a:latin typeface="Arial" panose="020B0604020202020204" pitchFamily="34" charset="0"/>
              </a:rPr>
              <a:t>)</a:t>
            </a:r>
          </a:p>
        </p:txBody>
      </p:sp>
      <p:sp>
        <p:nvSpPr>
          <p:cNvPr id="567319" name="Text Box 23"/>
          <p:cNvSpPr txBox="1">
            <a:spLocks noChangeArrowheads="1"/>
          </p:cNvSpPr>
          <p:nvPr/>
        </p:nvSpPr>
        <p:spPr bwMode="auto">
          <a:xfrm>
            <a:off x="7392988" y="908051"/>
            <a:ext cx="1727200" cy="830997"/>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kumimoji="0" lang="zh-CN" altLang="en-US">
                <a:effectLst>
                  <a:outerShdw blurRad="38100" dist="38100" dir="2700000" algn="tl">
                    <a:srgbClr val="C0C0C0"/>
                  </a:outerShdw>
                </a:effectLst>
                <a:latin typeface="Arial" panose="020B0604020202020204" pitchFamily="34" charset="0"/>
              </a:rPr>
              <a:t>动态模型</a:t>
            </a:r>
            <a:br>
              <a:rPr kumimoji="0" lang="zh-CN" altLang="en-US">
                <a:effectLst>
                  <a:outerShdw blurRad="38100" dist="38100" dir="2700000" algn="tl">
                    <a:srgbClr val="C0C0C0"/>
                  </a:outerShdw>
                </a:effectLst>
                <a:latin typeface="Arial" panose="020B0604020202020204" pitchFamily="34" charset="0"/>
              </a:rPr>
            </a:br>
            <a:r>
              <a:rPr kumimoji="0" lang="en-US" altLang="zh-CN">
                <a:effectLst>
                  <a:outerShdw blurRad="38100" dist="38100" dir="2700000" algn="tl">
                    <a:srgbClr val="C0C0C0"/>
                  </a:outerShdw>
                </a:effectLst>
                <a:latin typeface="Arial" panose="020B0604020202020204" pitchFamily="34" charset="0"/>
              </a:rPr>
              <a:t>(</a:t>
            </a:r>
            <a:r>
              <a:rPr kumimoji="0" lang="zh-CN" altLang="en-US">
                <a:effectLst>
                  <a:outerShdw blurRad="38100" dist="38100" dir="2700000" algn="tl">
                    <a:srgbClr val="C0C0C0"/>
                  </a:outerShdw>
                </a:effectLst>
                <a:latin typeface="Arial" panose="020B0604020202020204" pitchFamily="34" charset="0"/>
              </a:rPr>
              <a:t>系统行为</a:t>
            </a:r>
            <a:r>
              <a:rPr kumimoji="0" lang="en-US" altLang="zh-CN">
                <a:effectLst>
                  <a:outerShdw blurRad="38100" dist="38100" dir="2700000" algn="tl">
                    <a:srgbClr val="C0C0C0"/>
                  </a:outerShdw>
                </a:effectLst>
                <a:latin typeface="Arial" panose="020B0604020202020204" pitchFamily="34" charset="0"/>
              </a:rPr>
              <a:t>)</a:t>
            </a:r>
          </a:p>
        </p:txBody>
      </p:sp>
      <p:sp>
        <p:nvSpPr>
          <p:cNvPr id="61465" name="Rectangle 24"/>
          <p:cNvSpPr>
            <a:spLocks noChangeArrowheads="1"/>
          </p:cNvSpPr>
          <p:nvPr/>
        </p:nvSpPr>
        <p:spPr bwMode="auto">
          <a:xfrm>
            <a:off x="2425701" y="4652963"/>
            <a:ext cx="2519363" cy="576262"/>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包图</a:t>
            </a:r>
          </a:p>
          <a:p>
            <a:pPr algn="ctr" eaLnBrk="0" hangingPunct="0"/>
            <a:r>
              <a:rPr kumimoji="0" lang="en-US" altLang="zh-CN" sz="1200">
                <a:solidFill>
                  <a:schemeClr val="hlink"/>
                </a:solidFill>
                <a:latin typeface="Arial" panose="020B0604020202020204" pitchFamily="34" charset="0"/>
              </a:rPr>
              <a:t>Package Diagrams</a:t>
            </a:r>
          </a:p>
        </p:txBody>
      </p:sp>
      <p:sp>
        <p:nvSpPr>
          <p:cNvPr id="61466" name="Rectangle 25"/>
          <p:cNvSpPr>
            <a:spLocks noChangeArrowheads="1"/>
          </p:cNvSpPr>
          <p:nvPr/>
        </p:nvSpPr>
        <p:spPr bwMode="auto">
          <a:xfrm>
            <a:off x="2425701" y="5373688"/>
            <a:ext cx="2519363" cy="576262"/>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组合结构图</a:t>
            </a:r>
          </a:p>
          <a:p>
            <a:pPr algn="ctr" eaLnBrk="0" hangingPunct="0"/>
            <a:r>
              <a:rPr kumimoji="0" lang="en-US" altLang="zh-CN" sz="1200">
                <a:solidFill>
                  <a:schemeClr val="hlink"/>
                </a:solidFill>
                <a:latin typeface="Arial" panose="020B0604020202020204" pitchFamily="34" charset="0"/>
              </a:rPr>
              <a:t>Composite Structure Diagrams</a:t>
            </a:r>
          </a:p>
        </p:txBody>
      </p:sp>
      <p:sp>
        <p:nvSpPr>
          <p:cNvPr id="61467" name="Rectangle 26"/>
          <p:cNvSpPr>
            <a:spLocks noChangeArrowheads="1"/>
          </p:cNvSpPr>
          <p:nvPr/>
        </p:nvSpPr>
        <p:spPr bwMode="auto">
          <a:xfrm>
            <a:off x="6889751" y="3140076"/>
            <a:ext cx="2519363" cy="576263"/>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时间图</a:t>
            </a:r>
          </a:p>
          <a:p>
            <a:pPr algn="ctr" eaLnBrk="0" hangingPunct="0"/>
            <a:r>
              <a:rPr kumimoji="0" lang="en-US" altLang="zh-CN" sz="1200">
                <a:solidFill>
                  <a:schemeClr val="hlink"/>
                </a:solidFill>
                <a:latin typeface="Arial" panose="020B0604020202020204" pitchFamily="34" charset="0"/>
              </a:rPr>
              <a:t>Timing Diagrams</a:t>
            </a:r>
          </a:p>
        </p:txBody>
      </p:sp>
      <p:sp>
        <p:nvSpPr>
          <p:cNvPr id="61468" name="Rectangle 27"/>
          <p:cNvSpPr>
            <a:spLocks noChangeArrowheads="1"/>
          </p:cNvSpPr>
          <p:nvPr/>
        </p:nvSpPr>
        <p:spPr bwMode="auto">
          <a:xfrm>
            <a:off x="6889751" y="3860801"/>
            <a:ext cx="2519363" cy="576263"/>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交互纵览图</a:t>
            </a:r>
          </a:p>
          <a:p>
            <a:pPr algn="ctr" eaLnBrk="0" hangingPunct="0"/>
            <a:r>
              <a:rPr kumimoji="0" lang="en-US" altLang="zh-CN" sz="1200">
                <a:solidFill>
                  <a:schemeClr val="hlink"/>
                </a:solidFill>
                <a:latin typeface="Arial" panose="020B0604020202020204" pitchFamily="34" charset="0"/>
              </a:rPr>
              <a:t>Interaction Overview Diagrams</a:t>
            </a:r>
          </a:p>
        </p:txBody>
      </p:sp>
      <p:cxnSp>
        <p:nvCxnSpPr>
          <p:cNvPr id="61469" name="AutoShape 28"/>
          <p:cNvCxnSpPr>
            <a:cxnSpLocks noChangeShapeType="1"/>
            <a:stCxn id="61444" idx="2"/>
            <a:endCxn id="61467" idx="1"/>
          </p:cNvCxnSpPr>
          <p:nvPr/>
        </p:nvCxnSpPr>
        <p:spPr bwMode="auto">
          <a:xfrm rot="16200000" flipH="1">
            <a:off x="5503069" y="2051844"/>
            <a:ext cx="1790700" cy="963612"/>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cxnSp>
        <p:nvCxnSpPr>
          <p:cNvPr id="61470" name="AutoShape 29"/>
          <p:cNvCxnSpPr>
            <a:cxnSpLocks noChangeShapeType="1"/>
            <a:stCxn id="61444" idx="2"/>
            <a:endCxn id="61468" idx="1"/>
          </p:cNvCxnSpPr>
          <p:nvPr/>
        </p:nvCxnSpPr>
        <p:spPr bwMode="auto">
          <a:xfrm rot="16200000" flipH="1">
            <a:off x="5142707" y="2412207"/>
            <a:ext cx="2511425" cy="963612"/>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cxnSp>
        <p:nvCxnSpPr>
          <p:cNvPr id="61471" name="AutoShape 30"/>
          <p:cNvCxnSpPr>
            <a:cxnSpLocks noChangeShapeType="1"/>
            <a:stCxn id="61444" idx="2"/>
            <a:endCxn id="61465" idx="3"/>
          </p:cNvCxnSpPr>
          <p:nvPr/>
        </p:nvCxnSpPr>
        <p:spPr bwMode="auto">
          <a:xfrm rot="5400000">
            <a:off x="3783807" y="2809082"/>
            <a:ext cx="3303588" cy="962025"/>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cxnSp>
        <p:nvCxnSpPr>
          <p:cNvPr id="61472" name="AutoShape 31"/>
          <p:cNvCxnSpPr>
            <a:cxnSpLocks noChangeShapeType="1"/>
            <a:stCxn id="61444" idx="2"/>
            <a:endCxn id="61466" idx="3"/>
          </p:cNvCxnSpPr>
          <p:nvPr/>
        </p:nvCxnSpPr>
        <p:spPr bwMode="auto">
          <a:xfrm rot="5400000">
            <a:off x="3423445" y="3169445"/>
            <a:ext cx="4024313" cy="962025"/>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sp>
        <p:nvSpPr>
          <p:cNvPr id="61473" name="Rectangle 32"/>
          <p:cNvSpPr>
            <a:spLocks noChangeArrowheads="1"/>
          </p:cNvSpPr>
          <p:nvPr/>
        </p:nvSpPr>
        <p:spPr bwMode="auto">
          <a:xfrm>
            <a:off x="2424113" y="6094413"/>
            <a:ext cx="2519362" cy="576262"/>
          </a:xfrm>
          <a:prstGeom prst="rect">
            <a:avLst/>
          </a:prstGeom>
          <a:solidFill>
            <a:srgbClr val="CCFFFF"/>
          </a:solidFill>
          <a:ln w="19050">
            <a:solidFill>
              <a:schemeClr val="folHlink"/>
            </a:solidFill>
            <a:miter lim="800000"/>
            <a:headEnd type="none" w="sm" len="sm"/>
            <a:tailEnd type="none" w="sm" len="sm"/>
          </a:ln>
        </p:spPr>
        <p:txBody>
          <a:bodyPr wrap="none" anchor="ctr"/>
          <a:lstStyle/>
          <a:p>
            <a:pPr algn="ctr" eaLnBrk="0" hangingPunct="0"/>
            <a:r>
              <a:rPr kumimoji="0" lang="zh-CN" altLang="en-US">
                <a:solidFill>
                  <a:schemeClr val="hlink"/>
                </a:solidFill>
                <a:latin typeface="Arial" panose="020B0604020202020204" pitchFamily="34" charset="0"/>
              </a:rPr>
              <a:t>外廓图</a:t>
            </a:r>
          </a:p>
          <a:p>
            <a:pPr algn="ctr" eaLnBrk="0" hangingPunct="0"/>
            <a:r>
              <a:rPr kumimoji="0" lang="en-US" altLang="zh-CN" sz="1200">
                <a:solidFill>
                  <a:schemeClr val="hlink"/>
                </a:solidFill>
                <a:latin typeface="Arial" panose="020B0604020202020204" pitchFamily="34" charset="0"/>
              </a:rPr>
              <a:t>Profile Diagrams</a:t>
            </a:r>
          </a:p>
        </p:txBody>
      </p:sp>
      <p:cxnSp>
        <p:nvCxnSpPr>
          <p:cNvPr id="61474" name="AutoShape 33"/>
          <p:cNvCxnSpPr>
            <a:cxnSpLocks noChangeShapeType="1"/>
            <a:stCxn id="61444" idx="2"/>
            <a:endCxn id="61473" idx="3"/>
          </p:cNvCxnSpPr>
          <p:nvPr/>
        </p:nvCxnSpPr>
        <p:spPr bwMode="auto">
          <a:xfrm rot="5400000">
            <a:off x="3062288" y="3529013"/>
            <a:ext cx="4745038" cy="963613"/>
          </a:xfrm>
          <a:prstGeom prst="bentConnector2">
            <a:avLst/>
          </a:prstGeom>
          <a:noFill/>
          <a:ln w="28575">
            <a:solidFill>
              <a:schemeClr val="folHlink"/>
            </a:solidFill>
            <a:miter lim="800000"/>
            <a:headEnd type="none" w="sm" len="sm"/>
            <a:tailEnd type="triangle" w="lg" len="lg"/>
          </a:ln>
          <a:extLst>
            <a:ext uri="{909E8E84-426E-40DD-AFC4-6F175D3DCCD1}">
              <a14:hiddenFill xmlns:a14="http://schemas.microsoft.com/office/drawing/2010/main">
                <a:noFill/>
              </a14:hiddenFill>
            </a:ext>
          </a:extLst>
        </p:spPr>
      </p:cxn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97828666-5AD1-4742-8A0C-66FF0F169200}" type="slidenum">
              <a:rPr lang="en-US" altLang="zh-CN" sz="1200" b="0">
                <a:solidFill>
                  <a:srgbClr val="4D4D4D"/>
                </a:solidFill>
                <a:latin typeface="Arial" panose="020B0604020202020204" pitchFamily="34" charset="0"/>
              </a:rPr>
              <a:t>22</a:t>
            </a:fld>
            <a:r>
              <a:rPr lang="en-US" altLang="zh-CN" sz="1200" b="0">
                <a:solidFill>
                  <a:srgbClr val="4D4D4D"/>
                </a:solidFill>
                <a:latin typeface="Arial" panose="020B0604020202020204" pitchFamily="34" charset="0"/>
              </a:rPr>
              <a:t>-</a:t>
            </a:r>
          </a:p>
        </p:txBody>
      </p:sp>
      <p:sp>
        <p:nvSpPr>
          <p:cNvPr id="63491" name="Rectangle 2"/>
          <p:cNvSpPr>
            <a:spLocks noGrp="1" noChangeArrowheads="1"/>
          </p:cNvSpPr>
          <p:nvPr>
            <p:ph type="title"/>
          </p:nvPr>
        </p:nvSpPr>
        <p:spPr/>
        <p:txBody>
          <a:bodyPr/>
          <a:lstStyle/>
          <a:p>
            <a:pPr eaLnBrk="1" hangingPunct="1"/>
            <a:r>
              <a:rPr lang="en-US" altLang="zh-CN" dirty="0"/>
              <a:t>UML2.5 14</a:t>
            </a:r>
            <a:r>
              <a:rPr lang="zh-CN" altLang="en-US" dirty="0"/>
              <a:t>种图</a:t>
            </a:r>
            <a:r>
              <a:rPr lang="en-US" altLang="zh-CN" dirty="0"/>
              <a:t>-</a:t>
            </a:r>
            <a:r>
              <a:rPr lang="zh-CN" altLang="en-US" dirty="0"/>
              <a:t>结构模型</a:t>
            </a:r>
          </a:p>
        </p:txBody>
      </p:sp>
      <p:sp>
        <p:nvSpPr>
          <p:cNvPr id="63492" name="Rectangle 3"/>
          <p:cNvSpPr>
            <a:spLocks noGrp="1" noChangeArrowheads="1"/>
          </p:cNvSpPr>
          <p:nvPr>
            <p:ph type="body" idx="1"/>
          </p:nvPr>
        </p:nvSpPr>
        <p:spPr/>
        <p:txBody>
          <a:bodyPr/>
          <a:lstStyle/>
          <a:p>
            <a:pPr eaLnBrk="1" hangingPunct="1">
              <a:lnSpc>
                <a:spcPct val="80000"/>
              </a:lnSpc>
            </a:pPr>
            <a:r>
              <a:rPr lang="zh-CN" altLang="en-US" sz="2800" dirty="0"/>
              <a:t>类模型</a:t>
            </a:r>
          </a:p>
          <a:p>
            <a:pPr lvl="1" eaLnBrk="1" hangingPunct="1">
              <a:lnSpc>
                <a:spcPct val="80000"/>
              </a:lnSpc>
            </a:pPr>
            <a:r>
              <a:rPr lang="zh-CN" altLang="en-US" sz="2400" dirty="0"/>
              <a:t>类图：类、接口以及它们之间的关系</a:t>
            </a:r>
          </a:p>
          <a:p>
            <a:pPr lvl="1" eaLnBrk="1" hangingPunct="1">
              <a:lnSpc>
                <a:spcPct val="80000"/>
              </a:lnSpc>
            </a:pPr>
            <a:r>
              <a:rPr lang="zh-CN" altLang="en-US" sz="2400" dirty="0"/>
              <a:t>包图：包以及它们之间的依赖关系</a:t>
            </a:r>
          </a:p>
          <a:p>
            <a:pPr lvl="1" eaLnBrk="1" hangingPunct="1">
              <a:lnSpc>
                <a:spcPct val="80000"/>
              </a:lnSpc>
            </a:pPr>
            <a:r>
              <a:rPr lang="zh-CN" altLang="en-US" sz="2400" dirty="0"/>
              <a:t>对象图：对象以及它们之间的链接关系</a:t>
            </a:r>
          </a:p>
          <a:p>
            <a:pPr eaLnBrk="1" hangingPunct="1">
              <a:lnSpc>
                <a:spcPct val="80000"/>
              </a:lnSpc>
            </a:pPr>
            <a:r>
              <a:rPr lang="zh-CN" altLang="en-US" sz="2800" dirty="0"/>
              <a:t>构件模型</a:t>
            </a:r>
          </a:p>
          <a:p>
            <a:pPr lvl="1" eaLnBrk="1" hangingPunct="1">
              <a:lnSpc>
                <a:spcPct val="80000"/>
              </a:lnSpc>
            </a:pPr>
            <a:r>
              <a:rPr lang="zh-CN" altLang="en-US" sz="2400" dirty="0"/>
              <a:t>构件图：构件以及之间的依赖关系</a:t>
            </a:r>
          </a:p>
          <a:p>
            <a:pPr eaLnBrk="1" hangingPunct="1">
              <a:lnSpc>
                <a:spcPct val="80000"/>
              </a:lnSpc>
            </a:pPr>
            <a:r>
              <a:rPr lang="zh-CN" altLang="en-US" sz="2800" dirty="0"/>
              <a:t>组合结构模型</a:t>
            </a:r>
          </a:p>
          <a:p>
            <a:pPr lvl="1" eaLnBrk="1" hangingPunct="1">
              <a:lnSpc>
                <a:spcPct val="80000"/>
              </a:lnSpc>
            </a:pPr>
            <a:r>
              <a:rPr lang="zh-CN" altLang="en-US" sz="2400" dirty="0"/>
              <a:t>组合结构图：</a:t>
            </a:r>
            <a:r>
              <a:rPr kumimoji="0" lang="zh-CN" altLang="en-US" sz="2400" dirty="0"/>
              <a:t>系统某一部分</a:t>
            </a:r>
            <a:r>
              <a:rPr kumimoji="0" lang="en-US" altLang="zh-CN" sz="2400" dirty="0"/>
              <a:t>(</a:t>
            </a:r>
            <a:r>
              <a:rPr kumimoji="0" lang="zh-CN" altLang="en-US" sz="2400" dirty="0"/>
              <a:t>组合结构</a:t>
            </a:r>
            <a:r>
              <a:rPr kumimoji="0" lang="en-US" altLang="zh-CN" sz="2400" dirty="0"/>
              <a:t>)</a:t>
            </a:r>
            <a:r>
              <a:rPr kumimoji="0" lang="zh-CN" altLang="en-US" sz="2400" dirty="0"/>
              <a:t>的内部结构</a:t>
            </a:r>
            <a:endParaRPr lang="zh-CN" altLang="en-US" sz="2400" dirty="0"/>
          </a:p>
          <a:p>
            <a:pPr eaLnBrk="1" hangingPunct="1">
              <a:lnSpc>
                <a:spcPct val="80000"/>
              </a:lnSpc>
            </a:pPr>
            <a:r>
              <a:rPr lang="zh-CN" altLang="en-US" sz="2800" dirty="0"/>
              <a:t>部署模型</a:t>
            </a:r>
          </a:p>
          <a:p>
            <a:pPr lvl="1" eaLnBrk="1" hangingPunct="1">
              <a:lnSpc>
                <a:spcPct val="80000"/>
              </a:lnSpc>
            </a:pPr>
            <a:r>
              <a:rPr lang="zh-CN" altLang="en-US" sz="2400" dirty="0"/>
              <a:t>部署图：构件在节点上的部署情况</a:t>
            </a:r>
          </a:p>
          <a:p>
            <a:pPr eaLnBrk="1" hangingPunct="1">
              <a:lnSpc>
                <a:spcPct val="80000"/>
              </a:lnSpc>
            </a:pPr>
            <a:r>
              <a:rPr lang="zh-CN" altLang="en-US" sz="2800" dirty="0"/>
              <a:t>外廓模型</a:t>
            </a:r>
          </a:p>
          <a:p>
            <a:pPr lvl="1" eaLnBrk="1" hangingPunct="1">
              <a:lnSpc>
                <a:spcPct val="80000"/>
              </a:lnSpc>
            </a:pPr>
            <a:r>
              <a:rPr lang="zh-CN" altLang="en-US" sz="2400" dirty="0"/>
              <a:t>外廓图：</a:t>
            </a:r>
            <a:r>
              <a:rPr lang="en-US" altLang="zh-CN" sz="2400" dirty="0"/>
              <a:t>UML</a:t>
            </a:r>
            <a:r>
              <a:rPr lang="zh-CN" altLang="en-US" sz="2400" dirty="0"/>
              <a:t>的扩展机制，它通过构造型、标记值、约束等元素来定义特定领域的建模语言</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15835E42-CE24-445A-87EC-748DBE0408C8}" type="slidenum">
              <a:rPr lang="en-US" altLang="zh-CN" sz="1200" b="0">
                <a:solidFill>
                  <a:srgbClr val="4D4D4D"/>
                </a:solidFill>
                <a:latin typeface="Arial" panose="020B0604020202020204" pitchFamily="34" charset="0"/>
              </a:rPr>
              <a:t>23</a:t>
            </a:fld>
            <a:r>
              <a:rPr lang="en-US" altLang="zh-CN" sz="1200" b="0">
                <a:solidFill>
                  <a:srgbClr val="4D4D4D"/>
                </a:solidFill>
                <a:latin typeface="Arial" panose="020B0604020202020204" pitchFamily="34" charset="0"/>
              </a:rPr>
              <a:t>-</a:t>
            </a:r>
          </a:p>
        </p:txBody>
      </p:sp>
      <p:sp>
        <p:nvSpPr>
          <p:cNvPr id="64515" name="Rectangle 2"/>
          <p:cNvSpPr>
            <a:spLocks noGrp="1" noChangeArrowheads="1"/>
          </p:cNvSpPr>
          <p:nvPr>
            <p:ph type="title"/>
          </p:nvPr>
        </p:nvSpPr>
        <p:spPr/>
        <p:txBody>
          <a:bodyPr/>
          <a:lstStyle/>
          <a:p>
            <a:pPr eaLnBrk="1" hangingPunct="1"/>
            <a:r>
              <a:rPr lang="en-US" altLang="zh-CN" dirty="0"/>
              <a:t>UML2.5 14</a:t>
            </a:r>
            <a:r>
              <a:rPr lang="zh-CN" altLang="en-US" dirty="0"/>
              <a:t>种图</a:t>
            </a:r>
            <a:r>
              <a:rPr lang="en-US" altLang="zh-CN" dirty="0"/>
              <a:t>-</a:t>
            </a:r>
            <a:r>
              <a:rPr lang="zh-CN" altLang="en-US" dirty="0"/>
              <a:t>行为模型</a:t>
            </a:r>
          </a:p>
        </p:txBody>
      </p:sp>
      <p:sp>
        <p:nvSpPr>
          <p:cNvPr id="64516" name="Rectangle 3"/>
          <p:cNvSpPr>
            <a:spLocks noGrp="1" noChangeArrowheads="1"/>
          </p:cNvSpPr>
          <p:nvPr>
            <p:ph type="body" idx="1"/>
          </p:nvPr>
        </p:nvSpPr>
        <p:spPr/>
        <p:txBody>
          <a:bodyPr/>
          <a:lstStyle/>
          <a:p>
            <a:pPr eaLnBrk="1" hangingPunct="1">
              <a:lnSpc>
                <a:spcPct val="80000"/>
              </a:lnSpc>
            </a:pPr>
            <a:r>
              <a:rPr lang="zh-CN" altLang="en-US"/>
              <a:t>活动模型</a:t>
            </a:r>
          </a:p>
          <a:p>
            <a:pPr lvl="1" eaLnBrk="1" hangingPunct="1">
              <a:lnSpc>
                <a:spcPct val="80000"/>
              </a:lnSpc>
            </a:pPr>
            <a:r>
              <a:rPr lang="zh-CN" altLang="en-US"/>
              <a:t>活动图：动作及活动执行的控制流或数据流</a:t>
            </a:r>
          </a:p>
          <a:p>
            <a:pPr eaLnBrk="1" hangingPunct="1">
              <a:lnSpc>
                <a:spcPct val="80000"/>
              </a:lnSpc>
            </a:pPr>
            <a:r>
              <a:rPr lang="zh-CN" altLang="en-US"/>
              <a:t>交互模型</a:t>
            </a:r>
          </a:p>
          <a:p>
            <a:pPr lvl="1" eaLnBrk="1" hangingPunct="1">
              <a:lnSpc>
                <a:spcPct val="80000"/>
              </a:lnSpc>
            </a:pPr>
            <a:r>
              <a:rPr lang="zh-CN" altLang="en-US"/>
              <a:t>顺序图：对象间交互序列的执行顺序</a:t>
            </a:r>
          </a:p>
          <a:p>
            <a:pPr lvl="1" eaLnBrk="1" hangingPunct="1">
              <a:lnSpc>
                <a:spcPct val="80000"/>
              </a:lnSpc>
            </a:pPr>
            <a:r>
              <a:rPr lang="zh-CN" altLang="en-US"/>
              <a:t>通信图：对象间的协作以及交互序列</a:t>
            </a:r>
          </a:p>
          <a:p>
            <a:pPr lvl="1" eaLnBrk="1" hangingPunct="1">
              <a:lnSpc>
                <a:spcPct val="80000"/>
              </a:lnSpc>
            </a:pPr>
            <a:r>
              <a:rPr lang="zh-CN" altLang="en-US"/>
              <a:t>时间图：对象交互中真实的时间信息</a:t>
            </a:r>
          </a:p>
          <a:p>
            <a:pPr lvl="1" eaLnBrk="1" hangingPunct="1">
              <a:lnSpc>
                <a:spcPct val="80000"/>
              </a:lnSpc>
            </a:pPr>
            <a:r>
              <a:rPr lang="zh-CN" altLang="en-US"/>
              <a:t>交互纵览图：多个交互之间的执行顺序</a:t>
            </a:r>
          </a:p>
          <a:p>
            <a:pPr eaLnBrk="1" hangingPunct="1">
              <a:lnSpc>
                <a:spcPct val="80000"/>
              </a:lnSpc>
            </a:pPr>
            <a:r>
              <a:rPr lang="zh-CN" altLang="en-US"/>
              <a:t>状态机模型</a:t>
            </a:r>
          </a:p>
          <a:p>
            <a:pPr lvl="1" eaLnBrk="1" hangingPunct="1">
              <a:lnSpc>
                <a:spcPct val="80000"/>
              </a:lnSpc>
            </a:pPr>
            <a:r>
              <a:rPr lang="zh-CN" altLang="en-US"/>
              <a:t>状态机图：对象所经历的状态迁移过程</a:t>
            </a:r>
          </a:p>
          <a:p>
            <a:pPr eaLnBrk="1" hangingPunct="1">
              <a:lnSpc>
                <a:spcPct val="80000"/>
              </a:lnSpc>
            </a:pPr>
            <a:r>
              <a:rPr lang="zh-CN" altLang="en-US"/>
              <a:t>用例模型</a:t>
            </a:r>
          </a:p>
          <a:p>
            <a:pPr lvl="1" eaLnBrk="1" hangingPunct="1">
              <a:lnSpc>
                <a:spcPct val="80000"/>
              </a:lnSpc>
            </a:pPr>
            <a:r>
              <a:rPr lang="zh-CN" altLang="en-US"/>
              <a:t>用例图：以外部用户视角描述系统能力</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CD7058B9-9E75-4670-AE16-5E43A76A933D}" type="slidenum">
              <a:rPr lang="en-US" altLang="zh-CN" sz="1200" b="0">
                <a:solidFill>
                  <a:srgbClr val="4D4D4D"/>
                </a:solidFill>
                <a:latin typeface="Arial" panose="020B0604020202020204" pitchFamily="34" charset="0"/>
              </a:rPr>
              <a:t>24</a:t>
            </a:fld>
            <a:r>
              <a:rPr lang="en-US" altLang="zh-CN" sz="1200" b="0">
                <a:solidFill>
                  <a:srgbClr val="4D4D4D"/>
                </a:solidFill>
                <a:latin typeface="Arial" panose="020B0604020202020204" pitchFamily="34" charset="0"/>
              </a:rPr>
              <a:t>-</a:t>
            </a:r>
          </a:p>
        </p:txBody>
      </p:sp>
      <p:sp>
        <p:nvSpPr>
          <p:cNvPr id="71683" name="Rectangle 2"/>
          <p:cNvSpPr>
            <a:spLocks noGrp="1" noChangeArrowheads="1"/>
          </p:cNvSpPr>
          <p:nvPr>
            <p:ph type="title"/>
          </p:nvPr>
        </p:nvSpPr>
        <p:spPr/>
        <p:txBody>
          <a:bodyPr/>
          <a:lstStyle/>
          <a:p>
            <a:pPr eaLnBrk="1" hangingPunct="1"/>
            <a:r>
              <a:rPr lang="zh-CN" altLang="en-US"/>
              <a:t>用例图（需求阶段核心图）</a:t>
            </a:r>
          </a:p>
        </p:txBody>
      </p:sp>
      <p:sp>
        <p:nvSpPr>
          <p:cNvPr id="576515" name="Rectangle 3"/>
          <p:cNvSpPr>
            <a:spLocks noGrp="1" noChangeArrowheads="1"/>
          </p:cNvSpPr>
          <p:nvPr>
            <p:ph type="body" idx="1"/>
          </p:nvPr>
        </p:nvSpPr>
        <p:spPr/>
        <p:txBody>
          <a:bodyPr/>
          <a:lstStyle/>
          <a:p>
            <a:pPr eaLnBrk="1" hangingPunct="1">
              <a:lnSpc>
                <a:spcPct val="80000"/>
              </a:lnSpc>
              <a:defRPr/>
            </a:pPr>
            <a:r>
              <a:rPr lang="zh-CN" altLang="en-US" sz="2800" dirty="0"/>
              <a:t>用例图（</a:t>
            </a:r>
            <a:r>
              <a:rPr lang="en-US" altLang="zh-CN" sz="2800" dirty="0"/>
              <a:t>Use Case Diagram</a:t>
            </a:r>
            <a:r>
              <a:rPr lang="zh-CN" altLang="en-US" sz="2800" dirty="0"/>
              <a:t>）是被称为</a:t>
            </a:r>
            <a:r>
              <a:rPr lang="zh-CN" altLang="en-US" sz="2800" dirty="0">
                <a:solidFill>
                  <a:srgbClr val="FF0000"/>
                </a:solidFill>
                <a:effectLst>
                  <a:outerShdw blurRad="38100" dist="38100" dir="2700000" algn="tl">
                    <a:srgbClr val="C0C0C0"/>
                  </a:outerShdw>
                </a:effectLst>
              </a:rPr>
              <a:t>参与者</a:t>
            </a:r>
            <a:r>
              <a:rPr lang="en-US" altLang="zh-CN" sz="2800" dirty="0"/>
              <a:t>(Actor)</a:t>
            </a:r>
            <a:r>
              <a:rPr lang="zh-CN" altLang="en-US" sz="2800" dirty="0"/>
              <a:t>的外部用户所能观察到的</a:t>
            </a:r>
            <a:r>
              <a:rPr lang="zh-CN" altLang="en-US" sz="2800" dirty="0">
                <a:solidFill>
                  <a:srgbClr val="A50021"/>
                </a:solidFill>
                <a:effectLst>
                  <a:outerShdw blurRad="38100" dist="38100" dir="2700000" algn="tl">
                    <a:srgbClr val="C0C0C0"/>
                  </a:outerShdw>
                </a:effectLst>
              </a:rPr>
              <a:t>系统功能</a:t>
            </a:r>
            <a:r>
              <a:rPr lang="zh-CN" altLang="en-US" sz="2800" dirty="0"/>
              <a:t>的模型图</a:t>
            </a:r>
          </a:p>
          <a:p>
            <a:pPr lvl="1" eaLnBrk="1" hangingPunct="1">
              <a:lnSpc>
                <a:spcPct val="80000"/>
              </a:lnSpc>
              <a:defRPr/>
            </a:pPr>
            <a:r>
              <a:rPr lang="zh-CN" altLang="en-US" sz="2400" dirty="0"/>
              <a:t>列出系统中的用例和参与者</a:t>
            </a:r>
          </a:p>
          <a:p>
            <a:pPr lvl="1" eaLnBrk="1" hangingPunct="1">
              <a:lnSpc>
                <a:spcPct val="80000"/>
              </a:lnSpc>
              <a:defRPr/>
            </a:pPr>
            <a:r>
              <a:rPr lang="zh-CN" altLang="en-US" sz="2400" dirty="0"/>
              <a:t>显示哪个参与者参与了哪个用例的执行</a:t>
            </a:r>
          </a:p>
          <a:p>
            <a:pPr eaLnBrk="1" hangingPunct="1">
              <a:lnSpc>
                <a:spcPct val="80000"/>
              </a:lnSpc>
              <a:defRPr/>
            </a:pPr>
            <a:r>
              <a:rPr kumimoji="0" lang="zh-CN" altLang="en-US" sz="2800" dirty="0"/>
              <a:t>核心概</a:t>
            </a:r>
            <a:r>
              <a:rPr lang="zh-CN" altLang="en-US" sz="2800" dirty="0"/>
              <a:t>念</a:t>
            </a:r>
          </a:p>
          <a:p>
            <a:pPr lvl="1" eaLnBrk="1" hangingPunct="1">
              <a:lnSpc>
                <a:spcPct val="80000"/>
              </a:lnSpc>
              <a:defRPr/>
            </a:pPr>
            <a:r>
              <a:rPr lang="zh-CN" altLang="en-US" sz="2400" dirty="0"/>
              <a:t>用例：系统中的一个功能单元，可以被描述为参与者与系统之间的一次交互作用</a:t>
            </a:r>
          </a:p>
          <a:p>
            <a:pPr lvl="1" eaLnBrk="1" hangingPunct="1">
              <a:lnSpc>
                <a:spcPct val="80000"/>
              </a:lnSpc>
              <a:defRPr/>
            </a:pPr>
            <a:r>
              <a:rPr lang="zh-CN" altLang="en-US" sz="2400" dirty="0"/>
              <a:t>参与者、参与者泛化</a:t>
            </a:r>
          </a:p>
          <a:p>
            <a:pPr lvl="1" eaLnBrk="1" hangingPunct="1">
              <a:lnSpc>
                <a:spcPct val="80000"/>
              </a:lnSpc>
              <a:defRPr/>
            </a:pPr>
            <a:r>
              <a:rPr lang="zh-CN" altLang="en-US" sz="2400" dirty="0"/>
              <a:t>用例与参与者之间的关系：关联</a:t>
            </a:r>
          </a:p>
          <a:p>
            <a:pPr lvl="1" eaLnBrk="1" hangingPunct="1">
              <a:lnSpc>
                <a:spcPct val="80000"/>
              </a:lnSpc>
              <a:defRPr/>
            </a:pPr>
            <a:r>
              <a:rPr lang="zh-CN" altLang="en-US" sz="2400" dirty="0"/>
              <a:t>用例之间关系：扩展、包括、泛化</a:t>
            </a:r>
          </a:p>
          <a:p>
            <a:pPr eaLnBrk="1" hangingPunct="1">
              <a:lnSpc>
                <a:spcPct val="80000"/>
              </a:lnSpc>
              <a:defRPr/>
            </a:pPr>
            <a:r>
              <a:rPr lang="zh-CN" altLang="en-US" sz="2800" dirty="0"/>
              <a:t>推荐使用场合</a:t>
            </a:r>
          </a:p>
          <a:p>
            <a:pPr lvl="1" eaLnBrk="1" hangingPunct="1">
              <a:lnSpc>
                <a:spcPct val="80000"/>
              </a:lnSpc>
              <a:defRPr/>
            </a:pPr>
            <a:r>
              <a:rPr lang="zh-CN" altLang="en-US" sz="2400" dirty="0"/>
              <a:t>业务建模、需求获取、定义</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A32898BE-DC8F-4C5D-AB16-066AB0BE49C9}" type="slidenum">
              <a:rPr lang="en-US" altLang="zh-CN" sz="1200" b="0">
                <a:solidFill>
                  <a:srgbClr val="4D4D4D"/>
                </a:solidFill>
                <a:latin typeface="Arial" panose="020B0604020202020204" pitchFamily="34" charset="0"/>
              </a:rPr>
              <a:t>25</a:t>
            </a:fld>
            <a:r>
              <a:rPr lang="en-US" altLang="zh-CN" sz="1200" b="0">
                <a:solidFill>
                  <a:srgbClr val="4D4D4D"/>
                </a:solidFill>
                <a:latin typeface="Arial" panose="020B0604020202020204" pitchFamily="34" charset="0"/>
              </a:rPr>
              <a:t>-</a:t>
            </a:r>
          </a:p>
        </p:txBody>
      </p:sp>
      <p:sp>
        <p:nvSpPr>
          <p:cNvPr id="104451" name="Rectangle 2"/>
          <p:cNvSpPr>
            <a:spLocks noGrp="1" noChangeArrowheads="1"/>
          </p:cNvSpPr>
          <p:nvPr>
            <p:ph type="title"/>
          </p:nvPr>
        </p:nvSpPr>
        <p:spPr/>
        <p:txBody>
          <a:bodyPr/>
          <a:lstStyle/>
          <a:p>
            <a:pPr eaLnBrk="1" hangingPunct="1"/>
            <a:r>
              <a:rPr lang="zh-CN" altLang="en-US"/>
              <a:t>用例图元语</a:t>
            </a:r>
          </a:p>
        </p:txBody>
      </p:sp>
      <p:pic>
        <p:nvPicPr>
          <p:cNvPr id="10445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538" y="857250"/>
            <a:ext cx="8208962"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Rectangle 2"/>
          <p:cNvSpPr>
            <a:spLocks noGrp="1" noChangeArrowheads="1"/>
          </p:cNvSpPr>
          <p:nvPr>
            <p:ph type="title"/>
          </p:nvPr>
        </p:nvSpPr>
        <p:spPr/>
        <p:txBody>
          <a:bodyPr/>
          <a:lstStyle/>
          <a:p>
            <a:pPr eaLnBrk="1" hangingPunct="1"/>
            <a:r>
              <a:rPr lang="zh-CN" altLang="en-US"/>
              <a:t>图书馆管理系统用例图</a:t>
            </a:r>
          </a:p>
        </p:txBody>
      </p:sp>
      <p:sp>
        <p:nvSpPr>
          <p:cNvPr id="7270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5ED66243-9D99-4C00-AF46-ED66DFA38558}" type="slidenum">
              <a:rPr lang="en-US" altLang="zh-CN" sz="1200" b="0">
                <a:solidFill>
                  <a:srgbClr val="4D4D4D"/>
                </a:solidFill>
                <a:latin typeface="Arial" panose="020B0604020202020204" pitchFamily="34" charset="0"/>
              </a:rPr>
              <a:t>26</a:t>
            </a:fld>
            <a:r>
              <a:rPr lang="en-US" altLang="zh-CN" sz="1200" b="0">
                <a:solidFill>
                  <a:srgbClr val="4D4D4D"/>
                </a:solidFill>
                <a:latin typeface="Arial" panose="020B0604020202020204" pitchFamily="34" charset="0"/>
              </a:rPr>
              <a:t>-</a:t>
            </a:r>
          </a:p>
        </p:txBody>
      </p:sp>
      <p:pic>
        <p:nvPicPr>
          <p:cNvPr id="7270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5913" y="1090614"/>
            <a:ext cx="6337300"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4">
            <p14:nvContentPartPr>
              <p14:cNvPr id="4" name="墨迹 3">
                <a:extLst>
                  <a:ext uri="{FF2B5EF4-FFF2-40B4-BE49-F238E27FC236}">
                    <a16:creationId xmlns:a16="http://schemas.microsoft.com/office/drawing/2014/main" id="{5BE36748-40AF-CFAA-F48A-4E66C143B531}"/>
                  </a:ext>
                </a:extLst>
              </p14:cNvPr>
              <p14:cNvContentPartPr/>
              <p14:nvPr/>
            </p14:nvContentPartPr>
            <p14:xfrm>
              <a:off x="2973536" y="5317400"/>
              <a:ext cx="473760" cy="210960"/>
            </p14:xfrm>
          </p:contentPart>
        </mc:Choice>
        <mc:Fallback>
          <p:pic>
            <p:nvPicPr>
              <p:cNvPr id="4" name="墨迹 3">
                <a:extLst>
                  <a:ext uri="{FF2B5EF4-FFF2-40B4-BE49-F238E27FC236}">
                    <a16:creationId xmlns:a16="http://schemas.microsoft.com/office/drawing/2014/main" id="{5BE36748-40AF-CFAA-F48A-4E66C143B531}"/>
                  </a:ext>
                </a:extLst>
              </p:cNvPr>
              <p:cNvPicPr/>
              <p:nvPr/>
            </p:nvPicPr>
            <p:blipFill>
              <a:blip r:embed="rId5"/>
              <a:stretch>
                <a:fillRect/>
              </a:stretch>
            </p:blipFill>
            <p:spPr>
              <a:xfrm>
                <a:off x="2967416" y="5311280"/>
                <a:ext cx="486000" cy="223200"/>
              </a:xfrm>
              <a:prstGeom prst="rect">
                <a:avLst/>
              </a:prstGeom>
            </p:spPr>
          </p:pic>
        </mc:Fallback>
      </mc:AlternateContent>
      <p:sp>
        <p:nvSpPr>
          <p:cNvPr id="5" name="文本框 4">
            <a:extLst>
              <a:ext uri="{FF2B5EF4-FFF2-40B4-BE49-F238E27FC236}">
                <a16:creationId xmlns:a16="http://schemas.microsoft.com/office/drawing/2014/main" id="{FE112DA3-01B7-72D7-0B77-2E0A53D40082}"/>
              </a:ext>
            </a:extLst>
          </p:cNvPr>
          <p:cNvSpPr txBox="1"/>
          <p:nvPr/>
        </p:nvSpPr>
        <p:spPr>
          <a:xfrm>
            <a:off x="2887250" y="5528360"/>
            <a:ext cx="646331" cy="369332"/>
          </a:xfrm>
          <a:prstGeom prst="rect">
            <a:avLst/>
          </a:prstGeom>
          <a:noFill/>
        </p:spPr>
        <p:txBody>
          <a:bodyPr wrap="none" rtlCol="0">
            <a:spAutoFit/>
          </a:bodyPr>
          <a:lstStyle/>
          <a:p>
            <a:r>
              <a:rPr lang="zh-CN" altLang="en-US" sz="1800" b="0" dirty="0"/>
              <a:t>系统</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28D2E75C-F6D0-48CC-A4FC-275D487870AD}" type="slidenum">
              <a:rPr lang="en-US" altLang="zh-CN" sz="1200" b="0">
                <a:solidFill>
                  <a:srgbClr val="4D4D4D"/>
                </a:solidFill>
                <a:latin typeface="Arial" panose="020B0604020202020204" pitchFamily="34" charset="0"/>
              </a:rPr>
              <a:t>27</a:t>
            </a:fld>
            <a:r>
              <a:rPr lang="en-US" altLang="zh-CN" sz="1200" b="0">
                <a:solidFill>
                  <a:srgbClr val="4D4D4D"/>
                </a:solidFill>
                <a:latin typeface="Arial" panose="020B0604020202020204" pitchFamily="34" charset="0"/>
              </a:rPr>
              <a:t>-</a:t>
            </a:r>
          </a:p>
        </p:txBody>
      </p:sp>
      <p:sp>
        <p:nvSpPr>
          <p:cNvPr id="76803" name="Rectangle 2"/>
          <p:cNvSpPr>
            <a:spLocks noGrp="1" noChangeArrowheads="1"/>
          </p:cNvSpPr>
          <p:nvPr>
            <p:ph type="title"/>
          </p:nvPr>
        </p:nvSpPr>
        <p:spPr/>
        <p:txBody>
          <a:bodyPr/>
          <a:lstStyle/>
          <a:p>
            <a:pPr eaLnBrk="1" hangingPunct="1"/>
            <a:r>
              <a:rPr lang="zh-CN" altLang="en-US"/>
              <a:t>活动图（需求阶段核心图）</a:t>
            </a:r>
          </a:p>
        </p:txBody>
      </p:sp>
      <p:sp>
        <p:nvSpPr>
          <p:cNvPr id="76804" name="Rectangle 3"/>
          <p:cNvSpPr>
            <a:spLocks noGrp="1" noChangeArrowheads="1"/>
          </p:cNvSpPr>
          <p:nvPr>
            <p:ph type="body" idx="1"/>
          </p:nvPr>
        </p:nvSpPr>
        <p:spPr/>
        <p:txBody>
          <a:bodyPr/>
          <a:lstStyle/>
          <a:p>
            <a:pPr eaLnBrk="1" hangingPunct="1">
              <a:lnSpc>
                <a:spcPct val="90000"/>
              </a:lnSpc>
            </a:pPr>
            <a:r>
              <a:rPr lang="zh-CN" altLang="en-US"/>
              <a:t>活动图（</a:t>
            </a:r>
            <a:r>
              <a:rPr lang="en-US" altLang="zh-CN"/>
              <a:t>Activity Diagram</a:t>
            </a:r>
            <a:r>
              <a:rPr lang="zh-CN" altLang="en-US"/>
              <a:t>）</a:t>
            </a:r>
          </a:p>
          <a:p>
            <a:pPr lvl="1" eaLnBrk="1" hangingPunct="1">
              <a:lnSpc>
                <a:spcPct val="90000"/>
              </a:lnSpc>
            </a:pPr>
            <a:r>
              <a:rPr lang="zh-CN" altLang="en-US"/>
              <a:t>通过动作来组织，主要用于描述某一方法、机制或用例的内部行为</a:t>
            </a:r>
          </a:p>
          <a:p>
            <a:pPr eaLnBrk="1" hangingPunct="1">
              <a:lnSpc>
                <a:spcPct val="90000"/>
              </a:lnSpc>
            </a:pPr>
            <a:r>
              <a:rPr lang="zh-CN" altLang="en-US"/>
              <a:t>核心概念</a:t>
            </a:r>
          </a:p>
          <a:p>
            <a:pPr lvl="1" eaLnBrk="1" hangingPunct="1">
              <a:lnSpc>
                <a:spcPct val="90000"/>
              </a:lnSpc>
            </a:pPr>
            <a:r>
              <a:rPr lang="zh-CN" altLang="en-US"/>
              <a:t>状态、活动、组合活动、对象</a:t>
            </a:r>
          </a:p>
          <a:p>
            <a:pPr lvl="1" eaLnBrk="1" hangingPunct="1">
              <a:lnSpc>
                <a:spcPct val="90000"/>
              </a:lnSpc>
            </a:pPr>
            <a:r>
              <a:rPr lang="zh-CN" altLang="en-US"/>
              <a:t>转移、分支</a:t>
            </a:r>
          </a:p>
          <a:p>
            <a:pPr lvl="1" eaLnBrk="1" hangingPunct="1">
              <a:lnSpc>
                <a:spcPct val="90000"/>
              </a:lnSpc>
            </a:pPr>
            <a:r>
              <a:rPr lang="zh-CN" altLang="en-US"/>
              <a:t>并发、同步</a:t>
            </a:r>
          </a:p>
          <a:p>
            <a:pPr lvl="1" eaLnBrk="1" hangingPunct="1">
              <a:lnSpc>
                <a:spcPct val="90000"/>
              </a:lnSpc>
            </a:pPr>
            <a:r>
              <a:rPr lang="zh-CN" altLang="en-US"/>
              <a:t>泳道</a:t>
            </a:r>
          </a:p>
          <a:p>
            <a:pPr eaLnBrk="1" hangingPunct="1">
              <a:lnSpc>
                <a:spcPct val="90000"/>
              </a:lnSpc>
            </a:pPr>
            <a:r>
              <a:rPr lang="zh-CN" altLang="en-US"/>
              <a:t>推荐使用场合</a:t>
            </a:r>
          </a:p>
          <a:p>
            <a:pPr lvl="1" eaLnBrk="1" hangingPunct="1">
              <a:lnSpc>
                <a:spcPct val="90000"/>
              </a:lnSpc>
            </a:pPr>
            <a:r>
              <a:rPr lang="zh-CN" altLang="en-US"/>
              <a:t>业务建模、需求、类设计</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2957D016-7A8B-476A-AF00-DD1FD93D167A}" type="slidenum">
              <a:rPr lang="en-US" altLang="zh-CN" sz="1200" b="0">
                <a:solidFill>
                  <a:srgbClr val="4D4D4D"/>
                </a:solidFill>
                <a:latin typeface="Arial" panose="020B0604020202020204" pitchFamily="34" charset="0"/>
              </a:rPr>
              <a:t>28</a:t>
            </a:fld>
            <a:r>
              <a:rPr lang="en-US" altLang="zh-CN" sz="1200" b="0">
                <a:solidFill>
                  <a:srgbClr val="4D4D4D"/>
                </a:solidFill>
                <a:latin typeface="Arial" panose="020B0604020202020204" pitchFamily="34" charset="0"/>
              </a:rPr>
              <a:t>-</a:t>
            </a:r>
          </a:p>
        </p:txBody>
      </p:sp>
      <p:sp>
        <p:nvSpPr>
          <p:cNvPr id="105475" name="Rectangle 2"/>
          <p:cNvSpPr>
            <a:spLocks noGrp="1" noChangeArrowheads="1"/>
          </p:cNvSpPr>
          <p:nvPr>
            <p:ph type="title"/>
          </p:nvPr>
        </p:nvSpPr>
        <p:spPr/>
        <p:txBody>
          <a:bodyPr/>
          <a:lstStyle/>
          <a:p>
            <a:pPr eaLnBrk="1" hangingPunct="1"/>
            <a:r>
              <a:rPr lang="zh-CN" altLang="en-US" dirty="0"/>
              <a:t>总结：活动图元语</a:t>
            </a:r>
            <a:endParaRPr lang="en-US" altLang="zh-CN" dirty="0"/>
          </a:p>
        </p:txBody>
      </p:sp>
      <p:pic>
        <p:nvPicPr>
          <p:cNvPr id="2" name="图片 1"/>
          <p:cNvPicPr>
            <a:picLocks noChangeAspect="1"/>
          </p:cNvPicPr>
          <p:nvPr/>
        </p:nvPicPr>
        <p:blipFill>
          <a:blip r:embed="rId3"/>
          <a:stretch>
            <a:fillRect/>
          </a:stretch>
        </p:blipFill>
        <p:spPr>
          <a:xfrm>
            <a:off x="1991544" y="988257"/>
            <a:ext cx="8649907" cy="542048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r>
              <a:rPr lang="en-US" altLang="zh-CN"/>
              <a:t>-</a:t>
            </a:r>
            <a:fld id="{3C53F3B8-EBFE-4445-959A-1B2CDDA9072E}" type="slidenum">
              <a:rPr lang="en-US" altLang="zh-CN" smtClean="0"/>
              <a:t>29</a:t>
            </a:fld>
            <a:r>
              <a:rPr lang="en-US" altLang="zh-CN"/>
              <a:t>-</a:t>
            </a:r>
          </a:p>
        </p:txBody>
      </p:sp>
      <p:sp>
        <p:nvSpPr>
          <p:cNvPr id="77826" name="灯片编号占位符 5"/>
          <p:cNvSpPr>
            <a:spLocks noGrp="1"/>
          </p:cNvSpPr>
          <p:nvPr/>
        </p:nvSpPr>
        <p:spPr>
          <a:xfrm>
            <a:off x="8864600" y="6535738"/>
            <a:ext cx="2844800" cy="476250"/>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707FC0D8-C753-4434-9E5A-0D32CCBBF6B2}" type="slidenum">
              <a:rPr lang="en-US" altLang="zh-CN" sz="1200" b="0">
                <a:solidFill>
                  <a:srgbClr val="4D4D4D"/>
                </a:solidFill>
                <a:latin typeface="Arial" panose="020B0604020202020204" pitchFamily="34" charset="0"/>
              </a:rPr>
              <a:t>29</a:t>
            </a:fld>
            <a:r>
              <a:rPr lang="en-US" altLang="zh-CN" sz="1200" b="0">
                <a:solidFill>
                  <a:srgbClr val="4D4D4D"/>
                </a:solidFill>
                <a:latin typeface="Arial" panose="020B0604020202020204" pitchFamily="34" charset="0"/>
              </a:rPr>
              <a:t>-</a:t>
            </a:r>
          </a:p>
        </p:txBody>
      </p:sp>
      <p:sp>
        <p:nvSpPr>
          <p:cNvPr id="77827" name="Rectangle 2"/>
          <p:cNvSpPr>
            <a:spLocks noGrp="1" noChangeArrowheads="1"/>
          </p:cNvSpPr>
          <p:nvPr>
            <p:ph type="title"/>
          </p:nvPr>
        </p:nvSpPr>
        <p:spPr/>
        <p:txBody>
          <a:bodyPr/>
          <a:lstStyle/>
          <a:p>
            <a:pPr eaLnBrk="1" hangingPunct="1"/>
            <a:r>
              <a:rPr lang="zh-CN" altLang="en-US"/>
              <a:t>“借书”业务的活动图</a:t>
            </a:r>
          </a:p>
        </p:txBody>
      </p:sp>
      <p:pic>
        <p:nvPicPr>
          <p:cNvPr id="7782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5550" y="895350"/>
            <a:ext cx="7200900" cy="577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B09709C7-09BE-47C3-84DA-FD0C7846CB96}" type="slidenum">
              <a:rPr lang="en-US" altLang="zh-CN" sz="1200" b="0">
                <a:solidFill>
                  <a:srgbClr val="4D4D4D"/>
                </a:solidFill>
                <a:latin typeface="Arial" panose="020B0604020202020204" pitchFamily="34" charset="0"/>
              </a:rPr>
              <a:t>30</a:t>
            </a:fld>
            <a:r>
              <a:rPr lang="en-US" altLang="zh-CN" sz="1200" b="0">
                <a:solidFill>
                  <a:srgbClr val="4D4D4D"/>
                </a:solidFill>
                <a:latin typeface="Arial" panose="020B0604020202020204" pitchFamily="34" charset="0"/>
              </a:rPr>
              <a:t>-</a:t>
            </a:r>
          </a:p>
        </p:txBody>
      </p:sp>
      <p:sp>
        <p:nvSpPr>
          <p:cNvPr id="95235" name="Rectangle 2"/>
          <p:cNvSpPr>
            <a:spLocks noGrp="1" noChangeArrowheads="1"/>
          </p:cNvSpPr>
          <p:nvPr>
            <p:ph type="title"/>
          </p:nvPr>
        </p:nvSpPr>
        <p:spPr/>
        <p:txBody>
          <a:bodyPr/>
          <a:lstStyle/>
          <a:p>
            <a:pPr eaLnBrk="1" hangingPunct="1"/>
            <a:r>
              <a:rPr lang="zh-CN" altLang="en-US"/>
              <a:t>状态机图（需求阶段辅助图）</a:t>
            </a:r>
          </a:p>
        </p:txBody>
      </p:sp>
      <p:sp>
        <p:nvSpPr>
          <p:cNvPr id="95236" name="Rectangle 3"/>
          <p:cNvSpPr>
            <a:spLocks noGrp="1" noChangeArrowheads="1"/>
          </p:cNvSpPr>
          <p:nvPr>
            <p:ph type="body" idx="1"/>
          </p:nvPr>
        </p:nvSpPr>
        <p:spPr/>
        <p:txBody>
          <a:bodyPr/>
          <a:lstStyle/>
          <a:p>
            <a:pPr eaLnBrk="1" hangingPunct="1"/>
            <a:r>
              <a:rPr lang="zh-CN" altLang="en-US"/>
              <a:t>状态机图</a:t>
            </a:r>
            <a:r>
              <a:rPr lang="en-US" altLang="zh-CN"/>
              <a:t>(State Machine Diagram)</a:t>
            </a:r>
          </a:p>
          <a:p>
            <a:pPr lvl="1" eaLnBrk="1" hangingPunct="1"/>
            <a:r>
              <a:rPr lang="en-US" altLang="zh-CN"/>
              <a:t>UML1.x</a:t>
            </a:r>
            <a:r>
              <a:rPr lang="zh-CN" altLang="en-US"/>
              <a:t>为状态图</a:t>
            </a:r>
            <a:r>
              <a:rPr lang="en-US" altLang="zh-CN"/>
              <a:t>(Statechart Diagram)</a:t>
            </a:r>
            <a:endParaRPr lang="zh-CN" altLang="en-US"/>
          </a:p>
          <a:p>
            <a:pPr lvl="1" eaLnBrk="1" hangingPunct="1"/>
            <a:r>
              <a:rPr lang="zh-CN" altLang="en-US">
                <a:solidFill>
                  <a:srgbClr val="181A36"/>
                </a:solidFill>
              </a:rPr>
              <a:t>利用状态和事件描述对象本身的行为</a:t>
            </a:r>
            <a:endParaRPr lang="zh-CN" altLang="en-US"/>
          </a:p>
          <a:p>
            <a:pPr eaLnBrk="1" hangingPunct="1"/>
            <a:r>
              <a:rPr lang="zh-CN" altLang="en-US"/>
              <a:t>主要概念</a:t>
            </a:r>
          </a:p>
          <a:p>
            <a:pPr lvl="1" eaLnBrk="1" hangingPunct="1"/>
            <a:r>
              <a:rPr lang="zh-CN" altLang="en-US"/>
              <a:t>状态、初态、终态、复合状态</a:t>
            </a:r>
          </a:p>
          <a:p>
            <a:pPr lvl="1" eaLnBrk="1" hangingPunct="1"/>
            <a:r>
              <a:rPr lang="zh-CN" altLang="en-US"/>
              <a:t>事件、转移、动作</a:t>
            </a:r>
          </a:p>
          <a:p>
            <a:pPr lvl="1" eaLnBrk="1" hangingPunct="1"/>
            <a:r>
              <a:rPr lang="zh-CN" altLang="en-US"/>
              <a:t>并发 </a:t>
            </a:r>
          </a:p>
          <a:p>
            <a:pPr eaLnBrk="1" hangingPunct="1"/>
            <a:r>
              <a:rPr lang="zh-CN" altLang="en-US"/>
              <a:t>推荐使用场合</a:t>
            </a:r>
          </a:p>
          <a:p>
            <a:pPr lvl="1" eaLnBrk="1" hangingPunct="1"/>
            <a:r>
              <a:rPr lang="zh-CN" altLang="en-US"/>
              <a:t>类设计</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F7E090A2-B0BC-4FDA-8A27-EF7246CCAD00}" type="slidenum">
              <a:rPr lang="en-US" altLang="zh-CN" sz="1200" b="0">
                <a:solidFill>
                  <a:srgbClr val="4D4D4D"/>
                </a:solidFill>
                <a:latin typeface="Arial" panose="020B0604020202020204" pitchFamily="34" charset="0"/>
              </a:rPr>
              <a:t>31</a:t>
            </a:fld>
            <a:r>
              <a:rPr lang="en-US" altLang="zh-CN" sz="1200" b="0">
                <a:solidFill>
                  <a:srgbClr val="4D4D4D"/>
                </a:solidFill>
                <a:latin typeface="Arial" panose="020B0604020202020204" pitchFamily="34" charset="0"/>
              </a:rPr>
              <a:t>-</a:t>
            </a:r>
          </a:p>
        </p:txBody>
      </p:sp>
      <p:sp>
        <p:nvSpPr>
          <p:cNvPr id="112643" name="Rectangle 2"/>
          <p:cNvSpPr>
            <a:spLocks noGrp="1" noChangeArrowheads="1"/>
          </p:cNvSpPr>
          <p:nvPr>
            <p:ph type="title"/>
          </p:nvPr>
        </p:nvSpPr>
        <p:spPr/>
        <p:txBody>
          <a:bodyPr/>
          <a:lstStyle/>
          <a:p>
            <a:pPr eaLnBrk="1" hangingPunct="1"/>
            <a:r>
              <a:rPr lang="zh-CN" altLang="en-US"/>
              <a:t>状态机图元语</a:t>
            </a:r>
          </a:p>
        </p:txBody>
      </p:sp>
      <p:pic>
        <p:nvPicPr>
          <p:cNvPr id="112645"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3164" y="1766889"/>
            <a:ext cx="7304087"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A13ABDA5-C900-46E5-BFC9-D6D342854759}" type="slidenum">
              <a:rPr lang="en-US" altLang="zh-CN" sz="1200" b="0">
                <a:solidFill>
                  <a:srgbClr val="4D4D4D"/>
                </a:solidFill>
                <a:latin typeface="Arial" panose="020B0604020202020204" pitchFamily="34" charset="0"/>
              </a:rPr>
              <a:t>32</a:t>
            </a:fld>
            <a:r>
              <a:rPr lang="en-US" altLang="zh-CN" sz="1200" b="0">
                <a:solidFill>
                  <a:srgbClr val="4D4D4D"/>
                </a:solidFill>
                <a:latin typeface="Arial" panose="020B0604020202020204" pitchFamily="34" charset="0"/>
              </a:rPr>
              <a:t>-</a:t>
            </a:r>
          </a:p>
        </p:txBody>
      </p:sp>
      <p:sp>
        <p:nvSpPr>
          <p:cNvPr id="96259" name="Rectangle 2"/>
          <p:cNvSpPr>
            <a:spLocks noGrp="1" noChangeArrowheads="1"/>
          </p:cNvSpPr>
          <p:nvPr>
            <p:ph type="title"/>
          </p:nvPr>
        </p:nvSpPr>
        <p:spPr/>
        <p:txBody>
          <a:bodyPr/>
          <a:lstStyle/>
          <a:p>
            <a:pPr eaLnBrk="1" hangingPunct="1"/>
            <a:r>
              <a:rPr lang="zh-CN" altLang="en-US"/>
              <a:t>“图书”类的状态机图</a:t>
            </a:r>
          </a:p>
        </p:txBody>
      </p:sp>
      <p:pic>
        <p:nvPicPr>
          <p:cNvPr id="9626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5550" y="1412876"/>
            <a:ext cx="6408738" cy="416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87805" y="980758"/>
            <a:ext cx="5080000" cy="460375"/>
          </a:xfrm>
          <a:prstGeom prst="rect">
            <a:avLst/>
          </a:prstGeom>
        </p:spPr>
        <p:txBody>
          <a:bodyPr>
            <a:spAutoFit/>
          </a:bodyPr>
          <a:lstStyle/>
          <a:p>
            <a:pPr marL="0" indent="0"/>
            <a:r>
              <a:rPr lang="zh-CN" altLang="en-US" b="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问题</a:t>
            </a:r>
            <a:r>
              <a:rPr lang="en-US" altLang="zh-CN" b="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b="0" i="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：下列需求应该用哪种图描述？</a:t>
            </a:r>
          </a:p>
        </p:txBody>
      </p:sp>
      <p:sp>
        <p:nvSpPr>
          <p:cNvPr id="3" name="文本框 2"/>
          <p:cNvSpPr txBox="1"/>
          <p:nvPr/>
        </p:nvSpPr>
        <p:spPr>
          <a:xfrm>
            <a:off x="1559560" y="3293312"/>
            <a:ext cx="5080000" cy="1463040"/>
          </a:xfrm>
          <a:prstGeom prst="rect">
            <a:avLst/>
          </a:prstGeom>
        </p:spPr>
        <p:txBody>
          <a:bodyPr>
            <a:noAutofit/>
          </a:bodyPr>
          <a:lstStyle/>
          <a:p>
            <a:pPr marL="0" indent="0"/>
            <a:r>
              <a:rPr lang="zh-CN" altLang="en-US" b="0" i="0" dirty="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场景</a:t>
            </a:r>
            <a:r>
              <a:rPr lang="en-US" altLang="zh-CN" b="0" i="0" dirty="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b="0" i="0" dirty="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：用户登录系统（用例图）；</a:t>
            </a:r>
          </a:p>
          <a:p>
            <a:pPr marL="0" indent="0"/>
            <a:r>
              <a:rPr lang="zh-CN" altLang="en-US" b="0" i="0" dirty="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场景</a:t>
            </a:r>
            <a:r>
              <a:rPr lang="en-US" altLang="zh-CN" b="0" i="0" dirty="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b="0" i="0" dirty="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：图书借阅流程（活动图）；</a:t>
            </a:r>
          </a:p>
          <a:p>
            <a:pPr marL="0" indent="0"/>
            <a:r>
              <a:rPr lang="zh-CN" altLang="en-US" b="0" i="0" dirty="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场景</a:t>
            </a:r>
            <a:r>
              <a:rPr lang="en-US" altLang="zh-CN" b="0" i="0" dirty="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b="0" i="0" dirty="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：订单状态变化（状态机图）</a:t>
            </a:r>
          </a:p>
        </p:txBody>
      </p:sp>
      <p:sp>
        <p:nvSpPr>
          <p:cNvPr id="4" name="文本框 3">
            <a:extLst>
              <a:ext uri="{FF2B5EF4-FFF2-40B4-BE49-F238E27FC236}">
                <a16:creationId xmlns:a16="http://schemas.microsoft.com/office/drawing/2014/main" id="{622BCC87-9164-4B48-1FBF-927C7E92E6B2}"/>
              </a:ext>
            </a:extLst>
          </p:cNvPr>
          <p:cNvSpPr txBox="1"/>
          <p:nvPr/>
        </p:nvSpPr>
        <p:spPr>
          <a:xfrm>
            <a:off x="1559560" y="1628800"/>
            <a:ext cx="5080000" cy="1463040"/>
          </a:xfrm>
          <a:prstGeom prst="rect">
            <a:avLst/>
          </a:prstGeom>
        </p:spPr>
        <p:txBody>
          <a:bodyPr>
            <a:noAutofit/>
          </a:bodyPr>
          <a:lstStyle/>
          <a:p>
            <a:pPr marL="0" indent="0"/>
            <a:r>
              <a:rPr lang="zh-CN" altLang="en-US" b="0" i="0" dirty="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场景</a:t>
            </a:r>
            <a:r>
              <a:rPr lang="en-US" altLang="zh-CN" b="0" i="0" dirty="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b="0" i="0" dirty="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：用户登录系统；</a:t>
            </a:r>
          </a:p>
          <a:p>
            <a:pPr marL="0" indent="0"/>
            <a:r>
              <a:rPr lang="zh-CN" altLang="en-US" b="0" i="0" dirty="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场景</a:t>
            </a:r>
            <a:r>
              <a:rPr lang="en-US" altLang="zh-CN" b="0" i="0" dirty="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b="0" i="0" dirty="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：图书借阅流程；</a:t>
            </a:r>
          </a:p>
          <a:p>
            <a:pPr marL="0" indent="0"/>
            <a:r>
              <a:rPr lang="zh-CN" altLang="en-US" b="0" i="0" dirty="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场景</a:t>
            </a:r>
            <a:r>
              <a:rPr lang="en-US" altLang="zh-CN" b="0" i="0" dirty="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b="0" i="0" dirty="0">
                <a:solidFill>
                  <a:srgbClr val="0F1115"/>
                </a:solidFill>
                <a:latin typeface="微软雅黑" panose="020B0503020204020204" pitchFamily="34" charset="-122"/>
                <a:ea typeface="微软雅黑" panose="020B0503020204020204" pitchFamily="34" charset="-122"/>
                <a:cs typeface="微软雅黑" panose="020B0503020204020204" pitchFamily="34" charset="-122"/>
              </a:rPr>
              <a:t>：订单状态变化</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8A3D5CED-4E49-4AFF-A6E2-25961EFD676F}" type="slidenum">
              <a:rPr lang="en-US" altLang="zh-CN" sz="1200" b="0">
                <a:solidFill>
                  <a:srgbClr val="4D4D4D"/>
                </a:solidFill>
                <a:latin typeface="Arial" panose="020B0604020202020204" pitchFamily="34" charset="0"/>
              </a:rPr>
              <a:t>34</a:t>
            </a:fld>
            <a:r>
              <a:rPr lang="en-US" altLang="zh-CN" sz="1200" b="0">
                <a:solidFill>
                  <a:srgbClr val="4D4D4D"/>
                </a:solidFill>
                <a:latin typeface="Arial" panose="020B0604020202020204" pitchFamily="34" charset="0"/>
              </a:rPr>
              <a:t>-</a:t>
            </a:r>
          </a:p>
        </p:txBody>
      </p:sp>
      <p:sp>
        <p:nvSpPr>
          <p:cNvPr id="65539" name="Rectangle 2"/>
          <p:cNvSpPr>
            <a:spLocks noGrp="1" noChangeArrowheads="1"/>
          </p:cNvSpPr>
          <p:nvPr>
            <p:ph type="title"/>
          </p:nvPr>
        </p:nvSpPr>
        <p:spPr/>
        <p:txBody>
          <a:bodyPr/>
          <a:lstStyle/>
          <a:p>
            <a:pPr eaLnBrk="1" hangingPunct="1"/>
            <a:r>
              <a:rPr lang="en-US" altLang="zh-CN"/>
              <a:t>UML</a:t>
            </a:r>
            <a:r>
              <a:rPr lang="zh-CN" altLang="en-US"/>
              <a:t>建模工具</a:t>
            </a:r>
            <a:r>
              <a:rPr lang="en-US" altLang="zh-CN"/>
              <a:t> </a:t>
            </a:r>
            <a:r>
              <a:rPr lang="en-US" altLang="zh-CN" sz="3600" baseline="50000">
                <a:solidFill>
                  <a:schemeClr val="tx2"/>
                </a:solidFill>
                <a:uFillTx/>
              </a:rPr>
              <a:t>[8]</a:t>
            </a:r>
          </a:p>
        </p:txBody>
      </p:sp>
      <p:sp>
        <p:nvSpPr>
          <p:cNvPr id="65540" name="Rectangle 3"/>
          <p:cNvSpPr>
            <a:spLocks noGrp="1" noChangeArrowheads="1"/>
          </p:cNvSpPr>
          <p:nvPr>
            <p:ph type="body" idx="1"/>
          </p:nvPr>
        </p:nvSpPr>
        <p:spPr/>
        <p:txBody>
          <a:bodyPr/>
          <a:lstStyle/>
          <a:p>
            <a:pPr eaLnBrk="1" hangingPunct="1">
              <a:lnSpc>
                <a:spcPct val="90000"/>
              </a:lnSpc>
            </a:pPr>
            <a:r>
              <a:rPr lang="en-US" altLang="zh-CN"/>
              <a:t>IBM Rational Suite</a:t>
            </a:r>
          </a:p>
          <a:p>
            <a:pPr lvl="1" eaLnBrk="1" hangingPunct="1">
              <a:lnSpc>
                <a:spcPct val="90000"/>
              </a:lnSpc>
            </a:pPr>
            <a:r>
              <a:rPr lang="en-US" altLang="zh-CN"/>
              <a:t>Rational Rose 2003</a:t>
            </a:r>
          </a:p>
          <a:p>
            <a:pPr lvl="2" eaLnBrk="1" hangingPunct="1">
              <a:lnSpc>
                <a:spcPct val="90000"/>
              </a:lnSpc>
            </a:pPr>
            <a:r>
              <a:rPr lang="zh-CN" altLang="en-US"/>
              <a:t>经典的</a:t>
            </a:r>
            <a:r>
              <a:rPr lang="en-US" altLang="zh-CN"/>
              <a:t>UML</a:t>
            </a:r>
            <a:r>
              <a:rPr lang="zh-CN" altLang="en-US"/>
              <a:t>建模工具，目前仍有广泛的应用</a:t>
            </a:r>
          </a:p>
          <a:p>
            <a:pPr lvl="2" eaLnBrk="1" hangingPunct="1">
              <a:lnSpc>
                <a:spcPct val="90000"/>
              </a:lnSpc>
            </a:pPr>
            <a:r>
              <a:rPr lang="zh-CN" altLang="en-US"/>
              <a:t>不支持</a:t>
            </a:r>
            <a:r>
              <a:rPr lang="en-US" altLang="zh-CN"/>
              <a:t>UML2.0</a:t>
            </a:r>
          </a:p>
          <a:p>
            <a:pPr lvl="1" eaLnBrk="1" hangingPunct="1">
              <a:lnSpc>
                <a:spcPct val="90000"/>
              </a:lnSpc>
            </a:pPr>
            <a:r>
              <a:rPr lang="en-US" altLang="zh-CN"/>
              <a:t>Rational Software Architecture</a:t>
            </a:r>
          </a:p>
          <a:p>
            <a:pPr lvl="2" eaLnBrk="1" hangingPunct="1">
              <a:lnSpc>
                <a:spcPct val="90000"/>
              </a:lnSpc>
            </a:pPr>
            <a:r>
              <a:rPr lang="en-US" altLang="zh-CN"/>
              <a:t>IBM</a:t>
            </a:r>
            <a:r>
              <a:rPr lang="zh-CN" altLang="en-US"/>
              <a:t>兼并</a:t>
            </a:r>
            <a:r>
              <a:rPr lang="en-US" altLang="zh-CN"/>
              <a:t>Rational</a:t>
            </a:r>
            <a:r>
              <a:rPr lang="zh-CN" altLang="en-US"/>
              <a:t>之后，重新基于</a:t>
            </a:r>
            <a:r>
              <a:rPr lang="en-US" altLang="zh-CN"/>
              <a:t>Eclipse</a:t>
            </a:r>
            <a:r>
              <a:rPr lang="zh-CN" altLang="en-US"/>
              <a:t>平台构建的集成开发平台，提供从业务建模、需求分析、设计到系统实现的完整环境</a:t>
            </a:r>
            <a:endParaRPr lang="en-US" altLang="zh-CN"/>
          </a:p>
          <a:p>
            <a:pPr lvl="1" eaLnBrk="1" hangingPunct="1">
              <a:lnSpc>
                <a:spcPct val="90000"/>
              </a:lnSpc>
            </a:pPr>
            <a:r>
              <a:rPr lang="en-US" altLang="zh-CN"/>
              <a:t>IBM Rational Rhapsody</a:t>
            </a:r>
          </a:p>
          <a:p>
            <a:pPr lvl="2" eaLnBrk="1" hangingPunct="1">
              <a:lnSpc>
                <a:spcPct val="90000"/>
              </a:lnSpc>
            </a:pPr>
            <a:r>
              <a:rPr lang="en-US" altLang="zh-CN"/>
              <a:t>IBM</a:t>
            </a:r>
            <a:r>
              <a:rPr lang="zh-CN" altLang="en-US"/>
              <a:t>兼并另一家</a:t>
            </a:r>
            <a:r>
              <a:rPr lang="en-US" altLang="zh-CN"/>
              <a:t>UML</a:t>
            </a:r>
            <a:r>
              <a:rPr lang="zh-CN" altLang="en-US"/>
              <a:t>建模工具后重新发布的产品</a:t>
            </a:r>
          </a:p>
          <a:p>
            <a:pPr lvl="2" eaLnBrk="1" hangingPunct="1">
              <a:lnSpc>
                <a:spcPct val="90000"/>
              </a:lnSpc>
            </a:pPr>
            <a:r>
              <a:rPr lang="zh-CN" altLang="en-US"/>
              <a:t>主要用于嵌入式领域建模，涉及软硬件等各个层次的模型</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6B85D833-9C75-4D64-8BB4-4258C715BB61}" type="slidenum">
              <a:rPr lang="en-US" altLang="zh-CN" sz="1200" b="0">
                <a:solidFill>
                  <a:srgbClr val="4D4D4D"/>
                </a:solidFill>
                <a:latin typeface="Arial" panose="020B0604020202020204" pitchFamily="34" charset="0"/>
              </a:rPr>
              <a:t>35</a:t>
            </a:fld>
            <a:r>
              <a:rPr lang="en-US" altLang="zh-CN" sz="1200" b="0">
                <a:solidFill>
                  <a:srgbClr val="4D4D4D"/>
                </a:solidFill>
                <a:latin typeface="Arial" panose="020B0604020202020204" pitchFamily="34" charset="0"/>
              </a:rPr>
              <a:t>-</a:t>
            </a:r>
          </a:p>
        </p:txBody>
      </p:sp>
      <p:sp>
        <p:nvSpPr>
          <p:cNvPr id="66563" name="Rectangle 2"/>
          <p:cNvSpPr>
            <a:spLocks noGrp="1" noChangeArrowheads="1"/>
          </p:cNvSpPr>
          <p:nvPr>
            <p:ph type="title"/>
          </p:nvPr>
        </p:nvSpPr>
        <p:spPr/>
        <p:txBody>
          <a:bodyPr/>
          <a:lstStyle/>
          <a:p>
            <a:pPr eaLnBrk="1" hangingPunct="1"/>
            <a:r>
              <a:rPr lang="en-US" altLang="zh-CN"/>
              <a:t>UML</a:t>
            </a:r>
            <a:r>
              <a:rPr lang="zh-CN" altLang="en-US"/>
              <a:t>建模工具</a:t>
            </a:r>
            <a:r>
              <a:rPr lang="en-US" altLang="zh-CN"/>
              <a:t>(</a:t>
            </a:r>
            <a:r>
              <a:rPr lang="zh-CN" altLang="en-US"/>
              <a:t>续</a:t>
            </a:r>
            <a:r>
              <a:rPr lang="en-US" altLang="zh-CN"/>
              <a:t>)</a:t>
            </a:r>
          </a:p>
        </p:txBody>
      </p:sp>
      <p:sp>
        <p:nvSpPr>
          <p:cNvPr id="66564" name="Rectangle 3"/>
          <p:cNvSpPr>
            <a:spLocks noGrp="1" noChangeArrowheads="1"/>
          </p:cNvSpPr>
          <p:nvPr>
            <p:ph type="body" idx="1"/>
          </p:nvPr>
        </p:nvSpPr>
        <p:spPr/>
        <p:txBody>
          <a:bodyPr/>
          <a:lstStyle/>
          <a:p>
            <a:pPr eaLnBrk="1" hangingPunct="1">
              <a:lnSpc>
                <a:spcPct val="90000"/>
              </a:lnSpc>
            </a:pPr>
            <a:r>
              <a:rPr lang="en-US" altLang="zh-CN" dirty="0">
                <a:solidFill>
                  <a:srgbClr val="FF0000"/>
                </a:solidFill>
              </a:rPr>
              <a:t>Enterprise Architect</a:t>
            </a:r>
          </a:p>
          <a:p>
            <a:pPr eaLnBrk="1" hangingPunct="1">
              <a:lnSpc>
                <a:spcPct val="90000"/>
              </a:lnSpc>
            </a:pPr>
            <a:r>
              <a:rPr lang="en-US" altLang="zh-CN" dirty="0"/>
              <a:t>Sybase </a:t>
            </a:r>
            <a:r>
              <a:rPr lang="en-US" altLang="zh-CN" dirty="0" err="1"/>
              <a:t>PowerDesigner</a:t>
            </a:r>
            <a:endParaRPr lang="en-US" altLang="zh-CN" dirty="0"/>
          </a:p>
          <a:p>
            <a:pPr eaLnBrk="1" hangingPunct="1">
              <a:lnSpc>
                <a:spcPct val="90000"/>
              </a:lnSpc>
            </a:pPr>
            <a:r>
              <a:rPr lang="en-US" altLang="zh-CN" dirty="0"/>
              <a:t>Microsoft Visio</a:t>
            </a:r>
          </a:p>
          <a:p>
            <a:pPr eaLnBrk="1" hangingPunct="1">
              <a:lnSpc>
                <a:spcPct val="90000"/>
              </a:lnSpc>
            </a:pPr>
            <a:r>
              <a:rPr kumimoji="0" lang="zh-CN" altLang="en-US" dirty="0"/>
              <a:t>数以百计的各类共享</a:t>
            </a:r>
            <a:r>
              <a:rPr kumimoji="0" lang="en-US" altLang="zh-CN" dirty="0"/>
              <a:t>/</a:t>
            </a:r>
            <a:r>
              <a:rPr kumimoji="0" lang="zh-CN" altLang="en-US" dirty="0"/>
              <a:t>开源工具</a:t>
            </a:r>
          </a:p>
          <a:p>
            <a:pPr lvl="1" eaLnBrk="1" hangingPunct="1">
              <a:lnSpc>
                <a:spcPct val="90000"/>
              </a:lnSpc>
            </a:pPr>
            <a:r>
              <a:rPr kumimoji="0" lang="en-US" altLang="zh-CN" dirty="0" err="1"/>
              <a:t>StarUML</a:t>
            </a:r>
            <a:endParaRPr kumimoji="0" lang="en-US" altLang="zh-CN" dirty="0"/>
          </a:p>
          <a:p>
            <a:pPr lvl="1" eaLnBrk="1" hangingPunct="1">
              <a:lnSpc>
                <a:spcPct val="90000"/>
              </a:lnSpc>
            </a:pPr>
            <a:r>
              <a:rPr kumimoji="0" lang="en-US" altLang="zh-CN" dirty="0" err="1"/>
              <a:t>ArgoUML</a:t>
            </a:r>
            <a:endParaRPr kumimoji="0" lang="en-US" altLang="zh-CN" dirty="0"/>
          </a:p>
          <a:p>
            <a:pPr lvl="1" eaLnBrk="1" hangingPunct="1">
              <a:lnSpc>
                <a:spcPct val="90000"/>
              </a:lnSpc>
            </a:pPr>
            <a:r>
              <a:rPr lang="en-US" altLang="zh-CN" dirty="0" err="1"/>
              <a:t>Kant&amp;Plato</a:t>
            </a:r>
            <a:endParaRPr kumimoji="0" lang="en-US" altLang="zh-CN" dirty="0"/>
          </a:p>
          <a:p>
            <a:pPr lvl="1" eaLnBrk="1" hangingPunct="1">
              <a:lnSpc>
                <a:spcPct val="90000"/>
              </a:lnSpc>
            </a:pPr>
            <a:r>
              <a:rPr kumimoji="0" lang="en-US" altLang="zh-CN" dirty="0"/>
              <a:t>……</a:t>
            </a:r>
          </a:p>
          <a:p>
            <a:pPr lvl="1" eaLnBrk="1" hangingPunct="1">
              <a:lnSpc>
                <a:spcPct val="90000"/>
              </a:lnSpc>
            </a:pPr>
            <a:r>
              <a:rPr lang="en-US" altLang="zh-CN" dirty="0">
                <a:hlinkClick r:id="rId3"/>
              </a:rPr>
              <a:t>http://www.umlchina.com/Tools/Newindex1.htm</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78" name="Rectangle 2"/>
          <p:cNvSpPr>
            <a:spLocks noGrp="1" noChangeArrowheads="1"/>
          </p:cNvSpPr>
          <p:nvPr>
            <p:ph type="ctrTitle"/>
          </p:nvPr>
        </p:nvSpPr>
        <p:spPr/>
        <p:txBody>
          <a:bodyPr/>
          <a:lstStyle/>
          <a:p>
            <a:pPr eaLnBrk="1" hangingPunct="1">
              <a:defRPr/>
            </a:pPr>
            <a:r>
              <a:rPr lang="zh-CN" altLang="en-US" dirty="0">
                <a:latin typeface="华文楷体" panose="02010600040101010101" pitchFamily="2" charset="-122"/>
                <a:ea typeface="华文楷体" panose="02010600040101010101" pitchFamily="2" charset="-122"/>
              </a:rPr>
              <a:t>第</a:t>
            </a:r>
            <a:r>
              <a:rPr lang="en-US" altLang="zh-CN" dirty="0">
                <a:latin typeface="华文楷体" panose="02010600040101010101" pitchFamily="2" charset="-122"/>
                <a:ea typeface="华文楷体" panose="02010600040101010101" pitchFamily="2" charset="-122"/>
              </a:rPr>
              <a:t>05</a:t>
            </a:r>
            <a:r>
              <a:rPr lang="zh-CN" altLang="en-US" dirty="0">
                <a:latin typeface="华文楷体" panose="02010600040101010101" pitchFamily="2" charset="-122"/>
                <a:ea typeface="华文楷体" panose="02010600040101010101" pitchFamily="2" charset="-122"/>
              </a:rPr>
              <a:t>章</a:t>
            </a:r>
            <a:r>
              <a:rPr lang="en-US" altLang="zh-CN" dirty="0">
                <a:latin typeface="华文楷体" panose="02010600040101010101" pitchFamily="2" charset="-122"/>
                <a:ea typeface="华文楷体" panose="02010600040101010101" pitchFamily="2" charset="-122"/>
              </a:rPr>
              <a:t> </a:t>
            </a:r>
            <a:r>
              <a:rPr lang="en-US" altLang="zh-CN" dirty="0">
                <a:latin typeface="华文楷体" panose="02010600040101010101" pitchFamily="2" charset="-122"/>
                <a:ea typeface="华文楷体" panose="02010600040101010101" pitchFamily="2" charset="-122"/>
                <a:sym typeface="+mn-ea"/>
              </a:rPr>
              <a:t>UML在需求分析中的应用</a:t>
            </a:r>
            <a:endParaRPr lang="zh-CN" altLang="en-US" dirty="0">
              <a:latin typeface="华文楷体" panose="02010600040101010101" pitchFamily="2" charset="-122"/>
              <a:ea typeface="华文楷体" panose="020106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zh-CN" altLang="en-US"/>
              <a:t>需求工程的主要活动</a:t>
            </a:r>
          </a:p>
        </p:txBody>
      </p:sp>
      <p:sp>
        <p:nvSpPr>
          <p:cNvPr id="3" name="内容占位符 2"/>
          <p:cNvSpPr>
            <a:spLocks noGrp="1"/>
          </p:cNvSpPr>
          <p:nvPr>
            <p:ph idx="1"/>
          </p:nvPr>
        </p:nvSpPr>
        <p:spPr/>
        <p:txBody>
          <a:bodyPr/>
          <a:lstStyle/>
          <a:p>
            <a:pPr>
              <a:defRPr/>
            </a:pPr>
            <a:r>
              <a:rPr lang="zh-CN" altLang="en-US" dirty="0"/>
              <a:t>定义需求</a:t>
            </a:r>
            <a:endParaRPr lang="en-US" altLang="zh-CN" dirty="0"/>
          </a:p>
          <a:p>
            <a:pPr lvl="1">
              <a:defRPr/>
            </a:pPr>
            <a:r>
              <a:rPr lang="zh-CN" altLang="en-US" dirty="0"/>
              <a:t>理解用户的需要，建立用户可理解的系统需求模型</a:t>
            </a:r>
          </a:p>
          <a:p>
            <a:pPr>
              <a:defRPr/>
            </a:pPr>
            <a:r>
              <a:rPr lang="zh-CN" altLang="en-US" dirty="0"/>
              <a:t>分析需求</a:t>
            </a:r>
            <a:endParaRPr lang="en-US" altLang="zh-CN" dirty="0"/>
          </a:p>
          <a:p>
            <a:pPr lvl="1">
              <a:defRPr/>
            </a:pPr>
            <a:r>
              <a:rPr lang="zh-CN" altLang="en-US" dirty="0"/>
              <a:t>根据需求模型，建立开发者无二义性解释的分析模型</a:t>
            </a:r>
          </a:p>
          <a:p>
            <a:pPr>
              <a:defRPr/>
            </a:pPr>
            <a:r>
              <a:rPr lang="zh-CN" altLang="en-US" dirty="0">
                <a:solidFill>
                  <a:schemeClr val="bg1">
                    <a:lumMod val="50000"/>
                  </a:schemeClr>
                </a:solidFill>
              </a:rPr>
              <a:t>需求管理</a:t>
            </a:r>
            <a:endParaRPr lang="en-US" altLang="zh-CN" dirty="0">
              <a:solidFill>
                <a:schemeClr val="bg1">
                  <a:lumMod val="50000"/>
                </a:schemeClr>
              </a:solidFill>
            </a:endParaRPr>
          </a:p>
        </p:txBody>
      </p:sp>
      <p:sp>
        <p:nvSpPr>
          <p:cNvPr id="92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08351370-C42E-4ED6-A698-AB778C09399D}" type="slidenum">
              <a:rPr lang="en-US" altLang="zh-CN" sz="1200" b="0">
                <a:solidFill>
                  <a:srgbClr val="4D4D4D"/>
                </a:solidFill>
                <a:latin typeface="Arial" panose="020B0604020202020204" pitchFamily="34" charset="0"/>
              </a:rPr>
              <a:t>37</a:t>
            </a:fld>
            <a:r>
              <a:rPr lang="en-US" altLang="zh-CN" sz="1200" b="0">
                <a:solidFill>
                  <a:srgbClr val="4D4D4D"/>
                </a:solidFill>
                <a:latin typeface="Arial" panose="020B0604020202020204" pitchFamily="34" charset="0"/>
              </a:rPr>
              <a:t>-</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654A4E06-C2E9-4336-8D07-A687E18F0DFF}" type="slidenum">
              <a:rPr lang="en-US" altLang="zh-CN" sz="1200" b="0">
                <a:solidFill>
                  <a:srgbClr val="4D4D4D"/>
                </a:solidFill>
                <a:latin typeface="Arial" panose="020B0604020202020204" pitchFamily="34" charset="0"/>
              </a:rPr>
              <a:t>38</a:t>
            </a:fld>
            <a:r>
              <a:rPr lang="en-US" altLang="zh-CN" sz="1200" b="0">
                <a:solidFill>
                  <a:srgbClr val="4D4D4D"/>
                </a:solidFill>
                <a:latin typeface="Arial" panose="020B0604020202020204" pitchFamily="34" charset="0"/>
              </a:rPr>
              <a:t>-</a:t>
            </a:r>
          </a:p>
        </p:txBody>
      </p:sp>
      <p:sp>
        <p:nvSpPr>
          <p:cNvPr id="57347" name="Rectangle 2"/>
          <p:cNvSpPr>
            <a:spLocks noGrp="1" noChangeArrowheads="1"/>
          </p:cNvSpPr>
          <p:nvPr>
            <p:ph type="title"/>
          </p:nvPr>
        </p:nvSpPr>
        <p:spPr/>
        <p:txBody>
          <a:bodyPr/>
          <a:lstStyle/>
          <a:p>
            <a:pPr eaLnBrk="1" hangingPunct="1"/>
            <a:r>
              <a:rPr lang="zh-CN" altLang="en-US" dirty="0"/>
              <a:t>从业务建模到系统模型</a:t>
            </a:r>
            <a:endParaRPr lang="en-US" altLang="zh-CN" dirty="0"/>
          </a:p>
        </p:txBody>
      </p:sp>
      <p:sp>
        <p:nvSpPr>
          <p:cNvPr id="710659" name="Rectangle 3"/>
          <p:cNvSpPr>
            <a:spLocks noGrp="1" noChangeArrowheads="1"/>
          </p:cNvSpPr>
          <p:nvPr>
            <p:ph type="body" idx="1"/>
          </p:nvPr>
        </p:nvSpPr>
        <p:spPr/>
        <p:txBody>
          <a:bodyPr/>
          <a:lstStyle/>
          <a:p>
            <a:pPr eaLnBrk="1" hangingPunct="1">
              <a:defRPr/>
            </a:pPr>
            <a:r>
              <a:rPr lang="zh-CN" altLang="en-US" dirty="0"/>
              <a:t>系统需求源于对业务的理解</a:t>
            </a:r>
            <a:endParaRPr lang="en-US" altLang="zh-CN" dirty="0"/>
          </a:p>
          <a:p>
            <a:pPr eaLnBrk="1" hangingPunct="1">
              <a:defRPr/>
            </a:pPr>
            <a:r>
              <a:rPr lang="zh-CN" altLang="en-US" dirty="0"/>
              <a:t>可能的对应关系</a:t>
            </a:r>
            <a:r>
              <a:rPr lang="en-US" altLang="zh-CN" dirty="0"/>
              <a:t>(</a:t>
            </a:r>
            <a:r>
              <a:rPr lang="zh-CN" altLang="en-US" dirty="0"/>
              <a:t>并非一一对应</a:t>
            </a:r>
            <a:r>
              <a:rPr lang="en-US" altLang="zh-CN" dirty="0"/>
              <a:t>)</a:t>
            </a:r>
          </a:p>
          <a:p>
            <a:pPr lvl="1" eaLnBrk="1" hangingPunct="1">
              <a:defRPr/>
            </a:pPr>
            <a:r>
              <a:rPr lang="zh-CN" altLang="en-US" dirty="0"/>
              <a:t>业务用例 </a:t>
            </a:r>
            <a:r>
              <a:rPr lang="en-US" altLang="zh-CN" dirty="0">
                <a:sym typeface="Wingdings" panose="05000000000000000000" pitchFamily="2" charset="2"/>
              </a:rPr>
              <a:t> </a:t>
            </a:r>
            <a:r>
              <a:rPr lang="zh-CN" altLang="en-US" dirty="0">
                <a:sym typeface="Wingdings" panose="05000000000000000000" pitchFamily="2" charset="2"/>
              </a:rPr>
              <a:t>系统</a:t>
            </a:r>
            <a:r>
              <a:rPr lang="en-US" altLang="zh-CN" dirty="0">
                <a:sym typeface="Wingdings" panose="05000000000000000000" pitchFamily="2" charset="2"/>
              </a:rPr>
              <a:t>(</a:t>
            </a:r>
            <a:r>
              <a:rPr lang="zh-CN" altLang="en-US" dirty="0">
                <a:sym typeface="Wingdings" panose="05000000000000000000" pitchFamily="2" charset="2"/>
              </a:rPr>
              <a:t>子系统</a:t>
            </a:r>
            <a:r>
              <a:rPr lang="en-US" altLang="zh-CN" dirty="0">
                <a:sym typeface="Wingdings" panose="05000000000000000000" pitchFamily="2" charset="2"/>
              </a:rPr>
              <a:t>)</a:t>
            </a:r>
          </a:p>
          <a:p>
            <a:pPr lvl="1" eaLnBrk="1" hangingPunct="1">
              <a:defRPr/>
            </a:pPr>
            <a:r>
              <a:rPr lang="zh-CN" altLang="en-US" dirty="0">
                <a:sym typeface="Wingdings" panose="05000000000000000000" pitchFamily="2" charset="2"/>
              </a:rPr>
              <a:t>业务参与者 </a:t>
            </a:r>
            <a:r>
              <a:rPr lang="en-US" altLang="zh-CN" dirty="0">
                <a:sym typeface="Wingdings" panose="05000000000000000000" pitchFamily="2" charset="2"/>
              </a:rPr>
              <a:t> </a:t>
            </a:r>
            <a:r>
              <a:rPr lang="zh-CN" altLang="en-US" dirty="0">
                <a:sym typeface="Wingdings" panose="05000000000000000000" pitchFamily="2" charset="2"/>
              </a:rPr>
              <a:t>系统参与者</a:t>
            </a:r>
          </a:p>
          <a:p>
            <a:pPr lvl="1" eaLnBrk="1" hangingPunct="1">
              <a:defRPr/>
            </a:pPr>
            <a:r>
              <a:rPr lang="zh-CN" altLang="en-US" dirty="0">
                <a:sym typeface="Wingdings" panose="05000000000000000000" pitchFamily="2" charset="2"/>
              </a:rPr>
              <a:t>业务工人 </a:t>
            </a:r>
            <a:r>
              <a:rPr lang="en-US" altLang="zh-CN" dirty="0">
                <a:sym typeface="Wingdings" panose="05000000000000000000" pitchFamily="2" charset="2"/>
              </a:rPr>
              <a:t> </a:t>
            </a:r>
            <a:r>
              <a:rPr lang="zh-CN" altLang="en-US" dirty="0">
                <a:sym typeface="Wingdings" panose="05000000000000000000" pitchFamily="2" charset="2"/>
              </a:rPr>
              <a:t>系统参与者</a:t>
            </a:r>
          </a:p>
          <a:p>
            <a:pPr lvl="1" eaLnBrk="1" hangingPunct="1">
              <a:defRPr/>
            </a:pPr>
            <a:r>
              <a:rPr lang="zh-CN" altLang="en-US" dirty="0">
                <a:sym typeface="Wingdings" panose="05000000000000000000" pitchFamily="2" charset="2"/>
              </a:rPr>
              <a:t>业务工人的操作</a:t>
            </a:r>
            <a:r>
              <a:rPr lang="en-US" altLang="zh-CN" dirty="0">
                <a:sym typeface="Wingdings" panose="05000000000000000000" pitchFamily="2" charset="2"/>
              </a:rPr>
              <a:t>(</a:t>
            </a:r>
            <a:r>
              <a:rPr lang="zh-CN" altLang="en-US" dirty="0">
                <a:sym typeface="Wingdings" panose="05000000000000000000" pitchFamily="2" charset="2"/>
              </a:rPr>
              <a:t>活动</a:t>
            </a:r>
            <a:r>
              <a:rPr lang="en-US" altLang="zh-CN" dirty="0">
                <a:sym typeface="Wingdings" panose="05000000000000000000" pitchFamily="2" charset="2"/>
              </a:rPr>
              <a:t>)  </a:t>
            </a:r>
            <a:r>
              <a:rPr lang="zh-CN" altLang="en-US" dirty="0">
                <a:sym typeface="Wingdings" panose="05000000000000000000" pitchFamily="2" charset="2"/>
              </a:rPr>
              <a:t>系统用例</a:t>
            </a:r>
          </a:p>
          <a:p>
            <a:pPr lvl="1" eaLnBrk="1" hangingPunct="1">
              <a:defRPr/>
            </a:pPr>
            <a:r>
              <a:rPr lang="zh-CN" altLang="en-US" dirty="0">
                <a:sym typeface="Wingdings" panose="05000000000000000000" pitchFamily="2" charset="2"/>
              </a:rPr>
              <a:t>业务实体 </a:t>
            </a:r>
            <a:r>
              <a:rPr lang="en-US" altLang="zh-CN" dirty="0">
                <a:sym typeface="Wingdings" panose="05000000000000000000" pitchFamily="2" charset="2"/>
              </a:rPr>
              <a:t> </a:t>
            </a:r>
            <a:r>
              <a:rPr lang="zh-CN" altLang="en-US" dirty="0">
                <a:sym typeface="Wingdings" panose="05000000000000000000" pitchFamily="2" charset="2"/>
              </a:rPr>
              <a:t>实体类</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654A4E06-C2E9-4336-8D07-A687E18F0DFF}" type="slidenum">
              <a:rPr lang="en-US" altLang="zh-CN" sz="1200" b="0">
                <a:solidFill>
                  <a:srgbClr val="4D4D4D"/>
                </a:solidFill>
                <a:latin typeface="Arial" panose="020B0604020202020204" pitchFamily="34" charset="0"/>
              </a:rPr>
              <a:t>39</a:t>
            </a:fld>
            <a:r>
              <a:rPr lang="en-US" altLang="zh-CN" sz="1200" b="0">
                <a:solidFill>
                  <a:srgbClr val="4D4D4D"/>
                </a:solidFill>
                <a:latin typeface="Arial" panose="020B0604020202020204" pitchFamily="34" charset="0"/>
              </a:rPr>
              <a:t>-</a:t>
            </a:r>
          </a:p>
        </p:txBody>
      </p:sp>
      <p:sp>
        <p:nvSpPr>
          <p:cNvPr id="57347" name="Rectangle 2"/>
          <p:cNvSpPr>
            <a:spLocks noGrp="1" noChangeArrowheads="1"/>
          </p:cNvSpPr>
          <p:nvPr>
            <p:ph type="title"/>
          </p:nvPr>
        </p:nvSpPr>
        <p:spPr/>
        <p:txBody>
          <a:bodyPr/>
          <a:lstStyle/>
          <a:p>
            <a:pPr eaLnBrk="1" hangingPunct="1"/>
            <a:r>
              <a:rPr lang="zh-CN" altLang="en-US" dirty="0"/>
              <a:t>从业务建模到系统模型</a:t>
            </a:r>
            <a:endParaRPr lang="en-US" altLang="zh-CN" dirty="0"/>
          </a:p>
        </p:txBody>
      </p:sp>
      <p:pic>
        <p:nvPicPr>
          <p:cNvPr id="4" name="图片 3"/>
          <p:cNvPicPr>
            <a:picLocks noChangeAspect="1"/>
          </p:cNvPicPr>
          <p:nvPr/>
        </p:nvPicPr>
        <p:blipFill>
          <a:blip r:embed="rId3"/>
          <a:stretch>
            <a:fillRect/>
          </a:stretch>
        </p:blipFill>
        <p:spPr>
          <a:xfrm>
            <a:off x="609600" y="908348"/>
            <a:ext cx="8780337" cy="589432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D8A3B061-E856-490C-B706-D544D5736134}" type="slidenum">
              <a:rPr lang="en-US" altLang="zh-CN" sz="1200" b="0">
                <a:solidFill>
                  <a:srgbClr val="4D4D4D"/>
                </a:solidFill>
                <a:latin typeface="Arial" panose="020B0604020202020204" pitchFamily="34" charset="0"/>
              </a:rPr>
              <a:t>40</a:t>
            </a:fld>
            <a:r>
              <a:rPr lang="en-US" altLang="zh-CN" sz="1200" b="0">
                <a:solidFill>
                  <a:srgbClr val="4D4D4D"/>
                </a:solidFill>
                <a:latin typeface="Arial" panose="020B0604020202020204" pitchFamily="34" charset="0"/>
              </a:rPr>
              <a:t>-</a:t>
            </a:r>
          </a:p>
        </p:txBody>
      </p:sp>
      <p:sp>
        <p:nvSpPr>
          <p:cNvPr id="33795" name="Rectangle 2"/>
          <p:cNvSpPr>
            <a:spLocks noGrp="1" noChangeArrowheads="1"/>
          </p:cNvSpPr>
          <p:nvPr>
            <p:ph type="title"/>
          </p:nvPr>
        </p:nvSpPr>
        <p:spPr/>
        <p:txBody>
          <a:bodyPr/>
          <a:lstStyle/>
          <a:p>
            <a:pPr eaLnBrk="1" hangingPunct="1"/>
            <a:r>
              <a:rPr lang="zh-CN" altLang="en-US" dirty="0"/>
              <a:t>用例建模流程总览</a:t>
            </a:r>
            <a:r>
              <a:rPr lang="en-US" altLang="zh-CN" dirty="0"/>
              <a:t>  </a:t>
            </a:r>
            <a:r>
              <a:rPr lang="en-US" altLang="zh-CN" sz="3600" baseline="50000" dirty="0">
                <a:solidFill>
                  <a:schemeClr val="tx2"/>
                </a:solidFill>
                <a:uFillTx/>
              </a:rPr>
              <a:t>[4]</a:t>
            </a:r>
          </a:p>
        </p:txBody>
      </p:sp>
      <p:sp>
        <p:nvSpPr>
          <p:cNvPr id="33796" name="Rectangle 3"/>
          <p:cNvSpPr>
            <a:spLocks noGrp="1" noChangeArrowheads="1"/>
          </p:cNvSpPr>
          <p:nvPr>
            <p:ph type="body" idx="1"/>
          </p:nvPr>
        </p:nvSpPr>
        <p:spPr/>
        <p:txBody>
          <a:bodyPr/>
          <a:lstStyle/>
          <a:p>
            <a:pPr eaLnBrk="1" hangingPunct="1">
              <a:lnSpc>
                <a:spcPct val="90000"/>
              </a:lnSpc>
            </a:pPr>
            <a:r>
              <a:rPr lang="en-US" altLang="zh-CN" dirty="0"/>
              <a:t>1. </a:t>
            </a:r>
            <a:r>
              <a:rPr lang="zh-CN" altLang="en-US" dirty="0"/>
              <a:t>获取原始需求</a:t>
            </a:r>
          </a:p>
          <a:p>
            <a:pPr eaLnBrk="1" hangingPunct="1">
              <a:lnSpc>
                <a:spcPct val="90000"/>
              </a:lnSpc>
            </a:pPr>
            <a:r>
              <a:rPr lang="en-US" altLang="zh-CN" dirty="0"/>
              <a:t>2. </a:t>
            </a:r>
            <a:r>
              <a:rPr lang="zh-CN" altLang="en-US" dirty="0"/>
              <a:t>开发一个可以理解的需求</a:t>
            </a:r>
          </a:p>
          <a:p>
            <a:pPr lvl="1" eaLnBrk="1" hangingPunct="1">
              <a:lnSpc>
                <a:spcPct val="90000"/>
              </a:lnSpc>
            </a:pPr>
            <a:r>
              <a:rPr lang="en-US" altLang="zh-CN" dirty="0"/>
              <a:t>2.1 </a:t>
            </a:r>
            <a:r>
              <a:rPr lang="zh-CN" altLang="en-US" dirty="0"/>
              <a:t>识别参与者</a:t>
            </a:r>
          </a:p>
          <a:p>
            <a:pPr lvl="1" eaLnBrk="1" hangingPunct="1">
              <a:lnSpc>
                <a:spcPct val="90000"/>
              </a:lnSpc>
            </a:pPr>
            <a:r>
              <a:rPr lang="en-US" altLang="zh-CN" dirty="0"/>
              <a:t>2.2 </a:t>
            </a:r>
            <a:r>
              <a:rPr lang="zh-CN" altLang="en-US" dirty="0"/>
              <a:t>识别用例</a:t>
            </a:r>
          </a:p>
          <a:p>
            <a:pPr lvl="1" eaLnBrk="1" hangingPunct="1">
              <a:lnSpc>
                <a:spcPct val="90000"/>
              </a:lnSpc>
            </a:pPr>
            <a:r>
              <a:rPr lang="en-US" altLang="zh-CN" dirty="0"/>
              <a:t>2.3 </a:t>
            </a:r>
            <a:r>
              <a:rPr lang="zh-CN" altLang="en-US" dirty="0"/>
              <a:t>绘制用例图</a:t>
            </a:r>
          </a:p>
          <a:p>
            <a:pPr eaLnBrk="1" hangingPunct="1">
              <a:lnSpc>
                <a:spcPct val="90000"/>
              </a:lnSpc>
            </a:pPr>
            <a:r>
              <a:rPr lang="en-US" altLang="zh-CN" dirty="0"/>
              <a:t>3 </a:t>
            </a:r>
            <a:r>
              <a:rPr lang="zh-CN" altLang="en-US" dirty="0"/>
              <a:t>详细、完整地描述需求</a:t>
            </a:r>
            <a:r>
              <a:rPr lang="en-US" altLang="zh-CN" dirty="0"/>
              <a:t>-</a:t>
            </a:r>
            <a:r>
              <a:rPr lang="zh-CN" altLang="en-US" dirty="0"/>
              <a:t>编写用例文档</a:t>
            </a:r>
          </a:p>
          <a:p>
            <a:pPr eaLnBrk="1" hangingPunct="1">
              <a:lnSpc>
                <a:spcPct val="90000"/>
              </a:lnSpc>
            </a:pPr>
            <a:r>
              <a:rPr lang="en-US" altLang="zh-CN" dirty="0"/>
              <a:t>4 </a:t>
            </a:r>
            <a:r>
              <a:rPr lang="zh-CN" altLang="en-US" dirty="0"/>
              <a:t>重构用例模型</a:t>
            </a:r>
          </a:p>
          <a:p>
            <a:pPr lvl="1" eaLnBrk="1" hangingPunct="1">
              <a:lnSpc>
                <a:spcPct val="90000"/>
              </a:lnSpc>
            </a:pPr>
            <a:r>
              <a:rPr lang="en-US" altLang="zh-CN" dirty="0"/>
              <a:t>4.1 </a:t>
            </a:r>
            <a:r>
              <a:rPr lang="zh-CN" altLang="en-US" dirty="0"/>
              <a:t>识别用例间的关系</a:t>
            </a:r>
          </a:p>
          <a:p>
            <a:pPr lvl="1" eaLnBrk="1" hangingPunct="1">
              <a:lnSpc>
                <a:spcPct val="90000"/>
              </a:lnSpc>
            </a:pPr>
            <a:r>
              <a:rPr lang="en-US" altLang="zh-CN" dirty="0"/>
              <a:t>4.2 </a:t>
            </a:r>
            <a:r>
              <a:rPr lang="zh-CN" altLang="en-US" dirty="0"/>
              <a:t>对用例进行分包和分级</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55806154-9F42-452C-A69C-45726C130B21}" type="slidenum">
              <a:rPr lang="en-US" altLang="zh-CN" sz="1200" b="0">
                <a:solidFill>
                  <a:srgbClr val="4D4D4D"/>
                </a:solidFill>
                <a:latin typeface="Arial" panose="020B0604020202020204" pitchFamily="34" charset="0"/>
              </a:rPr>
              <a:t>41</a:t>
            </a:fld>
            <a:r>
              <a:rPr lang="en-US" altLang="zh-CN" sz="1200" b="0">
                <a:solidFill>
                  <a:srgbClr val="4D4D4D"/>
                </a:solidFill>
                <a:latin typeface="Arial" panose="020B0604020202020204" pitchFamily="34" charset="0"/>
              </a:rPr>
              <a:t>-</a:t>
            </a:r>
          </a:p>
        </p:txBody>
      </p:sp>
      <p:sp>
        <p:nvSpPr>
          <p:cNvPr id="35843" name="Rectangle 2"/>
          <p:cNvSpPr>
            <a:spLocks noGrp="1" noChangeArrowheads="1"/>
          </p:cNvSpPr>
          <p:nvPr>
            <p:ph type="title"/>
          </p:nvPr>
        </p:nvSpPr>
        <p:spPr/>
        <p:txBody>
          <a:bodyPr/>
          <a:lstStyle/>
          <a:p>
            <a:pPr eaLnBrk="1" hangingPunct="1"/>
            <a:r>
              <a:rPr lang="zh-CN" altLang="en-US" dirty="0"/>
              <a:t>需求从何而来</a:t>
            </a:r>
            <a:endParaRPr lang="en-US" altLang="zh-CN" dirty="0"/>
          </a:p>
        </p:txBody>
      </p:sp>
      <p:sp>
        <p:nvSpPr>
          <p:cNvPr id="35844" name="Rectangle 3"/>
          <p:cNvSpPr>
            <a:spLocks noGrp="1" noChangeArrowheads="1"/>
          </p:cNvSpPr>
          <p:nvPr>
            <p:ph type="body" idx="1"/>
          </p:nvPr>
        </p:nvSpPr>
        <p:spPr/>
        <p:txBody>
          <a:bodyPr/>
          <a:lstStyle/>
          <a:p>
            <a:pPr eaLnBrk="1" hangingPunct="1"/>
            <a:r>
              <a:rPr lang="zh-CN" altLang="en-US" dirty="0"/>
              <a:t>需求只能来自涉众</a:t>
            </a:r>
          </a:p>
          <a:p>
            <a:pPr lvl="1" eaLnBrk="1" hangingPunct="1"/>
            <a:r>
              <a:rPr lang="zh-CN" altLang="en-US" dirty="0"/>
              <a:t>最终用户、客户</a:t>
            </a:r>
          </a:p>
          <a:p>
            <a:pPr lvl="1" eaLnBrk="1" hangingPunct="1"/>
            <a:r>
              <a:rPr lang="zh-CN" altLang="en-US" dirty="0"/>
              <a:t>政府、法律、文化</a:t>
            </a:r>
          </a:p>
          <a:p>
            <a:pPr lvl="1" eaLnBrk="1" hangingPunct="1"/>
            <a:r>
              <a:rPr lang="zh-CN" altLang="en-US" dirty="0"/>
              <a:t>开发人员、管理人员</a:t>
            </a:r>
          </a:p>
          <a:p>
            <a:pPr lvl="1" eaLnBrk="1" hangingPunct="1"/>
            <a:r>
              <a:rPr lang="zh-CN" altLang="en-US" dirty="0"/>
              <a:t>竞争对手</a:t>
            </a:r>
          </a:p>
          <a:p>
            <a:pPr lvl="1" eaLnBrk="1" hangingPunct="1"/>
            <a:r>
              <a:rPr lang="en-US" altLang="zh-CN" dirty="0"/>
              <a:t>…</a:t>
            </a:r>
          </a:p>
          <a:p>
            <a:pPr eaLnBrk="1" hangingPunct="1"/>
            <a:r>
              <a:rPr lang="zh-CN" altLang="en-US" dirty="0"/>
              <a:t>但并不是直接从涉众中来</a:t>
            </a:r>
          </a:p>
          <a:p>
            <a:pPr lvl="1" eaLnBrk="1" hangingPunct="1"/>
            <a:r>
              <a:rPr kumimoji="0" lang="zh-CN" altLang="en-US" dirty="0"/>
              <a:t>你们的需求是什么？</a:t>
            </a:r>
            <a:endParaRPr kumimoji="0" lang="en-US" altLang="zh-CN" dirty="0"/>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34859B71-4975-4D07-B38A-C939F3AA1AE1}" type="slidenum">
              <a:rPr lang="en-US" altLang="zh-CN" sz="1200" b="0">
                <a:solidFill>
                  <a:srgbClr val="4D4D4D"/>
                </a:solidFill>
                <a:latin typeface="Arial" panose="020B0604020202020204" pitchFamily="34" charset="0"/>
              </a:rPr>
              <a:t>42</a:t>
            </a:fld>
            <a:r>
              <a:rPr lang="en-US" altLang="zh-CN" sz="1200" b="0">
                <a:solidFill>
                  <a:srgbClr val="4D4D4D"/>
                </a:solidFill>
                <a:latin typeface="Arial" panose="020B0604020202020204" pitchFamily="34" charset="0"/>
              </a:rPr>
              <a:t>-</a:t>
            </a:r>
          </a:p>
        </p:txBody>
      </p:sp>
      <p:sp>
        <p:nvSpPr>
          <p:cNvPr id="36867" name="Rectangle 2"/>
          <p:cNvSpPr>
            <a:spLocks noGrp="1" noChangeArrowheads="1"/>
          </p:cNvSpPr>
          <p:nvPr>
            <p:ph type="title"/>
          </p:nvPr>
        </p:nvSpPr>
        <p:spPr/>
        <p:txBody>
          <a:bodyPr/>
          <a:lstStyle/>
          <a:p>
            <a:pPr eaLnBrk="1" hangingPunct="1"/>
            <a:r>
              <a:rPr lang="zh-CN" altLang="en-US"/>
              <a:t>涉众无法直接提供需求</a:t>
            </a:r>
            <a:endParaRPr lang="en-US" altLang="zh-CN"/>
          </a:p>
        </p:txBody>
      </p:sp>
      <p:sp>
        <p:nvSpPr>
          <p:cNvPr id="36868" name="Rectangle 3"/>
          <p:cNvSpPr>
            <a:spLocks noGrp="1" noChangeArrowheads="1"/>
          </p:cNvSpPr>
          <p:nvPr>
            <p:ph type="body" idx="1"/>
          </p:nvPr>
        </p:nvSpPr>
        <p:spPr/>
        <p:txBody>
          <a:bodyPr/>
          <a:lstStyle/>
          <a:p>
            <a:pPr eaLnBrk="1" hangingPunct="1"/>
            <a:r>
              <a:rPr lang="zh-CN" altLang="en-US" dirty="0"/>
              <a:t>用户不可能直接提供系统的最终需求</a:t>
            </a:r>
            <a:endParaRPr lang="en-US" altLang="zh-CN" dirty="0"/>
          </a:p>
          <a:p>
            <a:pPr lvl="1" eaLnBrk="1" hangingPunct="1"/>
            <a:r>
              <a:rPr lang="zh-CN" altLang="en-US" dirty="0"/>
              <a:t>用户描述的只是现状，对于未来软件的工作模式，用户不可能描述清楚的</a:t>
            </a:r>
            <a:endParaRPr lang="en-US" altLang="zh-CN" dirty="0"/>
          </a:p>
          <a:p>
            <a:pPr eaLnBrk="1" hangingPunct="1"/>
            <a:r>
              <a:rPr lang="zh-CN" altLang="en-US" dirty="0"/>
              <a:t>用户提供的只是个人或组织的需要</a:t>
            </a:r>
            <a:r>
              <a:rPr lang="en-US" altLang="zh-CN" dirty="0"/>
              <a:t>(Need)</a:t>
            </a:r>
            <a:r>
              <a:rPr lang="zh-CN" altLang="en-US" dirty="0"/>
              <a:t>或想法</a:t>
            </a:r>
            <a:endParaRPr lang="en-US" altLang="zh-CN" dirty="0"/>
          </a:p>
          <a:p>
            <a:pPr eaLnBrk="1" hangingPunct="1"/>
            <a:r>
              <a:rPr lang="zh-CN" altLang="en-US" dirty="0"/>
              <a:t>需求获取：系统分析师必须能够透过这些原始的需要来获取软件的最终需求</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1F3967C8-7846-4367-BDC6-448B9106886B}" type="slidenum">
              <a:rPr lang="en-US" altLang="zh-CN" sz="1200" b="0">
                <a:solidFill>
                  <a:srgbClr val="4D4D4D"/>
                </a:solidFill>
                <a:latin typeface="Arial" panose="020B0604020202020204" pitchFamily="34" charset="0"/>
              </a:rPr>
              <a:t>43</a:t>
            </a:fld>
            <a:r>
              <a:rPr lang="en-US" altLang="zh-CN" sz="1200" b="0">
                <a:solidFill>
                  <a:srgbClr val="4D4D4D"/>
                </a:solidFill>
                <a:latin typeface="Arial" panose="020B0604020202020204" pitchFamily="34" charset="0"/>
              </a:rPr>
              <a:t>-</a:t>
            </a:r>
          </a:p>
        </p:txBody>
      </p:sp>
      <p:sp>
        <p:nvSpPr>
          <p:cNvPr id="71683" name="Rectangle 2"/>
          <p:cNvSpPr>
            <a:spLocks noGrp="1" noChangeArrowheads="1"/>
          </p:cNvSpPr>
          <p:nvPr>
            <p:ph type="title"/>
          </p:nvPr>
        </p:nvSpPr>
        <p:spPr/>
        <p:txBody>
          <a:bodyPr/>
          <a:lstStyle/>
          <a:p>
            <a:pPr eaLnBrk="1" hangingPunct="1"/>
            <a:r>
              <a:rPr lang="zh-CN" altLang="en-US" dirty="0"/>
              <a:t>建模实践：旅游业务申请系统</a:t>
            </a:r>
            <a:endParaRPr lang="en-US" altLang="zh-CN" dirty="0"/>
          </a:p>
        </p:txBody>
      </p:sp>
      <p:sp>
        <p:nvSpPr>
          <p:cNvPr id="71684" name="Rectangle 3"/>
          <p:cNvSpPr>
            <a:spLocks noGrp="1" noChangeArrowheads="1"/>
          </p:cNvSpPr>
          <p:nvPr>
            <p:ph type="body" idx="1"/>
          </p:nvPr>
        </p:nvSpPr>
        <p:spPr>
          <a:xfrm>
            <a:off x="659908" y="3068960"/>
            <a:ext cx="10872184" cy="5400675"/>
          </a:xfrm>
        </p:spPr>
        <p:txBody>
          <a:bodyPr/>
          <a:lstStyle/>
          <a:p>
            <a:pPr eaLnBrk="1" hangingPunct="1"/>
            <a:r>
              <a:rPr lang="zh-CN" altLang="en-US" dirty="0"/>
              <a:t>阅读“旅游业务申请系统”问题陈述</a:t>
            </a:r>
          </a:p>
          <a:p>
            <a:pPr lvl="1" eaLnBrk="1" hangingPunct="1"/>
            <a:r>
              <a:rPr lang="zh-CN" altLang="en-US" dirty="0"/>
              <a:t>识别系统参与者</a:t>
            </a:r>
          </a:p>
          <a:p>
            <a:pPr lvl="1" eaLnBrk="1" hangingPunct="1"/>
            <a:r>
              <a:rPr lang="zh-CN" altLang="en-US" dirty="0"/>
              <a:t>识别系统用例</a:t>
            </a:r>
          </a:p>
          <a:p>
            <a:pPr lvl="1" eaLnBrk="1" hangingPunct="1"/>
            <a:r>
              <a:rPr lang="zh-CN" altLang="en-US" dirty="0"/>
              <a:t>绘制用例图</a:t>
            </a:r>
            <a:endParaRPr lang="en-US" altLang="zh-CN" dirty="0"/>
          </a:p>
        </p:txBody>
      </p:sp>
      <p:sp>
        <p:nvSpPr>
          <p:cNvPr id="2" name="文本框 1">
            <a:extLst>
              <a:ext uri="{FF2B5EF4-FFF2-40B4-BE49-F238E27FC236}">
                <a16:creationId xmlns:a16="http://schemas.microsoft.com/office/drawing/2014/main" id="{2444CD3C-E8A3-A08F-242D-57F3ADE7DA5C}"/>
              </a:ext>
            </a:extLst>
          </p:cNvPr>
          <p:cNvSpPr txBox="1"/>
          <p:nvPr/>
        </p:nvSpPr>
        <p:spPr>
          <a:xfrm>
            <a:off x="911424" y="1196752"/>
            <a:ext cx="9649072" cy="1754326"/>
          </a:xfrm>
          <a:prstGeom prst="rect">
            <a:avLst/>
          </a:prstGeom>
          <a:noFill/>
        </p:spPr>
        <p:txBody>
          <a:bodyPr wrap="square" rtlCol="0">
            <a:spAutoFit/>
          </a:bodyPr>
          <a:lstStyle/>
          <a:p>
            <a:r>
              <a:rPr lang="zh-CN" altLang="en-US" sz="1800" b="0" dirty="0">
                <a:latin typeface="Arial" panose="020B0604020202020204" pitchFamily="34" charset="0"/>
              </a:rPr>
              <a:t>奥游旅行社需要开发信息系统替代手工办理。前台员工查询符合条件的旅游团，录入申请人信息，按距出发天数收取订金（</a:t>
            </a:r>
            <a:r>
              <a:rPr lang="en-US" altLang="zh-CN" sz="1800" b="0" dirty="0">
                <a:latin typeface="Arial" panose="020B0604020202020204" pitchFamily="34" charset="0"/>
              </a:rPr>
              <a:t>10%/20%/</a:t>
            </a:r>
            <a:r>
              <a:rPr lang="zh-CN" altLang="en-US" sz="1800" b="0" dirty="0">
                <a:latin typeface="Arial" panose="020B0604020202020204" pitchFamily="34" charset="0"/>
              </a:rPr>
              <a:t>全款）。收到邮寄回的申请书后，录入所有参加者信息完成申请。系统打印交款单催缴余款，收款时录入支付信息，每晚导出数据至财务系统。可变更或取消申请，取消按距出发天数收手续费（无</a:t>
            </a:r>
            <a:r>
              <a:rPr lang="en-US" altLang="zh-CN" sz="1800" b="0" dirty="0">
                <a:latin typeface="Arial" panose="020B0604020202020204" pitchFamily="34" charset="0"/>
              </a:rPr>
              <a:t>/20%/50%/</a:t>
            </a:r>
            <a:r>
              <a:rPr lang="zh-CN" altLang="en-US" sz="1800" b="0" dirty="0">
                <a:latin typeface="Arial" panose="020B0604020202020204" pitchFamily="34" charset="0"/>
              </a:rPr>
              <a:t>全款）。员工管理旅游路线和价格，价格公开后不可变更。</a:t>
            </a:r>
            <a:endParaRPr lang="en-US" altLang="zh-CN" sz="1800" b="0" dirty="0">
              <a:latin typeface="Arial" panose="020B0604020202020204" pitchFamily="34" charset="0"/>
            </a:endParaRPr>
          </a:p>
          <a:p>
            <a:endParaRPr lang="zh-CN" altLang="en-US" sz="1800" dirty="0"/>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标题 1"/>
          <p:cNvSpPr>
            <a:spLocks noGrp="1"/>
          </p:cNvSpPr>
          <p:nvPr>
            <p:ph type="title"/>
          </p:nvPr>
        </p:nvSpPr>
        <p:spPr/>
        <p:txBody>
          <a:bodyPr/>
          <a:lstStyle/>
          <a:p>
            <a:r>
              <a:rPr lang="zh-CN" altLang="en-US"/>
              <a:t>获取系统参与者</a:t>
            </a:r>
          </a:p>
        </p:txBody>
      </p:sp>
      <p:sp>
        <p:nvSpPr>
          <p:cNvPr id="7270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38F0B5C4-967C-4E05-BA2D-F8C92AFC8B9D}" type="slidenum">
              <a:rPr lang="en-US" altLang="zh-CN" sz="1200" b="0">
                <a:solidFill>
                  <a:srgbClr val="4D4D4D"/>
                </a:solidFill>
                <a:latin typeface="Arial" panose="020B0604020202020204" pitchFamily="34" charset="0"/>
              </a:rPr>
              <a:t>44</a:t>
            </a:fld>
            <a:r>
              <a:rPr lang="en-US" altLang="zh-CN" sz="1200" b="0">
                <a:solidFill>
                  <a:srgbClr val="4D4D4D"/>
                </a:solidFill>
                <a:latin typeface="Arial" panose="020B0604020202020204" pitchFamily="34" charset="0"/>
              </a:rPr>
              <a:t>-</a:t>
            </a:r>
          </a:p>
        </p:txBody>
      </p:sp>
      <p:graphicFrame>
        <p:nvGraphicFramePr>
          <p:cNvPr id="5" name="表格 4"/>
          <p:cNvGraphicFramePr>
            <a:graphicFrameLocks noGrp="1"/>
          </p:cNvGraphicFramePr>
          <p:nvPr/>
        </p:nvGraphicFramePr>
        <p:xfrm>
          <a:off x="1881188" y="1071564"/>
          <a:ext cx="8501062" cy="5121275"/>
        </p:xfrm>
        <a:graphic>
          <a:graphicData uri="http://schemas.openxmlformats.org/drawingml/2006/table">
            <a:tbl>
              <a:tblPr/>
              <a:tblGrid>
                <a:gridCol w="642938">
                  <a:extLst>
                    <a:ext uri="{9D8B030D-6E8A-4147-A177-3AD203B41FA5}">
                      <a16:colId xmlns:a16="http://schemas.microsoft.com/office/drawing/2014/main" val="20000"/>
                    </a:ext>
                  </a:extLst>
                </a:gridCol>
                <a:gridCol w="1571625">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1370855">
                  <a:extLst>
                    <a:ext uri="{9D8B030D-6E8A-4147-A177-3AD203B41FA5}">
                      <a16:colId xmlns:a16="http://schemas.microsoft.com/office/drawing/2014/main" val="20004"/>
                    </a:ext>
                  </a:extLst>
                </a:gridCol>
                <a:gridCol w="629394">
                  <a:extLst>
                    <a:ext uri="{9D8B030D-6E8A-4147-A177-3AD203B41FA5}">
                      <a16:colId xmlns:a16="http://schemas.microsoft.com/office/drawing/2014/main" val="20005"/>
                    </a:ext>
                  </a:extLst>
                </a:gridCol>
              </a:tblGrid>
              <a:tr h="1013240">
                <a:tc>
                  <a:txBody>
                    <a:bodyPr/>
                    <a:lstStyle/>
                    <a:p>
                      <a:pPr algn="ctr">
                        <a:spcAft>
                          <a:spcPts val="0"/>
                        </a:spcAft>
                        <a:tabLst>
                          <a:tab pos="1447800" algn="l"/>
                        </a:tabLst>
                      </a:pPr>
                      <a:r>
                        <a:rPr lang="zh-CN" sz="1800" b="1" kern="100" dirty="0">
                          <a:solidFill>
                            <a:srgbClr val="C00000"/>
                          </a:solidFill>
                          <a:latin typeface="Times New Roman" panose="02020603050405020304"/>
                          <a:ea typeface="宋体" panose="02010600030101010101" pitchFamily="2" charset="-122"/>
                          <a:cs typeface="Times New Roman" panose="02020603050405020304"/>
                        </a:rPr>
                        <a:t>抽取角度</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zh-CN" sz="1800" b="1" kern="100" dirty="0">
                          <a:solidFill>
                            <a:srgbClr val="C00000"/>
                          </a:solidFill>
                          <a:latin typeface="Times New Roman" panose="02020603050405020304"/>
                          <a:ea typeface="宋体" panose="02010600030101010101" pitchFamily="2" charset="-122"/>
                          <a:cs typeface="Times New Roman" panose="02020603050405020304"/>
                        </a:rPr>
                        <a:t>外部事物种类</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zh-CN" sz="1800" b="1" kern="100" dirty="0">
                          <a:solidFill>
                            <a:srgbClr val="C00000"/>
                          </a:solidFill>
                          <a:latin typeface="Times New Roman" panose="02020603050405020304"/>
                          <a:ea typeface="宋体" panose="02010600030101010101" pitchFamily="2" charset="-122"/>
                          <a:cs typeface="Times New Roman" panose="02020603050405020304"/>
                        </a:rPr>
                        <a:t>主要日常工作</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zh-CN" sz="1800" b="1" kern="100" dirty="0">
                          <a:solidFill>
                            <a:srgbClr val="C00000"/>
                          </a:solidFill>
                          <a:latin typeface="Times New Roman" panose="02020603050405020304"/>
                          <a:ea typeface="宋体" panose="02010600030101010101" pitchFamily="2" charset="-122"/>
                          <a:cs typeface="Times New Roman" panose="02020603050405020304"/>
                        </a:rPr>
                        <a:t>使用目标系统职责</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zh-CN" sz="1800" b="1" kern="100" dirty="0">
                          <a:solidFill>
                            <a:srgbClr val="C00000"/>
                          </a:solidFill>
                          <a:latin typeface="Times New Roman" panose="02020603050405020304"/>
                          <a:ea typeface="宋体" panose="02010600030101010101" pitchFamily="2" charset="-122"/>
                          <a:cs typeface="Times New Roman" panose="02020603050405020304"/>
                        </a:rPr>
                        <a:t>参与者</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zh-CN" sz="1800" b="1" kern="100" dirty="0">
                          <a:solidFill>
                            <a:srgbClr val="C00000"/>
                          </a:solidFill>
                          <a:latin typeface="Times New Roman" panose="02020603050405020304"/>
                          <a:ea typeface="宋体" panose="02010600030101010101" pitchFamily="2" charset="-122"/>
                          <a:cs typeface="Times New Roman" panose="02020603050405020304"/>
                        </a:rPr>
                        <a:t>典型代表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97409">
                <a:tc rowSpan="4">
                  <a:txBody>
                    <a:bodyPr/>
                    <a:lstStyle/>
                    <a:p>
                      <a:pPr algn="ctr">
                        <a:spcAft>
                          <a:spcPts val="0"/>
                        </a:spcAft>
                        <a:tabLst>
                          <a:tab pos="1447800" algn="l"/>
                        </a:tabLst>
                      </a:pPr>
                      <a:r>
                        <a:rPr lang="zh-CN" sz="1800" b="1" kern="100" dirty="0">
                          <a:latin typeface="Times New Roman" panose="02020603050405020304"/>
                          <a:ea typeface="宋体" panose="02010600030101010101" pitchFamily="2" charset="-122"/>
                          <a:cs typeface="Times New Roman" panose="02020603050405020304"/>
                        </a:rPr>
                        <a:t>相关用户</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dirty="0">
                          <a:latin typeface="Times New Roman" panose="02020603050405020304"/>
                          <a:ea typeface="宋体" panose="02010600030101010101" pitchFamily="2" charset="-122"/>
                          <a:cs typeface="Times New Roman" panose="02020603050405020304"/>
                        </a:rPr>
                        <a:t>前台招待顾客的员工</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dirty="0">
                          <a:latin typeface="Times New Roman" panose="02020603050405020304"/>
                          <a:ea typeface="宋体" panose="02010600030101010101" pitchFamily="2" charset="-122"/>
                          <a:cs typeface="Times New Roman" panose="02020603050405020304"/>
                        </a:rPr>
                        <a:t>洽谈客户事宜并为客户办理各种申请和取消手续、完成费用支付</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dirty="0">
                          <a:latin typeface="Times New Roman" panose="02020603050405020304"/>
                          <a:ea typeface="宋体" panose="02010600030101010101" pitchFamily="2" charset="-122"/>
                          <a:cs typeface="Times New Roman" panose="02020603050405020304"/>
                        </a:rPr>
                        <a:t>办理申请手续以及相关的取消、支付等后续业务</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前台服务员</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具体用户代表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48705">
                <a:tc vMerge="1">
                  <a:txBody>
                    <a:bodyPr/>
                    <a:lstStyle/>
                    <a:p>
                      <a:endParaRPr lang="zh-CN"/>
                    </a:p>
                  </a:txBody>
                  <a:tcPr/>
                </a:tc>
                <a:tc>
                  <a:txBody>
                    <a:bodyPr/>
                    <a:lstStyle/>
                    <a:p>
                      <a:pPr algn="just">
                        <a:spcAft>
                          <a:spcPts val="0"/>
                        </a:spcAft>
                        <a:tabLst>
                          <a:tab pos="1447800" algn="l"/>
                        </a:tabLst>
                      </a:pPr>
                      <a:r>
                        <a:rPr lang="zh-CN" sz="1800" b="1" kern="100" dirty="0">
                          <a:latin typeface="Times New Roman" panose="02020603050405020304"/>
                          <a:ea typeface="宋体" panose="02010600030101010101" pitchFamily="2" charset="-122"/>
                          <a:cs typeface="Times New Roman" panose="02020603050405020304"/>
                        </a:rPr>
                        <a:t>负责催款的员工</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打印和邮寄旅游确认书和交款单</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打印旅游确认书和交款单</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收款员工</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en-US" sz="1800" b="1" kern="100">
                          <a:latin typeface="Times New Roman" panose="02020603050405020304"/>
                          <a:ea typeface="宋体" panose="02010600030101010101" pitchFamily="2" charset="-122"/>
                          <a:cs typeface="Times New Roman" panose="02020603050405020304"/>
                        </a:rPr>
                        <a:t>…</a:t>
                      </a:r>
                      <a:endParaRPr lang="zh-CN" sz="1800" b="1" kern="10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48705">
                <a:tc vMerge="1">
                  <a:txBody>
                    <a:bodyPr/>
                    <a:lstStyle/>
                    <a:p>
                      <a:endParaRPr lang="zh-CN"/>
                    </a:p>
                  </a:txBody>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旅行社内的会计人员</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财务记帐</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不使用本系统，不是参与者</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endParaRPr lang="en-US" sz="1800" b="1" kern="10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BlToTr w="6350" cap="flat" cmpd="sng" algn="ctr">
                      <a:solidFill>
                        <a:srgbClr val="000000"/>
                      </a:solidFill>
                      <a:prstDash val="solid"/>
                      <a:round/>
                      <a:headEnd type="none" w="med" len="med"/>
                      <a:tailEnd type="none" w="med" len="med"/>
                    </a:lnBlToTr>
                  </a:tcPr>
                </a:tc>
                <a:tc>
                  <a:txBody>
                    <a:bodyPr/>
                    <a:lstStyle/>
                    <a:p>
                      <a:pPr algn="ctr">
                        <a:spcAft>
                          <a:spcPts val="0"/>
                        </a:spcAft>
                        <a:tabLst>
                          <a:tab pos="1447800" algn="l"/>
                        </a:tabLst>
                      </a:pPr>
                      <a:r>
                        <a:rPr lang="en-US" sz="1800" b="1" kern="100">
                          <a:latin typeface="Times New Roman" panose="02020603050405020304"/>
                          <a:ea typeface="宋体" panose="02010600030101010101" pitchFamily="2" charset="-122"/>
                          <a:cs typeface="Times New Roman" panose="02020603050405020304"/>
                        </a:rPr>
                        <a:t>…</a:t>
                      </a:r>
                      <a:endParaRPr lang="zh-CN" sz="1800" b="1" kern="10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759930">
                <a:tc vMerge="1">
                  <a:txBody>
                    <a:bodyPr/>
                    <a:lstStyle/>
                    <a:p>
                      <a:endParaRPr lang="zh-CN"/>
                    </a:p>
                  </a:txBody>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宣传和路线管理员工</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制作宣传资料、定期维护旅游路线和活动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维护旅游路线和旅游活动</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路线管理员</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en-US" sz="1800" b="1" kern="100">
                          <a:latin typeface="Times New Roman" panose="02020603050405020304"/>
                          <a:ea typeface="宋体" panose="02010600030101010101" pitchFamily="2" charset="-122"/>
                          <a:cs typeface="Times New Roman" panose="02020603050405020304"/>
                        </a:rPr>
                        <a:t>…</a:t>
                      </a:r>
                      <a:endParaRPr lang="zh-CN" sz="1800" b="1" kern="10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04581">
                <a:tc rowSpan="2">
                  <a:txBody>
                    <a:bodyPr/>
                    <a:lstStyle/>
                    <a:p>
                      <a:pPr algn="ctr">
                        <a:spcAft>
                          <a:spcPts val="0"/>
                        </a:spcAft>
                        <a:tabLst>
                          <a:tab pos="1447800" algn="l"/>
                        </a:tabLst>
                      </a:pPr>
                      <a:r>
                        <a:rPr lang="zh-CN" sz="1800" b="1" kern="100" dirty="0">
                          <a:latin typeface="Times New Roman" panose="02020603050405020304"/>
                          <a:ea typeface="宋体" panose="02010600030101010101" pitchFamily="2" charset="-122"/>
                          <a:cs typeface="Times New Roman" panose="02020603050405020304"/>
                        </a:rPr>
                        <a:t>其他外部事物</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财务系统</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记帐等财务操作</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dirty="0">
                          <a:latin typeface="Times New Roman" panose="02020603050405020304"/>
                          <a:ea typeface="宋体" panose="02010600030101010101" pitchFamily="2" charset="-122"/>
                          <a:cs typeface="Times New Roman" panose="02020603050405020304"/>
                        </a:rPr>
                        <a:t>接收本系统中与现金相关的财务信息</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财务系统</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en-US" sz="1800" b="1" kern="100">
                          <a:latin typeface="Times New Roman" panose="02020603050405020304"/>
                          <a:ea typeface="宋体" panose="02010600030101010101" pitchFamily="2" charset="-122"/>
                          <a:cs typeface="Times New Roman" panose="02020603050405020304"/>
                        </a:rPr>
                        <a:t>...</a:t>
                      </a:r>
                      <a:endParaRPr lang="zh-CN" sz="1800" b="1" kern="10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48705">
                <a:tc vMerge="1">
                  <a:txBody>
                    <a:bodyPr/>
                    <a:lstStyle/>
                    <a:p>
                      <a:endParaRPr lang="zh-CN"/>
                    </a:p>
                  </a:txBody>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外部激励</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关注或影响系统的运行</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定期自动导出财务信息</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时间</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endParaRPr lang="en-US" sz="1800" b="1" kern="100" dirty="0">
                        <a:latin typeface="Times New Roman" panose="02020603050405020304"/>
                        <a:ea typeface="宋体" panose="02010600030101010101" pitchFamily="2" charset="-122"/>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BlToTr w="6350" cap="flat" cmpd="sng" algn="ctr">
                      <a:solidFill>
                        <a:srgbClr val="000000"/>
                      </a:solidFill>
                      <a:prstDash val="solid"/>
                      <a:round/>
                      <a:headEnd type="none" w="med" len="med"/>
                      <a:tailEnd type="none" w="med" len="med"/>
                    </a:lnBlToTr>
                  </a:tcPr>
                </a:tc>
                <a:extLst>
                  <a:ext uri="{0D108BD9-81ED-4DB2-BD59-A6C34878D82A}">
                    <a16:rowId xmlns:a16="http://schemas.microsoft.com/office/drawing/2014/main" val="10006"/>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标题 1"/>
          <p:cNvSpPr>
            <a:spLocks noGrp="1"/>
          </p:cNvSpPr>
          <p:nvPr>
            <p:ph type="title"/>
          </p:nvPr>
        </p:nvSpPr>
        <p:spPr/>
        <p:txBody>
          <a:bodyPr/>
          <a:lstStyle/>
          <a:p>
            <a:r>
              <a:rPr lang="zh-CN" altLang="en-US"/>
              <a:t>从参与者的角度获取用例</a:t>
            </a:r>
          </a:p>
        </p:txBody>
      </p:sp>
      <p:sp>
        <p:nvSpPr>
          <p:cNvPr id="7373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DB68DC0D-85DA-43B8-A184-CACD14F42FE2}" type="slidenum">
              <a:rPr lang="en-US" altLang="zh-CN" sz="1200" b="0">
                <a:solidFill>
                  <a:srgbClr val="4D4D4D"/>
                </a:solidFill>
                <a:latin typeface="Arial" panose="020B0604020202020204" pitchFamily="34" charset="0"/>
              </a:rPr>
              <a:t>45</a:t>
            </a:fld>
            <a:r>
              <a:rPr lang="en-US" altLang="zh-CN" sz="1200" b="0">
                <a:solidFill>
                  <a:srgbClr val="4D4D4D"/>
                </a:solidFill>
                <a:latin typeface="Arial" panose="020B0604020202020204" pitchFamily="34" charset="0"/>
              </a:rPr>
              <a:t>-</a:t>
            </a:r>
          </a:p>
        </p:txBody>
      </p:sp>
      <p:graphicFrame>
        <p:nvGraphicFramePr>
          <p:cNvPr id="5" name="表格 4"/>
          <p:cNvGraphicFramePr>
            <a:graphicFrameLocks noGrp="1"/>
          </p:cNvGraphicFramePr>
          <p:nvPr/>
        </p:nvGraphicFramePr>
        <p:xfrm>
          <a:off x="1952625" y="1000125"/>
          <a:ext cx="8501064" cy="5643560"/>
        </p:xfrm>
        <a:graphic>
          <a:graphicData uri="http://schemas.openxmlformats.org/drawingml/2006/table">
            <a:tbl>
              <a:tblPr/>
              <a:tblGrid>
                <a:gridCol w="928688">
                  <a:extLst>
                    <a:ext uri="{9D8B030D-6E8A-4147-A177-3AD203B41FA5}">
                      <a16:colId xmlns:a16="http://schemas.microsoft.com/office/drawing/2014/main" val="20000"/>
                    </a:ext>
                  </a:extLst>
                </a:gridCol>
                <a:gridCol w="3357563">
                  <a:extLst>
                    <a:ext uri="{9D8B030D-6E8A-4147-A177-3AD203B41FA5}">
                      <a16:colId xmlns:a16="http://schemas.microsoft.com/office/drawing/2014/main" val="20001"/>
                    </a:ext>
                  </a:extLst>
                </a:gridCol>
                <a:gridCol w="1643063">
                  <a:extLst>
                    <a:ext uri="{9D8B030D-6E8A-4147-A177-3AD203B41FA5}">
                      <a16:colId xmlns:a16="http://schemas.microsoft.com/office/drawing/2014/main" val="20002"/>
                    </a:ext>
                  </a:extLst>
                </a:gridCol>
                <a:gridCol w="2571750">
                  <a:extLst>
                    <a:ext uri="{9D8B030D-6E8A-4147-A177-3AD203B41FA5}">
                      <a16:colId xmlns:a16="http://schemas.microsoft.com/office/drawing/2014/main" val="20003"/>
                    </a:ext>
                  </a:extLst>
                </a:gridCol>
              </a:tblGrid>
              <a:tr h="297029">
                <a:tc>
                  <a:txBody>
                    <a:bodyPr/>
                    <a:lstStyle/>
                    <a:p>
                      <a:pPr algn="ctr">
                        <a:spcAft>
                          <a:spcPts val="0"/>
                        </a:spcAft>
                        <a:tabLst>
                          <a:tab pos="1447800" algn="l"/>
                        </a:tabLst>
                      </a:pPr>
                      <a:r>
                        <a:rPr lang="zh-CN" sz="1800" b="1" kern="100" dirty="0">
                          <a:solidFill>
                            <a:srgbClr val="C00000"/>
                          </a:solidFill>
                          <a:latin typeface="Times New Roman" panose="02020603050405020304"/>
                          <a:ea typeface="宋体" panose="02010600030101010101" pitchFamily="2" charset="-122"/>
                          <a:cs typeface="Times New Roman" panose="02020603050405020304"/>
                        </a:rPr>
                        <a:t>参与者</a:t>
                      </a:r>
                    </a:p>
                  </a:txBody>
                  <a:tcPr marL="61278" marR="612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zh-CN" sz="1800" b="1" kern="100">
                          <a:solidFill>
                            <a:srgbClr val="C00000"/>
                          </a:solidFill>
                          <a:latin typeface="Times New Roman" panose="02020603050405020304"/>
                          <a:ea typeface="宋体" panose="02010600030101010101" pitchFamily="2" charset="-122"/>
                          <a:cs typeface="Times New Roman" panose="02020603050405020304"/>
                        </a:rPr>
                        <a:t>主要工作</a:t>
                      </a:r>
                    </a:p>
                  </a:txBody>
                  <a:tcPr marL="61278" marR="612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zh-CN" sz="1800" b="1" kern="100">
                          <a:solidFill>
                            <a:srgbClr val="C00000"/>
                          </a:solidFill>
                          <a:latin typeface="Times New Roman" panose="02020603050405020304"/>
                          <a:ea typeface="宋体" panose="02010600030101010101" pitchFamily="2" charset="-122"/>
                          <a:cs typeface="Times New Roman" panose="02020603050405020304"/>
                        </a:rPr>
                        <a:t>是否使用系统</a:t>
                      </a:r>
                    </a:p>
                  </a:txBody>
                  <a:tcPr marL="61278" marR="612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zh-CN" sz="1800" b="1" kern="100" dirty="0">
                          <a:solidFill>
                            <a:srgbClr val="C00000"/>
                          </a:solidFill>
                          <a:latin typeface="Times New Roman" panose="02020603050405020304"/>
                          <a:ea typeface="宋体" panose="02010600030101010101" pitchFamily="2" charset="-122"/>
                          <a:cs typeface="Times New Roman" panose="02020603050405020304"/>
                        </a:rPr>
                        <a:t>用例</a:t>
                      </a:r>
                    </a:p>
                  </a:txBody>
                  <a:tcPr marL="61278" marR="612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97029">
                <a:tc rowSpan="5">
                  <a:txBody>
                    <a:bodyPr/>
                    <a:lstStyle/>
                    <a:p>
                      <a:pPr algn="ctr">
                        <a:spcAft>
                          <a:spcPts val="0"/>
                        </a:spcAft>
                        <a:tabLst>
                          <a:tab pos="1447800" algn="l"/>
                        </a:tabLst>
                      </a:pPr>
                      <a:r>
                        <a:rPr lang="zh-CN" sz="1800" b="1" kern="100" dirty="0">
                          <a:latin typeface="Times New Roman" panose="02020603050405020304"/>
                          <a:ea typeface="宋体" panose="02010600030101010101" pitchFamily="2" charset="-122"/>
                          <a:cs typeface="Times New Roman" panose="02020603050405020304"/>
                        </a:rPr>
                        <a:t>前台</a:t>
                      </a:r>
                      <a:br>
                        <a:rPr lang="en-US" altLang="zh-CN" sz="1800" b="1" kern="100" dirty="0">
                          <a:latin typeface="Times New Roman" panose="02020603050405020304"/>
                          <a:ea typeface="宋体" panose="02010600030101010101" pitchFamily="2" charset="-122"/>
                          <a:cs typeface="Times New Roman" panose="02020603050405020304"/>
                        </a:rPr>
                      </a:br>
                      <a:r>
                        <a:rPr lang="zh-CN" sz="1800" b="1" kern="100" dirty="0">
                          <a:latin typeface="Times New Roman" panose="02020603050405020304"/>
                          <a:ea typeface="宋体" panose="02010600030101010101" pitchFamily="2" charset="-122"/>
                          <a:cs typeface="Times New Roman" panose="02020603050405020304"/>
                        </a:rPr>
                        <a:t>服务员</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dirty="0">
                          <a:latin typeface="Times New Roman" panose="02020603050405020304"/>
                          <a:ea typeface="宋体" panose="02010600030101010101" pitchFamily="2" charset="-122"/>
                          <a:cs typeface="Times New Roman" panose="02020603050405020304"/>
                        </a:rPr>
                        <a:t>向申请人介绍申请情况</a:t>
                      </a:r>
                    </a:p>
                  </a:txBody>
                  <a:tcPr marL="61278" marR="612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zh-CN" sz="1800" b="1" kern="100" dirty="0">
                          <a:latin typeface="Times New Roman" panose="02020603050405020304"/>
                          <a:ea typeface="宋体" panose="02010600030101010101" pitchFamily="2" charset="-122"/>
                          <a:cs typeface="Times New Roman" panose="02020603050405020304"/>
                        </a:rPr>
                        <a:t>否</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endParaRPr lang="en-US" sz="1800" b="1" kern="100" dirty="0">
                        <a:latin typeface="Times New Roman" panose="02020603050405020304"/>
                        <a:ea typeface="宋体" panose="02010600030101010101" pitchFamily="2" charset="-122"/>
                        <a:cs typeface="Times New Roman" panose="02020603050405020304"/>
                      </a:endParaRP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BlToTr w="6350" cap="flat" cmpd="sng" algn="ctr">
                      <a:solidFill>
                        <a:srgbClr val="000000"/>
                      </a:solidFill>
                      <a:prstDash val="solid"/>
                      <a:round/>
                      <a:headEnd type="none" w="med" len="med"/>
                      <a:tailEnd type="none" w="med" len="med"/>
                    </a:lnBlToTr>
                  </a:tcPr>
                </a:tc>
                <a:extLst>
                  <a:ext uri="{0D108BD9-81ED-4DB2-BD59-A6C34878D82A}">
                    <a16:rowId xmlns:a16="http://schemas.microsoft.com/office/drawing/2014/main" val="10001"/>
                  </a:ext>
                </a:extLst>
              </a:tr>
              <a:tr h="297029">
                <a:tc vMerge="1">
                  <a:txBody>
                    <a:bodyPr/>
                    <a:lstStyle/>
                    <a:p>
                      <a:endParaRPr lang="zh-CN"/>
                    </a:p>
                  </a:txBody>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为申请人办理申请手续</a:t>
                      </a:r>
                    </a:p>
                  </a:txBody>
                  <a:tcPr marL="61278" marR="612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zh-CN" sz="1800" b="1" kern="100" dirty="0">
                          <a:latin typeface="Times New Roman" panose="02020603050405020304"/>
                          <a:ea typeface="宋体" panose="02010600030101010101" pitchFamily="2" charset="-122"/>
                          <a:cs typeface="Times New Roman" panose="02020603050405020304"/>
                        </a:rPr>
                        <a:t>是</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办理申请手续</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94061">
                <a:tc vMerge="1">
                  <a:txBody>
                    <a:bodyPr/>
                    <a:lstStyle/>
                    <a:p>
                      <a:endParaRPr lang="zh-CN"/>
                    </a:p>
                  </a:txBody>
                  <a:tcPr/>
                </a:tc>
                <a:tc>
                  <a:txBody>
                    <a:bodyPr/>
                    <a:lstStyle/>
                    <a:p>
                      <a:pPr algn="just">
                        <a:spcAft>
                          <a:spcPts val="0"/>
                        </a:spcAft>
                        <a:tabLst>
                          <a:tab pos="1447800" algn="l"/>
                        </a:tabLst>
                      </a:pPr>
                      <a:r>
                        <a:rPr lang="zh-CN" sz="1800" b="1" kern="100" dirty="0">
                          <a:latin typeface="Times New Roman" panose="02020603050405020304"/>
                          <a:ea typeface="宋体" panose="02010600030101010101" pitchFamily="2" charset="-122"/>
                          <a:cs typeface="Times New Roman" panose="02020603050405020304"/>
                        </a:rPr>
                        <a:t>对申请参加人的增、删、改、查等日常维护</a:t>
                      </a:r>
                    </a:p>
                  </a:txBody>
                  <a:tcPr marL="61278" marR="612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是</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管理参加者</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97029">
                <a:tc vMerge="1">
                  <a:txBody>
                    <a:bodyPr/>
                    <a:lstStyle/>
                    <a:p>
                      <a:endParaRPr lang="zh-CN"/>
                    </a:p>
                  </a:txBody>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记录申请人支付信息</a:t>
                      </a:r>
                    </a:p>
                  </a:txBody>
                  <a:tcPr marL="61278" marR="612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是</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完成支付</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97029">
                <a:tc vMerge="1">
                  <a:txBody>
                    <a:bodyPr/>
                    <a:lstStyle/>
                    <a:p>
                      <a:endParaRPr lang="zh-CN"/>
                    </a:p>
                  </a:txBody>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为申请人取消申请</a:t>
                      </a:r>
                    </a:p>
                  </a:txBody>
                  <a:tcPr marL="61278" marR="612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是</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取消申请</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94061">
                <a:tc rowSpan="2">
                  <a:txBody>
                    <a:bodyPr/>
                    <a:lstStyle/>
                    <a:p>
                      <a:pPr algn="ctr">
                        <a:spcAft>
                          <a:spcPts val="0"/>
                        </a:spcAft>
                        <a:tabLst>
                          <a:tab pos="1447800" algn="l"/>
                        </a:tabLst>
                      </a:pPr>
                      <a:r>
                        <a:rPr lang="zh-CN" sz="1800" b="1" kern="100" dirty="0">
                          <a:latin typeface="Times New Roman" panose="02020603050405020304"/>
                          <a:ea typeface="宋体" panose="02010600030101010101" pitchFamily="2" charset="-122"/>
                          <a:cs typeface="Times New Roman" panose="02020603050405020304"/>
                        </a:rPr>
                        <a:t>收款</a:t>
                      </a:r>
                      <a:br>
                        <a:rPr lang="en-US" altLang="zh-CN" sz="1800" b="1" kern="100" dirty="0">
                          <a:latin typeface="Times New Roman" panose="02020603050405020304"/>
                          <a:ea typeface="宋体" panose="02010600030101010101" pitchFamily="2" charset="-122"/>
                          <a:cs typeface="Times New Roman" panose="02020603050405020304"/>
                        </a:rPr>
                      </a:br>
                      <a:r>
                        <a:rPr lang="zh-CN" sz="1800" b="1" kern="100" dirty="0">
                          <a:latin typeface="Times New Roman" panose="02020603050405020304"/>
                          <a:ea typeface="宋体" panose="02010600030101010101" pitchFamily="2" charset="-122"/>
                          <a:cs typeface="Times New Roman" panose="02020603050405020304"/>
                        </a:rPr>
                        <a:t>员工</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打印旅游确认书和余额交款单</a:t>
                      </a:r>
                    </a:p>
                  </a:txBody>
                  <a:tcPr marL="61278" marR="612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是</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打印旅游确认书和余额交款单</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97029">
                <a:tc vMerge="1">
                  <a:txBody>
                    <a:bodyPr/>
                    <a:lstStyle/>
                    <a:p>
                      <a:endParaRPr lang="zh-CN"/>
                    </a:p>
                  </a:txBody>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邮寄旅游确认书和余额交款单</a:t>
                      </a:r>
                    </a:p>
                  </a:txBody>
                  <a:tcPr marL="61278" marR="612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否</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endParaRPr lang="en-US" sz="1800" b="1" kern="100">
                        <a:latin typeface="Times New Roman" panose="02020603050405020304"/>
                        <a:ea typeface="宋体" panose="02010600030101010101" pitchFamily="2" charset="-122"/>
                        <a:cs typeface="Times New Roman" panose="02020603050405020304"/>
                      </a:endParaRP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BlToTr w="6350" cap="flat" cmpd="sng" algn="ctr">
                      <a:solidFill>
                        <a:srgbClr val="000000"/>
                      </a:solidFill>
                      <a:prstDash val="solid"/>
                      <a:round/>
                      <a:headEnd type="none" w="med" len="med"/>
                      <a:tailEnd type="none" w="med" len="med"/>
                    </a:lnBlToTr>
                  </a:tcPr>
                </a:tc>
                <a:extLst>
                  <a:ext uri="{0D108BD9-81ED-4DB2-BD59-A6C34878D82A}">
                    <a16:rowId xmlns:a16="http://schemas.microsoft.com/office/drawing/2014/main" val="10007"/>
                  </a:ext>
                </a:extLst>
              </a:tr>
              <a:tr h="297029">
                <a:tc rowSpan="4">
                  <a:txBody>
                    <a:bodyPr/>
                    <a:lstStyle/>
                    <a:p>
                      <a:pPr algn="ctr">
                        <a:spcAft>
                          <a:spcPts val="0"/>
                        </a:spcAft>
                        <a:tabLst>
                          <a:tab pos="1447800" algn="l"/>
                        </a:tabLst>
                      </a:pPr>
                      <a:r>
                        <a:rPr lang="zh-CN" sz="1800" b="1" kern="100" dirty="0">
                          <a:latin typeface="Times New Roman" panose="02020603050405020304"/>
                          <a:ea typeface="宋体" panose="02010600030101010101" pitchFamily="2" charset="-122"/>
                          <a:cs typeface="Times New Roman" panose="02020603050405020304"/>
                        </a:rPr>
                        <a:t>路线</a:t>
                      </a:r>
                      <a:br>
                        <a:rPr lang="en-US" altLang="zh-CN" sz="1800" b="1" kern="100" dirty="0">
                          <a:latin typeface="Times New Roman" panose="02020603050405020304"/>
                          <a:ea typeface="宋体" panose="02010600030101010101" pitchFamily="2" charset="-122"/>
                          <a:cs typeface="Times New Roman" panose="02020603050405020304"/>
                        </a:rPr>
                      </a:br>
                      <a:r>
                        <a:rPr lang="zh-CN" sz="1800" b="1" kern="100" dirty="0">
                          <a:latin typeface="Times New Roman" panose="02020603050405020304"/>
                          <a:ea typeface="宋体" panose="02010600030101010101" pitchFamily="2" charset="-122"/>
                          <a:cs typeface="Times New Roman" panose="02020603050405020304"/>
                        </a:rPr>
                        <a:t>管理员</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制作宣传资料</a:t>
                      </a:r>
                    </a:p>
                  </a:txBody>
                  <a:tcPr marL="61278" marR="612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否</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endParaRPr lang="en-US" sz="1800" b="1" kern="100">
                        <a:latin typeface="Times New Roman" panose="02020603050405020304"/>
                        <a:ea typeface="宋体" panose="02010600030101010101" pitchFamily="2" charset="-122"/>
                        <a:cs typeface="Times New Roman" panose="02020603050405020304"/>
                      </a:endParaRP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BlToTr w="6350" cap="flat" cmpd="sng" algn="ctr">
                      <a:solidFill>
                        <a:srgbClr val="000000"/>
                      </a:solidFill>
                      <a:prstDash val="solid"/>
                      <a:round/>
                      <a:headEnd type="none" w="med" len="med"/>
                      <a:tailEnd type="none" w="med" len="med"/>
                    </a:lnBlToTr>
                  </a:tcPr>
                </a:tc>
                <a:extLst>
                  <a:ext uri="{0D108BD9-81ED-4DB2-BD59-A6C34878D82A}">
                    <a16:rowId xmlns:a16="http://schemas.microsoft.com/office/drawing/2014/main" val="10008"/>
                  </a:ext>
                </a:extLst>
              </a:tr>
              <a:tr h="297029">
                <a:tc vMerge="1">
                  <a:txBody>
                    <a:bodyPr/>
                    <a:lstStyle/>
                    <a:p>
                      <a:endParaRPr lang="zh-CN"/>
                    </a:p>
                  </a:txBody>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设计旅游路线</a:t>
                      </a:r>
                    </a:p>
                  </a:txBody>
                  <a:tcPr marL="61278" marR="612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是</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管理路线</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97029">
                <a:tc vMerge="1">
                  <a:txBody>
                    <a:bodyPr/>
                    <a:lstStyle/>
                    <a:p>
                      <a:endParaRPr lang="zh-CN"/>
                    </a:p>
                  </a:txBody>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设计旅游团（活动）</a:t>
                      </a:r>
                    </a:p>
                  </a:txBody>
                  <a:tcPr marL="61278" marR="612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是</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管理旅游团</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97029">
                <a:tc vMerge="1">
                  <a:txBody>
                    <a:bodyPr/>
                    <a:lstStyle/>
                    <a:p>
                      <a:endParaRPr lang="zh-CN"/>
                    </a:p>
                  </a:txBody>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调整旅游团价格</a:t>
                      </a:r>
                    </a:p>
                  </a:txBody>
                  <a:tcPr marL="61278" marR="612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是</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设定价格</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97029">
                <a:tc rowSpan="2">
                  <a:txBody>
                    <a:bodyPr/>
                    <a:lstStyle/>
                    <a:p>
                      <a:pPr algn="ctr">
                        <a:spcAft>
                          <a:spcPts val="0"/>
                        </a:spcAft>
                        <a:tabLst>
                          <a:tab pos="1447800" algn="l"/>
                        </a:tabLst>
                      </a:pPr>
                      <a:r>
                        <a:rPr lang="zh-CN" sz="1800" b="1" kern="100" dirty="0">
                          <a:latin typeface="Times New Roman" panose="02020603050405020304"/>
                          <a:ea typeface="宋体" panose="02010600030101010101" pitchFamily="2" charset="-122"/>
                          <a:cs typeface="Times New Roman" panose="02020603050405020304"/>
                        </a:rPr>
                        <a:t>财务</a:t>
                      </a:r>
                      <a:br>
                        <a:rPr lang="en-US" altLang="zh-CN" sz="1800" b="1" kern="100" dirty="0">
                          <a:latin typeface="Times New Roman" panose="02020603050405020304"/>
                          <a:ea typeface="宋体" panose="02010600030101010101" pitchFamily="2" charset="-122"/>
                          <a:cs typeface="Times New Roman" panose="02020603050405020304"/>
                        </a:rPr>
                      </a:br>
                      <a:r>
                        <a:rPr lang="zh-CN" sz="1800" b="1" kern="100" dirty="0">
                          <a:latin typeface="Times New Roman" panose="02020603050405020304"/>
                          <a:ea typeface="宋体" panose="02010600030101010101" pitchFamily="2" charset="-122"/>
                          <a:cs typeface="Times New Roman" panose="02020603050405020304"/>
                        </a:rPr>
                        <a:t>系统</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记账等财务操作</a:t>
                      </a:r>
                    </a:p>
                  </a:txBody>
                  <a:tcPr marL="61278" marR="612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否</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endParaRPr lang="en-US" sz="1800" b="1" kern="100">
                        <a:latin typeface="Times New Roman" panose="02020603050405020304"/>
                        <a:ea typeface="宋体" panose="02010600030101010101" pitchFamily="2" charset="-122"/>
                        <a:cs typeface="Times New Roman" panose="02020603050405020304"/>
                      </a:endParaRP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BlToTr w="6350" cap="flat" cmpd="sng" algn="ctr">
                      <a:solidFill>
                        <a:srgbClr val="000000"/>
                      </a:solidFill>
                      <a:prstDash val="solid"/>
                      <a:round/>
                      <a:headEnd type="none" w="med" len="med"/>
                      <a:tailEnd type="none" w="med" len="med"/>
                    </a:lnBlToTr>
                  </a:tcPr>
                </a:tc>
                <a:extLst>
                  <a:ext uri="{0D108BD9-81ED-4DB2-BD59-A6C34878D82A}">
                    <a16:rowId xmlns:a16="http://schemas.microsoft.com/office/drawing/2014/main" val="10012"/>
                  </a:ext>
                </a:extLst>
              </a:tr>
              <a:tr h="297029">
                <a:tc vMerge="1">
                  <a:txBody>
                    <a:bodyPr/>
                    <a:lstStyle/>
                    <a:p>
                      <a:endParaRPr lang="zh-CN"/>
                    </a:p>
                  </a:txBody>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接收与现金相关的财务信息</a:t>
                      </a:r>
                    </a:p>
                  </a:txBody>
                  <a:tcPr marL="61278" marR="612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是</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导出财务信息（被动）</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97029">
                <a:tc>
                  <a:txBody>
                    <a:bodyPr/>
                    <a:lstStyle/>
                    <a:p>
                      <a:pPr algn="ctr">
                        <a:spcAft>
                          <a:spcPts val="0"/>
                        </a:spcAft>
                        <a:tabLst>
                          <a:tab pos="1447800" algn="l"/>
                        </a:tabLst>
                      </a:pPr>
                      <a:r>
                        <a:rPr lang="zh-CN" sz="1800" b="1" kern="100" dirty="0">
                          <a:latin typeface="Times New Roman" panose="02020603050405020304"/>
                          <a:ea typeface="宋体" panose="02010600030101010101" pitchFamily="2" charset="-122"/>
                          <a:cs typeface="Times New Roman" panose="02020603050405020304"/>
                        </a:rPr>
                        <a:t>时间</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定期导出财务信息</a:t>
                      </a:r>
                    </a:p>
                  </a:txBody>
                  <a:tcPr marL="61278" marR="612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是</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导出财务信息</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594061">
                <a:tc>
                  <a:txBody>
                    <a:bodyPr/>
                    <a:lstStyle/>
                    <a:p>
                      <a:pPr algn="ctr">
                        <a:spcAft>
                          <a:spcPts val="0"/>
                        </a:spcAft>
                        <a:tabLst>
                          <a:tab pos="1447800" algn="l"/>
                        </a:tabLst>
                      </a:pPr>
                      <a:r>
                        <a:rPr lang="zh-CN" sz="1800" b="1" kern="100" dirty="0">
                          <a:latin typeface="Times New Roman" panose="02020603050405020304"/>
                          <a:ea typeface="宋体" panose="02010600030101010101" pitchFamily="2" charset="-122"/>
                          <a:cs typeface="Times New Roman" panose="02020603050405020304"/>
                        </a:rPr>
                        <a:t>辅助</a:t>
                      </a:r>
                      <a:br>
                        <a:rPr lang="en-US" altLang="zh-CN" sz="1800" b="1" kern="100" dirty="0">
                          <a:latin typeface="Times New Roman" panose="02020603050405020304"/>
                          <a:ea typeface="宋体" panose="02010600030101010101" pitchFamily="2" charset="-122"/>
                          <a:cs typeface="Times New Roman" panose="02020603050405020304"/>
                        </a:rPr>
                      </a:br>
                      <a:r>
                        <a:rPr lang="zh-CN" sz="1800" b="1" kern="100" dirty="0">
                          <a:latin typeface="Times New Roman" panose="02020603050405020304"/>
                          <a:ea typeface="宋体" panose="02010600030101010101" pitchFamily="2" charset="-122"/>
                          <a:cs typeface="Times New Roman" panose="02020603050405020304"/>
                        </a:rPr>
                        <a:t>用例</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dirty="0">
                          <a:latin typeface="Times New Roman" panose="02020603050405020304"/>
                          <a:ea typeface="宋体" panose="02010600030101010101" pitchFamily="2" charset="-122"/>
                          <a:cs typeface="Times New Roman" panose="02020603050405020304"/>
                        </a:rPr>
                        <a:t>系统要区分各种不同的用户身份，并提供不同的功能</a:t>
                      </a:r>
                    </a:p>
                  </a:txBody>
                  <a:tcPr marL="61278" marR="6127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tabLst>
                          <a:tab pos="1447800" algn="l"/>
                        </a:tabLst>
                      </a:pPr>
                      <a:r>
                        <a:rPr lang="zh-CN" sz="1800" b="1" kern="100">
                          <a:latin typeface="Times New Roman" panose="02020603050405020304"/>
                          <a:ea typeface="宋体" panose="02010600030101010101" pitchFamily="2" charset="-122"/>
                          <a:cs typeface="Times New Roman" panose="02020603050405020304"/>
                        </a:rPr>
                        <a:t>是</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1447800" algn="l"/>
                        </a:tabLst>
                      </a:pPr>
                      <a:r>
                        <a:rPr lang="zh-CN" sz="1800" b="1" kern="100" dirty="0">
                          <a:latin typeface="Times New Roman" panose="02020603050405020304"/>
                          <a:ea typeface="宋体" panose="02010600030101010101" pitchFamily="2" charset="-122"/>
                          <a:cs typeface="Times New Roman" panose="02020603050405020304"/>
                        </a:rPr>
                        <a:t>登录</a:t>
                      </a:r>
                    </a:p>
                  </a:txBody>
                  <a:tcPr marL="61278" marR="612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标题 1"/>
          <p:cNvSpPr>
            <a:spLocks noGrp="1"/>
          </p:cNvSpPr>
          <p:nvPr>
            <p:ph type="title"/>
          </p:nvPr>
        </p:nvSpPr>
        <p:spPr/>
        <p:txBody>
          <a:bodyPr/>
          <a:lstStyle/>
          <a:p>
            <a:pPr eaLnBrk="1" hangingPunct="1"/>
            <a:r>
              <a:rPr lang="zh-CN" altLang="en-US"/>
              <a:t>旅游业务申请系统参考用例图</a:t>
            </a:r>
          </a:p>
        </p:txBody>
      </p:sp>
      <p:sp>
        <p:nvSpPr>
          <p:cNvPr id="7475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6F09D348-BC12-4EFD-B73D-1F8DE04EEB0C}" type="slidenum">
              <a:rPr lang="en-US" altLang="zh-CN" sz="1200" b="0">
                <a:solidFill>
                  <a:srgbClr val="4D4D4D"/>
                </a:solidFill>
                <a:latin typeface="Arial" panose="020B0604020202020204" pitchFamily="34" charset="0"/>
              </a:rPr>
              <a:t>46</a:t>
            </a:fld>
            <a:r>
              <a:rPr lang="en-US" altLang="zh-CN" sz="1200" b="0">
                <a:solidFill>
                  <a:srgbClr val="4D4D4D"/>
                </a:solidFill>
                <a:latin typeface="Arial" panose="020B0604020202020204" pitchFamily="34" charset="0"/>
              </a:rPr>
              <a:t>-</a:t>
            </a:r>
          </a:p>
        </p:txBody>
      </p:sp>
      <p:pic>
        <p:nvPicPr>
          <p:cNvPr id="7475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8437" y="856878"/>
            <a:ext cx="6715125" cy="552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67838D1A-FFCF-4CCB-8386-786AF82E7CE4}" type="slidenum">
              <a:rPr lang="en-US" altLang="zh-CN" sz="1200" b="0">
                <a:solidFill>
                  <a:srgbClr val="4D4D4D"/>
                </a:solidFill>
                <a:latin typeface="Arial" panose="020B0604020202020204" pitchFamily="34" charset="0"/>
              </a:rPr>
              <a:t>47</a:t>
            </a:fld>
            <a:r>
              <a:rPr lang="en-US" altLang="zh-CN" sz="1200" b="0">
                <a:solidFill>
                  <a:srgbClr val="4D4D4D"/>
                </a:solidFill>
                <a:latin typeface="Arial" panose="020B0604020202020204" pitchFamily="34" charset="0"/>
              </a:rPr>
              <a:t>-</a:t>
            </a:r>
          </a:p>
        </p:txBody>
      </p:sp>
      <p:sp>
        <p:nvSpPr>
          <p:cNvPr id="112643" name="Rectangle 2"/>
          <p:cNvSpPr>
            <a:spLocks noGrp="1" noChangeArrowheads="1"/>
          </p:cNvSpPr>
          <p:nvPr>
            <p:ph type="title"/>
          </p:nvPr>
        </p:nvSpPr>
        <p:spPr>
          <a:xfrm>
            <a:off x="2047875" y="260350"/>
            <a:ext cx="8369300" cy="647700"/>
          </a:xfrm>
        </p:spPr>
        <p:txBody>
          <a:bodyPr/>
          <a:lstStyle/>
          <a:p>
            <a:pPr eaLnBrk="1" hangingPunct="1"/>
            <a:r>
              <a:rPr lang="zh-CN" altLang="en-US"/>
              <a:t>旅游申请系统重构后的用例模型</a:t>
            </a:r>
            <a:endParaRPr lang="en-US" altLang="zh-CN"/>
          </a:p>
        </p:txBody>
      </p:sp>
      <p:pic>
        <p:nvPicPr>
          <p:cNvPr id="1126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1" y="1071563"/>
            <a:ext cx="6715125" cy="546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5E9B55A3-0AE7-4371-A642-DC0F10216646}" type="slidenum">
              <a:rPr lang="en-US" altLang="zh-CN" sz="1200" b="0">
                <a:solidFill>
                  <a:srgbClr val="4D4D4D"/>
                </a:solidFill>
                <a:latin typeface="Arial" panose="020B0604020202020204" pitchFamily="34" charset="0"/>
              </a:rPr>
              <a:t>48</a:t>
            </a:fld>
            <a:r>
              <a:rPr lang="en-US" altLang="zh-CN" sz="1200" b="0">
                <a:solidFill>
                  <a:srgbClr val="4D4D4D"/>
                </a:solidFill>
                <a:latin typeface="Arial" panose="020B0604020202020204" pitchFamily="34" charset="0"/>
              </a:rPr>
              <a:t>-</a:t>
            </a:r>
          </a:p>
        </p:txBody>
      </p:sp>
      <p:sp>
        <p:nvSpPr>
          <p:cNvPr id="28675" name="Rectangle 2"/>
          <p:cNvSpPr>
            <a:spLocks noGrp="1" noChangeArrowheads="1"/>
          </p:cNvSpPr>
          <p:nvPr>
            <p:ph type="title"/>
          </p:nvPr>
        </p:nvSpPr>
        <p:spPr/>
        <p:txBody>
          <a:bodyPr/>
          <a:lstStyle/>
          <a:p>
            <a:pPr eaLnBrk="1" hangingPunct="1"/>
            <a:r>
              <a:rPr lang="zh-CN" altLang="en-US" b="0" dirty="0"/>
              <a:t>问题</a:t>
            </a:r>
            <a:r>
              <a:rPr lang="en-US" altLang="zh-CN" b="0" dirty="0"/>
              <a:t>4</a:t>
            </a:r>
            <a:r>
              <a:rPr lang="zh-CN" altLang="en-US" dirty="0"/>
              <a:t>：用例建模的主要步骤有哪些？</a:t>
            </a:r>
            <a:endParaRPr lang="en-US" altLang="zh-CN" dirty="0"/>
          </a:p>
        </p:txBody>
      </p:sp>
      <p:sp>
        <p:nvSpPr>
          <p:cNvPr id="2" name="Rectangle 3"/>
          <p:cNvSpPr txBox="1">
            <a:spLocks noChangeArrowheads="1"/>
          </p:cNvSpPr>
          <p:nvPr/>
        </p:nvSpPr>
        <p:spPr bwMode="auto">
          <a:xfrm>
            <a:off x="1005661" y="2866340"/>
            <a:ext cx="10872184" cy="79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A50021"/>
              </a:buClr>
              <a:buSzPct val="80000"/>
              <a:buFont typeface="Wingdings" panose="05000000000000000000" pitchFamily="2" charset="2"/>
              <a:buChar char="þ"/>
              <a:defRPr kumimoji="1" sz="3200" b="0" baseline="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u"/>
              <a:defRPr kumimoji="1" sz="2800" b="0" baseline="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lr>
                <a:schemeClr val="hlink"/>
              </a:buClr>
              <a:buSzPct val="70000"/>
              <a:buFont typeface="Wingdings" panose="05000000000000000000" pitchFamily="2" charset="2"/>
              <a:buChar char="Ø"/>
              <a:defRPr kumimoji="1" sz="2400" b="0" baseline="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lr>
                <a:schemeClr val="folHlink"/>
              </a:buClr>
              <a:buSzPct val="70000"/>
              <a:buFont typeface="Wingdings" panose="05000000000000000000" pitchFamily="2" charset="2"/>
              <a:buChar char="ü"/>
              <a:defRPr kumimoji="1" sz="2000" b="0" baseline="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kumimoji="1" sz="2000" b="0" baseline="0">
                <a:solidFill>
                  <a:schemeClr val="tx1"/>
                </a:solidFill>
                <a:latin typeface="+mn-lt"/>
                <a:ea typeface="微软雅黑" panose="020B0503020204020204" pitchFamily="34" charset="-122"/>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9pPr>
          </a:lstStyle>
          <a:p>
            <a:pPr lvl="1"/>
            <a:r>
              <a:rPr lang="en-US" altLang="zh-CN" b="1" kern="0" dirty="0"/>
              <a:t>2.</a:t>
            </a:r>
            <a:r>
              <a:rPr lang="zh-CN" altLang="en-US" dirty="0"/>
              <a:t>构建初始用例模型</a:t>
            </a:r>
          </a:p>
          <a:p>
            <a:pPr lvl="1"/>
            <a:endParaRPr lang="zh-CN" altLang="en-US" b="1" kern="0" dirty="0"/>
          </a:p>
        </p:txBody>
      </p:sp>
      <p:sp>
        <p:nvSpPr>
          <p:cNvPr id="3" name="Rectangle 3"/>
          <p:cNvSpPr txBox="1">
            <a:spLocks noChangeArrowheads="1"/>
          </p:cNvSpPr>
          <p:nvPr/>
        </p:nvSpPr>
        <p:spPr bwMode="auto">
          <a:xfrm>
            <a:off x="1005661" y="3947593"/>
            <a:ext cx="10872184" cy="79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A50021"/>
              </a:buClr>
              <a:buSzPct val="80000"/>
              <a:buFont typeface="Wingdings" panose="05000000000000000000" pitchFamily="2" charset="2"/>
              <a:buChar char="þ"/>
              <a:defRPr kumimoji="1" sz="3200" b="0" baseline="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u"/>
              <a:defRPr kumimoji="1" sz="2800" b="0" baseline="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lr>
                <a:schemeClr val="hlink"/>
              </a:buClr>
              <a:buSzPct val="70000"/>
              <a:buFont typeface="Wingdings" panose="05000000000000000000" pitchFamily="2" charset="2"/>
              <a:buChar char="Ø"/>
              <a:defRPr kumimoji="1" sz="2400" b="0" baseline="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lr>
                <a:schemeClr val="folHlink"/>
              </a:buClr>
              <a:buSzPct val="70000"/>
              <a:buFont typeface="Wingdings" panose="05000000000000000000" pitchFamily="2" charset="2"/>
              <a:buChar char="ü"/>
              <a:defRPr kumimoji="1" sz="2000" b="0" baseline="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kumimoji="1" sz="2000" b="0" baseline="0">
                <a:solidFill>
                  <a:schemeClr val="tx1"/>
                </a:solidFill>
                <a:latin typeface="+mn-lt"/>
                <a:ea typeface="微软雅黑" panose="020B0503020204020204" pitchFamily="34" charset="-122"/>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9pPr>
          </a:lstStyle>
          <a:p>
            <a:pPr lvl="1"/>
            <a:r>
              <a:rPr lang="en-US" altLang="zh-CN" b="1" kern="0" dirty="0"/>
              <a:t>3.</a:t>
            </a:r>
            <a:r>
              <a:rPr lang="zh-CN" altLang="en-US" dirty="0"/>
              <a:t>编写用例文档</a:t>
            </a:r>
          </a:p>
          <a:p>
            <a:pPr lvl="1"/>
            <a:endParaRPr lang="zh-CN" altLang="en-US" b="1" kern="0" dirty="0"/>
          </a:p>
        </p:txBody>
      </p:sp>
      <p:sp>
        <p:nvSpPr>
          <p:cNvPr id="4" name="Rectangle 3"/>
          <p:cNvSpPr txBox="1">
            <a:spLocks noChangeArrowheads="1"/>
          </p:cNvSpPr>
          <p:nvPr/>
        </p:nvSpPr>
        <p:spPr bwMode="auto">
          <a:xfrm>
            <a:off x="1005661" y="1785087"/>
            <a:ext cx="10872184" cy="79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A50021"/>
              </a:buClr>
              <a:buSzPct val="80000"/>
              <a:buFont typeface="Wingdings" panose="05000000000000000000" pitchFamily="2" charset="2"/>
              <a:buChar char="þ"/>
              <a:defRPr kumimoji="1" sz="3200" b="0" baseline="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u"/>
              <a:defRPr kumimoji="1" sz="2800" b="0" baseline="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lr>
                <a:schemeClr val="hlink"/>
              </a:buClr>
              <a:buSzPct val="70000"/>
              <a:buFont typeface="Wingdings" panose="05000000000000000000" pitchFamily="2" charset="2"/>
              <a:buChar char="Ø"/>
              <a:defRPr kumimoji="1" sz="2400" b="0" baseline="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lr>
                <a:schemeClr val="folHlink"/>
              </a:buClr>
              <a:buSzPct val="70000"/>
              <a:buFont typeface="Wingdings" panose="05000000000000000000" pitchFamily="2" charset="2"/>
              <a:buChar char="ü"/>
              <a:defRPr kumimoji="1" sz="2000" b="0" baseline="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kumimoji="1" sz="2000" b="0" baseline="0">
                <a:solidFill>
                  <a:schemeClr val="tx1"/>
                </a:solidFill>
                <a:latin typeface="+mn-lt"/>
                <a:ea typeface="微软雅黑" panose="020B0503020204020204" pitchFamily="34" charset="-122"/>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9pPr>
          </a:lstStyle>
          <a:p>
            <a:pPr lvl="1"/>
            <a:r>
              <a:rPr lang="en-US" altLang="zh-CN" b="1" kern="0" dirty="0"/>
              <a:t>1.</a:t>
            </a:r>
            <a:r>
              <a:rPr lang="zh-CN" altLang="en-US" dirty="0"/>
              <a:t>获取原始需求</a:t>
            </a:r>
          </a:p>
          <a:p>
            <a:pPr lvl="1"/>
            <a:endParaRPr lang="en-US" altLang="zh-CN" dirty="0"/>
          </a:p>
        </p:txBody>
      </p:sp>
      <p:sp>
        <p:nvSpPr>
          <p:cNvPr id="6" name="Rectangle 3"/>
          <p:cNvSpPr txBox="1">
            <a:spLocks noChangeArrowheads="1"/>
          </p:cNvSpPr>
          <p:nvPr/>
        </p:nvSpPr>
        <p:spPr bwMode="auto">
          <a:xfrm>
            <a:off x="1005661" y="5028846"/>
            <a:ext cx="10872184" cy="79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A50021"/>
              </a:buClr>
              <a:buSzPct val="80000"/>
              <a:buFont typeface="Wingdings" panose="05000000000000000000" pitchFamily="2" charset="2"/>
              <a:buChar char="þ"/>
              <a:defRPr kumimoji="1" sz="3200" b="0" baseline="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u"/>
              <a:defRPr kumimoji="1" sz="2800" b="0" baseline="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lr>
                <a:schemeClr val="hlink"/>
              </a:buClr>
              <a:buSzPct val="70000"/>
              <a:buFont typeface="Wingdings" panose="05000000000000000000" pitchFamily="2" charset="2"/>
              <a:buChar char="Ø"/>
              <a:defRPr kumimoji="1" sz="2400" b="0" baseline="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lr>
                <a:schemeClr val="folHlink"/>
              </a:buClr>
              <a:buSzPct val="70000"/>
              <a:buFont typeface="Wingdings" panose="05000000000000000000" pitchFamily="2" charset="2"/>
              <a:buChar char="ü"/>
              <a:defRPr kumimoji="1" sz="2000" b="0" baseline="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kumimoji="1" sz="2000" b="0" baseline="0">
                <a:solidFill>
                  <a:schemeClr val="tx1"/>
                </a:solidFill>
                <a:latin typeface="+mn-lt"/>
                <a:ea typeface="微软雅黑" panose="020B0503020204020204" pitchFamily="34" charset="-122"/>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9pPr>
          </a:lstStyle>
          <a:p>
            <a:pPr lvl="1"/>
            <a:r>
              <a:rPr lang="en-US" altLang="zh-CN" b="1" kern="0" dirty="0"/>
              <a:t>4.</a:t>
            </a:r>
            <a:r>
              <a:rPr lang="zh-CN" altLang="zh-CN" dirty="0"/>
              <a:t>重构用例模型</a:t>
            </a:r>
          </a:p>
          <a:p>
            <a:pPr lvl="1"/>
            <a:endParaRPr lang="zh-CN" altLang="en-US" b="1" kern="0" dirty="0"/>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dirty="0"/>
              <a:t>它不是万能的，但在合适的地方能发挥巨大作用</a:t>
            </a:r>
            <a:endParaRPr lang="en-US" altLang="zh-CN" dirty="0"/>
          </a:p>
          <a:p>
            <a:endParaRPr lang="en-US" altLang="zh-CN" dirty="0"/>
          </a:p>
          <a:p>
            <a:r>
              <a:rPr lang="zh-CN" altLang="en-US" dirty="0"/>
              <a:t>四个关键词</a:t>
            </a:r>
            <a:endParaRPr lang="en-US" altLang="zh-CN" dirty="0"/>
          </a:p>
          <a:p>
            <a:pPr lvl="1"/>
            <a:r>
              <a:rPr lang="zh-CN" altLang="en-US" dirty="0"/>
              <a:t>沟通语言</a:t>
            </a:r>
            <a:endParaRPr lang="en-US" altLang="zh-CN" dirty="0"/>
          </a:p>
          <a:p>
            <a:pPr lvl="1"/>
            <a:r>
              <a:rPr lang="zh-CN" altLang="en-US" dirty="0"/>
              <a:t>用户视角</a:t>
            </a:r>
            <a:endParaRPr lang="en-US" altLang="zh-CN" dirty="0"/>
          </a:p>
          <a:p>
            <a:pPr lvl="1"/>
            <a:r>
              <a:rPr lang="zh-CN" altLang="en-US" dirty="0"/>
              <a:t>直接表达</a:t>
            </a:r>
            <a:endParaRPr lang="en-US" altLang="zh-CN" dirty="0"/>
          </a:p>
          <a:p>
            <a:pPr lvl="1"/>
            <a:r>
              <a:rPr lang="zh-CN" altLang="en-US" dirty="0"/>
              <a:t>可选工具</a:t>
            </a:r>
            <a:endParaRPr lang="en-US" altLang="zh-CN" dirty="0"/>
          </a:p>
        </p:txBody>
      </p:sp>
      <p:sp>
        <p:nvSpPr>
          <p:cNvPr id="5" name="标题 4"/>
          <p:cNvSpPr>
            <a:spLocks noGrp="1"/>
          </p:cNvSpPr>
          <p:nvPr>
            <p:ph type="title"/>
          </p:nvPr>
        </p:nvSpPr>
        <p:spPr/>
        <p:txBody>
          <a:bodyPr/>
          <a:lstStyle/>
          <a:p>
            <a:r>
              <a:rPr lang="en-US" altLang="zh-CN" dirty="0"/>
              <a:t>UML</a:t>
            </a:r>
            <a:r>
              <a:rPr lang="zh-CN" altLang="en-US" dirty="0"/>
              <a:t>在需求分析中的定位</a:t>
            </a:r>
          </a:p>
        </p:txBody>
      </p:sp>
      <p:sp>
        <p:nvSpPr>
          <p:cNvPr id="4" name="灯片编号占位符 3"/>
          <p:cNvSpPr>
            <a:spLocks noGrp="1"/>
          </p:cNvSpPr>
          <p:nvPr>
            <p:ph type="sldNum" sz="quarter" idx="12"/>
          </p:nvPr>
        </p:nvSpPr>
        <p:spPr/>
        <p:txBody>
          <a:bodyPr/>
          <a:lstStyle/>
          <a:p>
            <a:pPr>
              <a:defRPr/>
            </a:pPr>
            <a:r>
              <a:rPr lang="en-US" altLang="zh-CN"/>
              <a:t>-</a:t>
            </a:r>
            <a:fld id="{84D0465F-A6A2-4704-8971-06036326BA03}" type="slidenum">
              <a:rPr lang="en-US" altLang="zh-CN" smtClean="0"/>
              <a:t>49</a:t>
            </a:fld>
            <a:r>
              <a:rPr lang="en-US" altLang="zh-CN"/>
              <a:t>-</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048E1B0A-669A-4EA5-B7CC-917843561354}" type="slidenum">
              <a:rPr lang="en-US" altLang="zh-CN" sz="1200" b="0">
                <a:solidFill>
                  <a:srgbClr val="4D4D4D"/>
                </a:solidFill>
                <a:latin typeface="Arial" panose="020B0604020202020204" pitchFamily="34" charset="0"/>
              </a:rPr>
              <a:t>50</a:t>
            </a:fld>
            <a:r>
              <a:rPr lang="en-US" altLang="zh-CN" sz="1200" b="0">
                <a:solidFill>
                  <a:srgbClr val="4D4D4D"/>
                </a:solidFill>
                <a:latin typeface="Arial" panose="020B0604020202020204" pitchFamily="34" charset="0"/>
              </a:rPr>
              <a:t>-</a:t>
            </a:r>
          </a:p>
        </p:txBody>
      </p:sp>
      <p:sp>
        <p:nvSpPr>
          <p:cNvPr id="19459" name="Rectangle 2"/>
          <p:cNvSpPr>
            <a:spLocks noGrp="1" noChangeArrowheads="1"/>
          </p:cNvSpPr>
          <p:nvPr>
            <p:ph type="title"/>
          </p:nvPr>
        </p:nvSpPr>
        <p:spPr/>
        <p:txBody>
          <a:bodyPr/>
          <a:lstStyle/>
          <a:p>
            <a:pPr eaLnBrk="1" hangingPunct="1"/>
            <a:r>
              <a:rPr lang="zh-CN" altLang="en-US" dirty="0"/>
              <a:t>沟通语言与直接表达</a:t>
            </a:r>
            <a:endParaRPr lang="en-US" altLang="zh-CN" dirty="0"/>
          </a:p>
        </p:txBody>
      </p:sp>
      <p:sp>
        <p:nvSpPr>
          <p:cNvPr id="514051" name="Rectangle 3"/>
          <p:cNvSpPr>
            <a:spLocks noGrp="1" noChangeArrowheads="1"/>
          </p:cNvSpPr>
          <p:nvPr>
            <p:ph type="body" idx="1"/>
          </p:nvPr>
        </p:nvSpPr>
        <p:spPr/>
        <p:txBody>
          <a:bodyPr/>
          <a:lstStyle/>
          <a:p>
            <a:pPr eaLnBrk="1" hangingPunct="1">
              <a:defRPr/>
            </a:pPr>
            <a:r>
              <a:rPr lang="en-US" altLang="zh-CN" dirty="0"/>
              <a:t>UML</a:t>
            </a:r>
            <a:r>
              <a:rPr lang="zh-CN" altLang="en-US" dirty="0"/>
              <a:t>是业务人员、用户、分析师、开发人员之间的</a:t>
            </a:r>
            <a:r>
              <a:rPr lang="zh-CN" altLang="en-US" b="1" dirty="0"/>
              <a:t>共同语言</a:t>
            </a:r>
            <a:r>
              <a:rPr lang="zh-CN" altLang="en-US" dirty="0"/>
              <a:t>。它让不同角色能在同一张图上讨论需求，而不是各说各话</a:t>
            </a:r>
          </a:p>
          <a:p>
            <a:pPr eaLnBrk="1" hangingPunct="1">
              <a:defRPr/>
            </a:pPr>
            <a:r>
              <a:rPr lang="zh-CN" altLang="en-US" dirty="0"/>
              <a:t>一张</a:t>
            </a:r>
            <a:r>
              <a:rPr lang="en-US" altLang="zh-CN" dirty="0"/>
              <a:t>UML</a:t>
            </a:r>
            <a:r>
              <a:rPr lang="zh-CN" altLang="en-US" dirty="0"/>
              <a:t>图胜过千行文字描述。图形化的表达方式让复杂的业务逻辑和系统功能变得</a:t>
            </a:r>
            <a:r>
              <a:rPr lang="zh-CN" altLang="en-US" b="1" dirty="0"/>
              <a:t>一目了然</a:t>
            </a:r>
            <a:r>
              <a:rPr lang="zh-CN" altLang="en-US" dirty="0"/>
              <a:t>，降低理解偏差。</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14051">
                                            <p:txEl>
                                              <p:pRg st="0" end="0"/>
                                            </p:txEl>
                                          </p:spTgt>
                                        </p:tgtEl>
                                        <p:attrNameLst>
                                          <p:attrName>style.visibility</p:attrName>
                                        </p:attrNameLst>
                                      </p:cBhvr>
                                      <p:to>
                                        <p:strVal val="visible"/>
                                      </p:to>
                                    </p:set>
                                    <p:animEffect transition="in" filter="dissolve">
                                      <p:cBhvr>
                                        <p:cTn id="7" dur="500"/>
                                        <p:tgtEl>
                                          <p:spTgt spid="5140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14051">
                                            <p:txEl>
                                              <p:pRg st="1" end="1"/>
                                            </p:txEl>
                                          </p:spTgt>
                                        </p:tgtEl>
                                        <p:attrNameLst>
                                          <p:attrName>style.visibility</p:attrName>
                                        </p:attrNameLst>
                                      </p:cBhvr>
                                      <p:to>
                                        <p:strVal val="visible"/>
                                      </p:to>
                                    </p:set>
                                    <p:animEffect transition="in" filter="dissolve">
                                      <p:cBhvr>
                                        <p:cTn id="12" dur="500"/>
                                        <p:tgtEl>
                                          <p:spTgt spid="5140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6F4BF699-4034-49A7-B71D-A0BD8B2775EE}" type="slidenum">
              <a:rPr lang="en-US" altLang="zh-CN" sz="1200" b="0">
                <a:solidFill>
                  <a:srgbClr val="4D4D4D"/>
                </a:solidFill>
                <a:latin typeface="Arial" panose="020B0604020202020204" pitchFamily="34" charset="0"/>
              </a:rPr>
              <a:t>51</a:t>
            </a:fld>
            <a:r>
              <a:rPr lang="en-US" altLang="zh-CN" sz="1200" b="0">
                <a:solidFill>
                  <a:srgbClr val="4D4D4D"/>
                </a:solidFill>
                <a:latin typeface="Arial" panose="020B0604020202020204" pitchFamily="34" charset="0"/>
              </a:rPr>
              <a:t>-</a:t>
            </a:r>
          </a:p>
        </p:txBody>
      </p:sp>
      <p:pic>
        <p:nvPicPr>
          <p:cNvPr id="59395" name="Picture 2" descr="siemens04110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2038" y="1195388"/>
            <a:ext cx="1905000" cy="293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6" name="Rectangle 3"/>
          <p:cNvSpPr>
            <a:spLocks noGrp="1" noChangeArrowheads="1"/>
          </p:cNvSpPr>
          <p:nvPr>
            <p:ph type="title"/>
          </p:nvPr>
        </p:nvSpPr>
        <p:spPr/>
        <p:txBody>
          <a:bodyPr/>
          <a:lstStyle/>
          <a:p>
            <a:pPr eaLnBrk="1" hangingPunct="1"/>
            <a:r>
              <a:rPr lang="zh-CN" altLang="en-US" dirty="0"/>
              <a:t>用户视角</a:t>
            </a:r>
          </a:p>
        </p:txBody>
      </p:sp>
      <p:sp>
        <p:nvSpPr>
          <p:cNvPr id="59397" name="Text Box 4"/>
          <p:cNvSpPr txBox="1">
            <a:spLocks noChangeArrowheads="1"/>
          </p:cNvSpPr>
          <p:nvPr/>
        </p:nvSpPr>
        <p:spPr bwMode="auto">
          <a:xfrm>
            <a:off x="2816225" y="2095500"/>
            <a:ext cx="3208338"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spcBef>
                <a:spcPct val="50000"/>
              </a:spcBef>
              <a:buFontTx/>
              <a:buChar char="•"/>
            </a:pPr>
            <a:r>
              <a:rPr kumimoji="0" lang="zh-CN" altLang="en-US">
                <a:solidFill>
                  <a:srgbClr val="000000"/>
                </a:solidFill>
                <a:latin typeface="Arial" panose="020B0604020202020204" pitchFamily="34" charset="0"/>
              </a:rPr>
              <a:t>呼叫某人</a:t>
            </a:r>
          </a:p>
          <a:p>
            <a:pPr>
              <a:spcBef>
                <a:spcPct val="50000"/>
              </a:spcBef>
              <a:buFontTx/>
              <a:buChar char="•"/>
            </a:pPr>
            <a:r>
              <a:rPr kumimoji="0" lang="zh-CN" altLang="en-US">
                <a:solidFill>
                  <a:srgbClr val="000000"/>
                </a:solidFill>
                <a:latin typeface="Arial" panose="020B0604020202020204" pitchFamily="34" charset="0"/>
              </a:rPr>
              <a:t>接听电话</a:t>
            </a:r>
          </a:p>
          <a:p>
            <a:pPr>
              <a:spcBef>
                <a:spcPct val="50000"/>
              </a:spcBef>
              <a:buFontTx/>
              <a:buChar char="•"/>
            </a:pPr>
            <a:r>
              <a:rPr kumimoji="0" lang="zh-CN" altLang="en-US">
                <a:solidFill>
                  <a:srgbClr val="000000"/>
                </a:solidFill>
                <a:latin typeface="Arial" panose="020B0604020202020204" pitchFamily="34" charset="0"/>
              </a:rPr>
              <a:t>发送短信</a:t>
            </a:r>
          </a:p>
          <a:p>
            <a:pPr>
              <a:spcBef>
                <a:spcPct val="50000"/>
              </a:spcBef>
              <a:buFontTx/>
              <a:buChar char="•"/>
            </a:pPr>
            <a:r>
              <a:rPr kumimoji="0" lang="zh-CN" altLang="en-US">
                <a:solidFill>
                  <a:srgbClr val="000000"/>
                </a:solidFill>
                <a:latin typeface="Arial" panose="020B0604020202020204" pitchFamily="34" charset="0"/>
              </a:rPr>
              <a:t>记住电话号码</a:t>
            </a:r>
          </a:p>
          <a:p>
            <a:pPr>
              <a:spcBef>
                <a:spcPct val="50000"/>
              </a:spcBef>
              <a:buFontTx/>
              <a:buChar char="•"/>
            </a:pPr>
            <a:r>
              <a:rPr kumimoji="0" lang="en-US" altLang="zh-CN">
                <a:solidFill>
                  <a:srgbClr val="000000"/>
                </a:solidFill>
                <a:latin typeface="Arial" panose="020B0604020202020204" pitchFamily="34" charset="0"/>
              </a:rPr>
              <a:t>……</a:t>
            </a:r>
          </a:p>
        </p:txBody>
      </p:sp>
      <p:sp>
        <p:nvSpPr>
          <p:cNvPr id="59398" name="Text Box 5"/>
          <p:cNvSpPr txBox="1">
            <a:spLocks noChangeArrowheads="1"/>
          </p:cNvSpPr>
          <p:nvPr/>
        </p:nvSpPr>
        <p:spPr bwMode="auto">
          <a:xfrm>
            <a:off x="6672263" y="2101850"/>
            <a:ext cx="381635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spcBef>
                <a:spcPct val="50000"/>
              </a:spcBef>
              <a:buFontTx/>
              <a:buChar char="•"/>
            </a:pPr>
            <a:r>
              <a:rPr kumimoji="0" lang="zh-CN" altLang="en-US">
                <a:solidFill>
                  <a:srgbClr val="000000"/>
                </a:solidFill>
                <a:latin typeface="Arial" panose="020B0604020202020204" pitchFamily="34" charset="0"/>
              </a:rPr>
              <a:t>传输</a:t>
            </a:r>
            <a:r>
              <a:rPr kumimoji="0" lang="en-US" altLang="zh-CN">
                <a:solidFill>
                  <a:srgbClr val="000000"/>
                </a:solidFill>
                <a:latin typeface="Arial" panose="020B0604020202020204" pitchFamily="34" charset="0"/>
              </a:rPr>
              <a:t>/</a:t>
            </a:r>
            <a:r>
              <a:rPr kumimoji="0" lang="zh-CN" altLang="en-US">
                <a:solidFill>
                  <a:srgbClr val="000000"/>
                </a:solidFill>
                <a:latin typeface="Arial" panose="020B0604020202020204" pitchFamily="34" charset="0"/>
              </a:rPr>
              <a:t>接收</a:t>
            </a:r>
          </a:p>
          <a:p>
            <a:pPr>
              <a:spcBef>
                <a:spcPct val="50000"/>
              </a:spcBef>
              <a:buFontTx/>
              <a:buChar char="•"/>
            </a:pPr>
            <a:r>
              <a:rPr kumimoji="0" lang="zh-CN" altLang="en-US">
                <a:solidFill>
                  <a:srgbClr val="000000"/>
                </a:solidFill>
                <a:latin typeface="Arial" panose="020B0604020202020204" pitchFamily="34" charset="0"/>
              </a:rPr>
              <a:t>电源</a:t>
            </a:r>
            <a:r>
              <a:rPr kumimoji="0" lang="en-US" altLang="zh-CN">
                <a:solidFill>
                  <a:srgbClr val="000000"/>
                </a:solidFill>
                <a:latin typeface="Arial" panose="020B0604020202020204" pitchFamily="34" charset="0"/>
              </a:rPr>
              <a:t>/</a:t>
            </a:r>
            <a:r>
              <a:rPr kumimoji="0" lang="zh-CN" altLang="en-US">
                <a:solidFill>
                  <a:srgbClr val="000000"/>
                </a:solidFill>
                <a:latin typeface="Arial" panose="020B0604020202020204" pitchFamily="34" charset="0"/>
              </a:rPr>
              <a:t>基站</a:t>
            </a:r>
          </a:p>
          <a:p>
            <a:pPr>
              <a:spcBef>
                <a:spcPct val="50000"/>
              </a:spcBef>
              <a:buFontTx/>
              <a:buChar char="•"/>
            </a:pPr>
            <a:r>
              <a:rPr kumimoji="0" lang="zh-CN" altLang="en-US">
                <a:solidFill>
                  <a:srgbClr val="000000"/>
                </a:solidFill>
                <a:latin typeface="Arial" panose="020B0604020202020204" pitchFamily="34" charset="0"/>
              </a:rPr>
              <a:t>输入输出（显示、键盘）</a:t>
            </a:r>
          </a:p>
          <a:p>
            <a:pPr>
              <a:spcBef>
                <a:spcPct val="50000"/>
              </a:spcBef>
              <a:buFontTx/>
              <a:buChar char="•"/>
            </a:pPr>
            <a:r>
              <a:rPr kumimoji="0" lang="zh-CN" altLang="en-US">
                <a:solidFill>
                  <a:srgbClr val="000000"/>
                </a:solidFill>
                <a:latin typeface="Arial" panose="020B0604020202020204" pitchFamily="34" charset="0"/>
              </a:rPr>
              <a:t>电话簿管理</a:t>
            </a:r>
          </a:p>
          <a:p>
            <a:pPr>
              <a:spcBef>
                <a:spcPct val="50000"/>
              </a:spcBef>
              <a:buFontTx/>
              <a:buChar char="•"/>
            </a:pPr>
            <a:r>
              <a:rPr kumimoji="0" lang="en-US" altLang="zh-CN">
                <a:solidFill>
                  <a:srgbClr val="000000"/>
                </a:solidFill>
                <a:latin typeface="Arial" panose="020B0604020202020204" pitchFamily="34" charset="0"/>
              </a:rPr>
              <a:t>……</a:t>
            </a:r>
          </a:p>
        </p:txBody>
      </p:sp>
      <p:sp>
        <p:nvSpPr>
          <p:cNvPr id="784390" name="Text Box 6"/>
          <p:cNvSpPr txBox="1">
            <a:spLocks noChangeArrowheads="1"/>
          </p:cNvSpPr>
          <p:nvPr/>
        </p:nvSpPr>
        <p:spPr bwMode="auto">
          <a:xfrm>
            <a:off x="2889250" y="4819651"/>
            <a:ext cx="1728788" cy="519113"/>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kumimoji="0" lang="zh-CN" altLang="en-US" sz="2800" u="sng">
                <a:solidFill>
                  <a:srgbClr val="FF3300"/>
                </a:solidFill>
                <a:effectLst>
                  <a:outerShdw blurRad="38100" dist="38100" dir="2700000" algn="tl">
                    <a:srgbClr val="C0C0C0"/>
                  </a:outerShdw>
                </a:effectLst>
                <a:latin typeface="Arial" panose="020B0604020202020204" pitchFamily="34" charset="0"/>
                <a:ea typeface="宋体" panose="02010600030101010101" pitchFamily="2" charset="-122"/>
              </a:rPr>
              <a:t>用户观点</a:t>
            </a:r>
          </a:p>
        </p:txBody>
      </p:sp>
      <p:sp>
        <p:nvSpPr>
          <p:cNvPr id="784391" name="Text Box 7"/>
          <p:cNvSpPr txBox="1">
            <a:spLocks noChangeArrowheads="1"/>
          </p:cNvSpPr>
          <p:nvPr/>
        </p:nvSpPr>
        <p:spPr bwMode="auto">
          <a:xfrm>
            <a:off x="6959600" y="4854576"/>
            <a:ext cx="1728788" cy="519113"/>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kumimoji="0" lang="zh-CN" altLang="en-US" sz="2800" u="sng">
                <a:solidFill>
                  <a:srgbClr val="FF3300"/>
                </a:solidFill>
                <a:effectLst>
                  <a:outerShdw blurRad="38100" dist="38100" dir="2700000" algn="tl">
                    <a:srgbClr val="C0C0C0"/>
                  </a:outerShdw>
                </a:effectLst>
                <a:latin typeface="Arial" panose="020B0604020202020204" pitchFamily="34" charset="0"/>
                <a:ea typeface="宋体" panose="02010600030101010101" pitchFamily="2" charset="-122"/>
              </a:rPr>
              <a:t>系统观点</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b="1" dirty="0"/>
              <a:t>三个核心优势</a:t>
            </a:r>
            <a:endParaRPr lang="en-US" altLang="zh-CN" b="1" dirty="0"/>
          </a:p>
          <a:p>
            <a:pPr lvl="1"/>
            <a:r>
              <a:rPr lang="zh-CN" altLang="en-US" dirty="0"/>
              <a:t>可视化</a:t>
            </a:r>
            <a:endParaRPr lang="en-US" altLang="zh-CN" dirty="0"/>
          </a:p>
          <a:p>
            <a:pPr lvl="1"/>
            <a:r>
              <a:rPr lang="zh-CN" altLang="en-US" dirty="0"/>
              <a:t>规范化</a:t>
            </a:r>
            <a:endParaRPr lang="en-US" altLang="zh-CN" dirty="0"/>
          </a:p>
          <a:p>
            <a:pPr lvl="1"/>
            <a:r>
              <a:rPr lang="zh-CN" altLang="en-US" dirty="0"/>
              <a:t>提高沟通效率</a:t>
            </a:r>
          </a:p>
        </p:txBody>
      </p:sp>
      <p:sp>
        <p:nvSpPr>
          <p:cNvPr id="3" name="标题 2"/>
          <p:cNvSpPr>
            <a:spLocks noGrp="1"/>
          </p:cNvSpPr>
          <p:nvPr>
            <p:ph type="title"/>
          </p:nvPr>
        </p:nvSpPr>
        <p:spPr/>
        <p:txBody>
          <a:bodyPr/>
          <a:lstStyle/>
          <a:p>
            <a:r>
              <a:rPr lang="zh-CN" altLang="en-US" dirty="0"/>
              <a:t>为什么要在需求分析中使用</a:t>
            </a:r>
            <a:r>
              <a:rPr lang="en-US" altLang="zh-CN" dirty="0"/>
              <a:t>UML</a:t>
            </a:r>
            <a:r>
              <a:rPr lang="zh-CN" altLang="en-US" dirty="0"/>
              <a:t>？</a:t>
            </a:r>
          </a:p>
        </p:txBody>
      </p:sp>
      <p:sp>
        <p:nvSpPr>
          <p:cNvPr id="4" name="灯片编号占位符 3"/>
          <p:cNvSpPr>
            <a:spLocks noGrp="1"/>
          </p:cNvSpPr>
          <p:nvPr>
            <p:ph type="sldNum" sz="quarter" idx="12"/>
          </p:nvPr>
        </p:nvSpPr>
        <p:spPr/>
        <p:txBody>
          <a:bodyPr/>
          <a:lstStyle/>
          <a:p>
            <a:pPr>
              <a:defRPr/>
            </a:pPr>
            <a:r>
              <a:rPr lang="en-US" altLang="zh-CN"/>
              <a:t>-</a:t>
            </a:r>
            <a:fld id="{84D0465F-A6A2-4704-8971-06036326BA03}" type="slidenum">
              <a:rPr lang="en-US" altLang="zh-CN" smtClean="0"/>
              <a:t>52</a:t>
            </a:fld>
            <a:r>
              <a:rPr lang="en-US" altLang="zh-CN"/>
              <a:t>-</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a:xfrm>
            <a:off x="374262" y="27243"/>
            <a:ext cx="10972800" cy="1143000"/>
          </a:xfrm>
        </p:spPr>
        <p:txBody>
          <a:bodyPr/>
          <a:lstStyle/>
          <a:p>
            <a:pPr eaLnBrk="1" hangingPunct="1"/>
            <a:r>
              <a:rPr lang="zh-CN" altLang="zh-CN" dirty="0"/>
              <a:t>核心优势</a:t>
            </a:r>
            <a:endParaRPr lang="en-US" altLang="zh-CN" dirty="0"/>
          </a:p>
        </p:txBody>
      </p:sp>
      <p:sp>
        <p:nvSpPr>
          <p:cNvPr id="2" name="内容占位符 1"/>
          <p:cNvSpPr>
            <a:spLocks noGrp="1"/>
          </p:cNvSpPr>
          <p:nvPr>
            <p:ph sz="half" idx="2"/>
          </p:nvPr>
        </p:nvSpPr>
        <p:spPr>
          <a:xfrm>
            <a:off x="-168696" y="1988840"/>
            <a:ext cx="12058717" cy="5414986"/>
          </a:xfrm>
        </p:spPr>
        <p:txBody>
          <a:bodyPr/>
          <a:lstStyle/>
          <a:p>
            <a:pPr lvl="1" eaLnBrk="1" hangingPunct="1">
              <a:lnSpc>
                <a:spcPct val="90000"/>
              </a:lnSpc>
              <a:defRPr/>
            </a:pPr>
            <a:r>
              <a:rPr lang="zh-CN" altLang="en-US" sz="3600" dirty="0"/>
              <a:t>可视化：系统的规模和设计都</a:t>
            </a:r>
            <a:r>
              <a:rPr lang="zh-CN" altLang="en-US" sz="3600" u="sng" dirty="0">
                <a:solidFill>
                  <a:schemeClr val="hlink"/>
                </a:solidFill>
                <a:effectLst>
                  <a:outerShdw blurRad="38100" dist="38100" dir="2700000" algn="tl">
                    <a:srgbClr val="C0C0C0"/>
                  </a:outerShdw>
                </a:effectLst>
              </a:rPr>
              <a:t>比较复杂</a:t>
            </a:r>
            <a:r>
              <a:rPr lang="zh-CN" altLang="en-US" sz="3600" dirty="0"/>
              <a:t>，通过用图形抽象地表达复杂概念，降低开发风险</a:t>
            </a:r>
          </a:p>
          <a:p>
            <a:pPr lvl="1" eaLnBrk="1" hangingPunct="1">
              <a:lnSpc>
                <a:spcPct val="90000"/>
              </a:lnSpc>
              <a:defRPr/>
            </a:pPr>
            <a:r>
              <a:rPr lang="zh-CN" altLang="en-US" sz="3600" dirty="0"/>
              <a:t>规范化：采用一套</a:t>
            </a:r>
            <a:r>
              <a:rPr lang="zh-CN" altLang="en-US" sz="3600" u="sng" dirty="0">
                <a:solidFill>
                  <a:schemeClr val="hlink"/>
                </a:solidFill>
                <a:effectLst>
                  <a:outerShdw blurRad="38100" dist="38100" dir="2700000" algn="tl">
                    <a:srgbClr val="C0C0C0"/>
                  </a:outerShdw>
                </a:effectLst>
              </a:rPr>
              <a:t>通用</a:t>
            </a:r>
            <a:r>
              <a:rPr lang="zh-CN" altLang="en-US" sz="3600" dirty="0"/>
              <a:t>的图形语言和符号体系描述组织的业务流程和软件需求</a:t>
            </a:r>
          </a:p>
          <a:p>
            <a:pPr lvl="1" eaLnBrk="1" hangingPunct="1">
              <a:lnSpc>
                <a:spcPct val="90000"/>
              </a:lnSpc>
              <a:defRPr/>
            </a:pPr>
            <a:r>
              <a:rPr lang="zh-CN" altLang="en-US" sz="4000" dirty="0"/>
              <a:t>提高沟通效率：</a:t>
            </a:r>
            <a:r>
              <a:rPr lang="zh-CN" altLang="en-US" sz="3600" dirty="0"/>
              <a:t>促进业务人员、开发人员之间一致、高效的交流</a:t>
            </a:r>
            <a:endParaRPr lang="en-US" altLang="zh-CN" sz="3600" u="sng" dirty="0">
              <a:solidFill>
                <a:srgbClr val="FF0000"/>
              </a:solidFill>
              <a:effectLst>
                <a:outerShdw blurRad="38100" dist="38100" dir="2700000" algn="tl">
                  <a:srgbClr val="000000">
                    <a:alpha val="43137"/>
                  </a:srgbClr>
                </a:outerShdw>
              </a:effectLst>
            </a:endParaRPr>
          </a:p>
          <a:p>
            <a:endParaRPr lang="zh-CN" altLang="en-US" dirty="0"/>
          </a:p>
        </p:txBody>
      </p:sp>
      <p:sp>
        <p:nvSpPr>
          <p:cNvPr id="27650"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E6236AB9-5950-47E3-B264-0B2E7375BCFE}" type="slidenum">
              <a:rPr lang="en-US" altLang="zh-CN" sz="1200" b="0">
                <a:solidFill>
                  <a:srgbClr val="4D4D4D"/>
                </a:solidFill>
                <a:latin typeface="Arial" panose="020B0604020202020204" pitchFamily="34" charset="0"/>
              </a:rPr>
              <a:t>53</a:t>
            </a:fld>
            <a:r>
              <a:rPr lang="en-US" altLang="zh-CN" sz="1200" b="0">
                <a:solidFill>
                  <a:srgbClr val="4D4D4D"/>
                </a:solidFill>
                <a:latin typeface="Arial" panose="020B0604020202020204" pitchFamily="34" charset="0"/>
              </a:rPr>
              <a:t>-</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5E9B55A3-0AE7-4371-A642-DC0F10216646}" type="slidenum">
              <a:rPr lang="en-US" altLang="zh-CN" sz="1200" b="0">
                <a:solidFill>
                  <a:srgbClr val="4D4D4D"/>
                </a:solidFill>
                <a:latin typeface="Arial" panose="020B0604020202020204" pitchFamily="34" charset="0"/>
              </a:rPr>
              <a:t>54</a:t>
            </a:fld>
            <a:r>
              <a:rPr lang="en-US" altLang="zh-CN" sz="1200" b="0">
                <a:solidFill>
                  <a:srgbClr val="4D4D4D"/>
                </a:solidFill>
                <a:latin typeface="Arial" panose="020B0604020202020204" pitchFamily="34" charset="0"/>
              </a:rPr>
              <a:t>-</a:t>
            </a:r>
          </a:p>
        </p:txBody>
      </p:sp>
      <p:sp>
        <p:nvSpPr>
          <p:cNvPr id="28675" name="Rectangle 2"/>
          <p:cNvSpPr>
            <a:spLocks noGrp="1" noChangeArrowheads="1"/>
          </p:cNvSpPr>
          <p:nvPr>
            <p:ph type="title"/>
          </p:nvPr>
        </p:nvSpPr>
        <p:spPr/>
        <p:txBody>
          <a:bodyPr/>
          <a:lstStyle/>
          <a:p>
            <a:pPr eaLnBrk="1" hangingPunct="1"/>
            <a:r>
              <a:rPr lang="zh-CN" altLang="en-US" dirty="0"/>
              <a:t>不选择</a:t>
            </a:r>
            <a:r>
              <a:rPr lang="en-US" altLang="zh-CN" dirty="0"/>
              <a:t>UML</a:t>
            </a:r>
            <a:r>
              <a:rPr lang="zh-CN" altLang="en-US" dirty="0"/>
              <a:t>的原因</a:t>
            </a:r>
            <a:endParaRPr lang="en-US" altLang="zh-CN" dirty="0"/>
          </a:p>
        </p:txBody>
      </p:sp>
      <p:sp>
        <p:nvSpPr>
          <p:cNvPr id="526339" name="Rectangle 3"/>
          <p:cNvSpPr>
            <a:spLocks noGrp="1" noChangeArrowheads="1"/>
          </p:cNvSpPr>
          <p:nvPr>
            <p:ph type="body" idx="1"/>
          </p:nvPr>
        </p:nvSpPr>
        <p:spPr/>
        <p:txBody>
          <a:bodyPr/>
          <a:lstStyle/>
          <a:p>
            <a:pPr eaLnBrk="1" hangingPunct="1">
              <a:defRPr/>
            </a:pPr>
            <a:r>
              <a:rPr lang="en-US" altLang="zh-CN" dirty="0"/>
              <a:t>UML</a:t>
            </a:r>
            <a:r>
              <a:rPr lang="zh-CN" altLang="en-US" dirty="0"/>
              <a:t>不是万能，有些场合并不适合</a:t>
            </a:r>
          </a:p>
          <a:p>
            <a:pPr lvl="1" eaLnBrk="1" hangingPunct="1">
              <a:defRPr/>
            </a:pPr>
            <a:r>
              <a:rPr lang="en-US" altLang="zh-CN" dirty="0"/>
              <a:t>1</a:t>
            </a:r>
            <a:r>
              <a:rPr lang="zh-CN" altLang="en-US" dirty="0"/>
              <a:t>）传统的做法已</a:t>
            </a:r>
            <a:r>
              <a:rPr lang="zh-CN" altLang="en-US" u="sng" dirty="0">
                <a:solidFill>
                  <a:schemeClr val="hlink"/>
                </a:solidFill>
                <a:effectLst>
                  <a:outerShdw blurRad="38100" dist="38100" dir="2700000" algn="tl">
                    <a:srgbClr val="C0C0C0"/>
                  </a:outerShdw>
                </a:effectLst>
              </a:rPr>
              <a:t>完全适用</a:t>
            </a:r>
            <a:r>
              <a:rPr lang="zh-CN" altLang="en-US" dirty="0"/>
              <a:t>，对面向对象技术的要求也不高，项目非常成功，无任何改进的必要</a:t>
            </a:r>
          </a:p>
          <a:p>
            <a:pPr lvl="1" eaLnBrk="1" hangingPunct="1">
              <a:defRPr/>
            </a:pPr>
            <a:r>
              <a:rPr lang="en-US" altLang="zh-CN" dirty="0"/>
              <a:t>2</a:t>
            </a:r>
            <a:r>
              <a:rPr lang="zh-CN" altLang="en-US" dirty="0"/>
              <a:t>）开发的</a:t>
            </a:r>
            <a:r>
              <a:rPr lang="zh-CN" altLang="en-US" u="sng" dirty="0">
                <a:solidFill>
                  <a:schemeClr val="hlink"/>
                </a:solidFill>
                <a:effectLst>
                  <a:outerShdw blurRad="38100" dist="38100" dir="2700000" algn="tl">
                    <a:srgbClr val="C0C0C0"/>
                  </a:outerShdw>
                </a:effectLst>
              </a:rPr>
              <a:t>系统比较简单</a:t>
            </a:r>
            <a:r>
              <a:rPr lang="zh-CN" altLang="en-US" dirty="0"/>
              <a:t>，直接用源码配上少量的文字就能解决问题，软件开发文档也无需添加图形来辅助说明</a:t>
            </a:r>
          </a:p>
          <a:p>
            <a:pPr lvl="1" eaLnBrk="1" hangingPunct="1">
              <a:defRPr/>
            </a:pPr>
            <a:r>
              <a:rPr lang="en-US" altLang="zh-CN" dirty="0"/>
              <a:t>3</a:t>
            </a:r>
            <a:r>
              <a:rPr lang="zh-CN" altLang="en-US" dirty="0"/>
              <a:t>）开发的系统本身</a:t>
            </a:r>
            <a:r>
              <a:rPr lang="zh-CN" altLang="en-US" u="sng" dirty="0">
                <a:solidFill>
                  <a:schemeClr val="hlink"/>
                </a:solidFill>
                <a:effectLst>
                  <a:outerShdw blurRad="38100" dist="38100" dir="2700000" algn="tl">
                    <a:srgbClr val="C0C0C0"/>
                  </a:outerShdw>
                </a:effectLst>
              </a:rPr>
              <a:t>不属于</a:t>
            </a:r>
            <a:r>
              <a:rPr lang="en-US" altLang="zh-CN" dirty="0"/>
              <a:t>OO</a:t>
            </a:r>
            <a:r>
              <a:rPr lang="zh-CN" altLang="en-US" dirty="0"/>
              <a:t>方法、</a:t>
            </a:r>
            <a:r>
              <a:rPr lang="en-US" altLang="zh-CN" dirty="0"/>
              <a:t>UML</a:t>
            </a:r>
            <a:r>
              <a:rPr lang="zh-CN" altLang="en-US" dirty="0"/>
              <a:t>适用的范围</a:t>
            </a:r>
          </a:p>
          <a:p>
            <a:pPr lvl="1" eaLnBrk="1" hangingPunct="1">
              <a:defRPr/>
            </a:pP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hangingPunct="1"/>
            <a:r>
              <a:rPr lang="en-US" altLang="zh-CN" sz="1200" b="0">
                <a:solidFill>
                  <a:srgbClr val="4D4D4D"/>
                </a:solidFill>
                <a:latin typeface="Arial" panose="020B0604020202020204" pitchFamily="34" charset="0"/>
              </a:rPr>
              <a:t>-</a:t>
            </a:r>
            <a:fld id="{5E9B55A3-0AE7-4371-A642-DC0F10216646}" type="slidenum">
              <a:rPr lang="en-US" altLang="zh-CN" sz="1200" b="0">
                <a:solidFill>
                  <a:srgbClr val="4D4D4D"/>
                </a:solidFill>
                <a:latin typeface="Arial" panose="020B0604020202020204" pitchFamily="34" charset="0"/>
              </a:rPr>
              <a:t>55</a:t>
            </a:fld>
            <a:r>
              <a:rPr lang="en-US" altLang="zh-CN" sz="1200" b="0">
                <a:solidFill>
                  <a:srgbClr val="4D4D4D"/>
                </a:solidFill>
                <a:latin typeface="Arial" panose="020B0604020202020204" pitchFamily="34" charset="0"/>
              </a:rPr>
              <a:t>-</a:t>
            </a:r>
          </a:p>
        </p:txBody>
      </p:sp>
      <p:sp>
        <p:nvSpPr>
          <p:cNvPr id="28675" name="Rectangle 2"/>
          <p:cNvSpPr>
            <a:spLocks noGrp="1" noChangeArrowheads="1"/>
          </p:cNvSpPr>
          <p:nvPr>
            <p:ph type="title"/>
          </p:nvPr>
        </p:nvSpPr>
        <p:spPr/>
        <p:txBody>
          <a:bodyPr/>
          <a:lstStyle/>
          <a:p>
            <a:pPr eaLnBrk="1" hangingPunct="1"/>
            <a:r>
              <a:rPr lang="zh-CN" altLang="en-US" b="0" dirty="0"/>
              <a:t>问题</a:t>
            </a:r>
            <a:r>
              <a:rPr lang="en-US" altLang="zh-CN" b="0" dirty="0"/>
              <a:t>5</a:t>
            </a:r>
            <a:r>
              <a:rPr lang="zh-CN" altLang="en-US" dirty="0"/>
              <a:t>：什么情况下不适合用</a:t>
            </a:r>
            <a:r>
              <a:rPr lang="en-US" altLang="zh-CN" dirty="0"/>
              <a:t>UML</a:t>
            </a:r>
            <a:r>
              <a:rPr lang="zh-CN" altLang="en-US" dirty="0"/>
              <a:t>？</a:t>
            </a:r>
            <a:endParaRPr lang="en-US" altLang="zh-CN" dirty="0"/>
          </a:p>
        </p:txBody>
      </p:sp>
      <p:sp>
        <p:nvSpPr>
          <p:cNvPr id="526339" name="Rectangle 3"/>
          <p:cNvSpPr>
            <a:spLocks noGrp="1" noChangeArrowheads="1"/>
          </p:cNvSpPr>
          <p:nvPr>
            <p:ph type="body" idx="1"/>
          </p:nvPr>
        </p:nvSpPr>
        <p:spPr>
          <a:xfrm>
            <a:off x="695401" y="981077"/>
            <a:ext cx="10872184" cy="791740"/>
          </a:xfrm>
        </p:spPr>
        <p:txBody>
          <a:bodyPr/>
          <a:lstStyle/>
          <a:p>
            <a:r>
              <a:rPr lang="zh-CN" altLang="en-US" b="1" dirty="0"/>
              <a:t>什么情况下不适合用</a:t>
            </a:r>
            <a:r>
              <a:rPr lang="en-US" altLang="zh-CN" b="1" dirty="0"/>
              <a:t>UML</a:t>
            </a:r>
            <a:r>
              <a:rPr lang="zh-CN" altLang="en-US" b="1" dirty="0"/>
              <a:t>？</a:t>
            </a:r>
          </a:p>
        </p:txBody>
      </p:sp>
      <p:sp>
        <p:nvSpPr>
          <p:cNvPr id="2" name="Rectangle 3"/>
          <p:cNvSpPr txBox="1">
            <a:spLocks noChangeArrowheads="1"/>
          </p:cNvSpPr>
          <p:nvPr/>
        </p:nvSpPr>
        <p:spPr bwMode="auto">
          <a:xfrm>
            <a:off x="1007533" y="3033130"/>
            <a:ext cx="10872184" cy="79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A50021"/>
              </a:buClr>
              <a:buSzPct val="80000"/>
              <a:buFont typeface="Wingdings" panose="05000000000000000000" pitchFamily="2" charset="2"/>
              <a:buChar char="þ"/>
              <a:defRPr kumimoji="1" sz="3200" b="0" baseline="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u"/>
              <a:defRPr kumimoji="1" sz="2800" b="0" baseline="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lr>
                <a:schemeClr val="hlink"/>
              </a:buClr>
              <a:buSzPct val="70000"/>
              <a:buFont typeface="Wingdings" panose="05000000000000000000" pitchFamily="2" charset="2"/>
              <a:buChar char="Ø"/>
              <a:defRPr kumimoji="1" sz="2400" b="0" baseline="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lr>
                <a:schemeClr val="folHlink"/>
              </a:buClr>
              <a:buSzPct val="70000"/>
              <a:buFont typeface="Wingdings" panose="05000000000000000000" pitchFamily="2" charset="2"/>
              <a:buChar char="ü"/>
              <a:defRPr kumimoji="1" sz="2000" b="0" baseline="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kumimoji="1" sz="2000" b="0" baseline="0">
                <a:solidFill>
                  <a:schemeClr val="tx1"/>
                </a:solidFill>
                <a:latin typeface="+mn-lt"/>
                <a:ea typeface="微软雅黑" panose="020B0503020204020204" pitchFamily="34" charset="-122"/>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9pPr>
          </a:lstStyle>
          <a:p>
            <a:pPr lvl="1"/>
            <a:r>
              <a:rPr lang="en-US" altLang="zh-CN" b="1" kern="0" dirty="0"/>
              <a:t>2.</a:t>
            </a:r>
            <a:r>
              <a:rPr lang="zh-CN" altLang="en-US" dirty="0"/>
              <a:t>开发的系统比较简单，直接用源码配上少量的文字就能解决问题，软件开发文档也无需添加图形来辅助说明</a:t>
            </a:r>
            <a:endParaRPr lang="zh-CN" altLang="en-US" b="1" kern="0" dirty="0"/>
          </a:p>
        </p:txBody>
      </p:sp>
      <p:sp>
        <p:nvSpPr>
          <p:cNvPr id="3" name="Rectangle 3"/>
          <p:cNvSpPr txBox="1">
            <a:spLocks noChangeArrowheads="1"/>
          </p:cNvSpPr>
          <p:nvPr/>
        </p:nvSpPr>
        <p:spPr bwMode="auto">
          <a:xfrm>
            <a:off x="1007533" y="4445256"/>
            <a:ext cx="10872184" cy="79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A50021"/>
              </a:buClr>
              <a:buSzPct val="80000"/>
              <a:buFont typeface="Wingdings" panose="05000000000000000000" pitchFamily="2" charset="2"/>
              <a:buChar char="þ"/>
              <a:defRPr kumimoji="1" sz="3200" b="0" baseline="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u"/>
              <a:defRPr kumimoji="1" sz="2800" b="0" baseline="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lr>
                <a:schemeClr val="hlink"/>
              </a:buClr>
              <a:buSzPct val="70000"/>
              <a:buFont typeface="Wingdings" panose="05000000000000000000" pitchFamily="2" charset="2"/>
              <a:buChar char="Ø"/>
              <a:defRPr kumimoji="1" sz="2400" b="0" baseline="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lr>
                <a:schemeClr val="folHlink"/>
              </a:buClr>
              <a:buSzPct val="70000"/>
              <a:buFont typeface="Wingdings" panose="05000000000000000000" pitchFamily="2" charset="2"/>
              <a:buChar char="ü"/>
              <a:defRPr kumimoji="1" sz="2000" b="0" baseline="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kumimoji="1" sz="2000" b="0" baseline="0">
                <a:solidFill>
                  <a:schemeClr val="tx1"/>
                </a:solidFill>
                <a:latin typeface="+mn-lt"/>
                <a:ea typeface="微软雅黑" panose="020B0503020204020204" pitchFamily="34" charset="-122"/>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9pPr>
          </a:lstStyle>
          <a:p>
            <a:pPr lvl="1"/>
            <a:r>
              <a:rPr lang="en-US" altLang="zh-CN" b="1" kern="0" dirty="0"/>
              <a:t>3.</a:t>
            </a:r>
            <a:r>
              <a:rPr lang="zh-CN" altLang="en-US" dirty="0"/>
              <a:t>开发的系统本身不属于</a:t>
            </a:r>
            <a:r>
              <a:rPr lang="en-US" altLang="zh-CN" dirty="0"/>
              <a:t>OO</a:t>
            </a:r>
            <a:r>
              <a:rPr lang="zh-CN" altLang="en-US" dirty="0"/>
              <a:t>方法、</a:t>
            </a:r>
            <a:r>
              <a:rPr lang="en-US" altLang="zh-CN" dirty="0"/>
              <a:t>UML</a:t>
            </a:r>
            <a:r>
              <a:rPr lang="zh-CN" altLang="en-US" dirty="0"/>
              <a:t>适用的范围</a:t>
            </a:r>
            <a:endParaRPr lang="zh-CN" altLang="en-US" b="1" kern="0" dirty="0"/>
          </a:p>
        </p:txBody>
      </p:sp>
      <p:sp>
        <p:nvSpPr>
          <p:cNvPr id="4" name="Rectangle 3"/>
          <p:cNvSpPr txBox="1">
            <a:spLocks noChangeArrowheads="1"/>
          </p:cNvSpPr>
          <p:nvPr/>
        </p:nvSpPr>
        <p:spPr bwMode="auto">
          <a:xfrm>
            <a:off x="1007533" y="1845546"/>
            <a:ext cx="10872184" cy="791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A50021"/>
              </a:buClr>
              <a:buSzPct val="80000"/>
              <a:buFont typeface="Wingdings" panose="05000000000000000000" pitchFamily="2" charset="2"/>
              <a:buChar char="þ"/>
              <a:defRPr kumimoji="1" sz="3200" b="0" baseline="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u"/>
              <a:defRPr kumimoji="1" sz="2800" b="0" baseline="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lr>
                <a:schemeClr val="hlink"/>
              </a:buClr>
              <a:buSzPct val="70000"/>
              <a:buFont typeface="Wingdings" panose="05000000000000000000" pitchFamily="2" charset="2"/>
              <a:buChar char="Ø"/>
              <a:defRPr kumimoji="1" sz="2400" b="0" baseline="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lr>
                <a:schemeClr val="folHlink"/>
              </a:buClr>
              <a:buSzPct val="70000"/>
              <a:buFont typeface="Wingdings" panose="05000000000000000000" pitchFamily="2" charset="2"/>
              <a:buChar char="ü"/>
              <a:defRPr kumimoji="1" sz="2000" b="0" baseline="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kumimoji="1" sz="2000" b="0" baseline="0">
                <a:solidFill>
                  <a:schemeClr val="tx1"/>
                </a:solidFill>
                <a:latin typeface="+mn-lt"/>
                <a:ea typeface="微软雅黑" panose="020B0503020204020204" pitchFamily="34" charset="-122"/>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9pPr>
          </a:lstStyle>
          <a:p>
            <a:pPr lvl="1"/>
            <a:r>
              <a:rPr lang="en-US" altLang="zh-CN" b="1" kern="0" dirty="0"/>
              <a:t>1.</a:t>
            </a:r>
            <a:r>
              <a:rPr lang="zh-CN" altLang="en-US" dirty="0"/>
              <a:t>对面向对象技术的要求也不高，项目非常成功，无任何改进的必要</a:t>
            </a:r>
          </a:p>
          <a:p>
            <a:pPr lvl="1"/>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95401" y="1196341"/>
            <a:ext cx="10872184" cy="5400675"/>
          </a:xfrm>
        </p:spPr>
        <p:txBody>
          <a:bodyPr/>
          <a:lstStyle/>
          <a:p>
            <a:pPr marL="0" indent="0">
              <a:buNone/>
            </a:pPr>
            <a:r>
              <a:rPr lang="en-US" altLang="zh-CN" sz="1400"/>
              <a:t>[1] </a:t>
            </a:r>
            <a:r>
              <a:rPr lang="zh-CN" altLang="en-US" sz="1400"/>
              <a:t>谭火彬</a:t>
            </a:r>
            <a:r>
              <a:rPr lang="en-US" altLang="zh-CN" sz="1400"/>
              <a:t>. UML2</a:t>
            </a:r>
            <a:r>
              <a:rPr lang="zh-CN" altLang="en-US" sz="1400"/>
              <a:t>面向对象的分析与设计</a:t>
            </a:r>
            <a:r>
              <a:rPr lang="en-US" altLang="zh-CN" sz="1400"/>
              <a:t>[M]. </a:t>
            </a:r>
            <a:r>
              <a:rPr lang="zh-CN" altLang="en-US" sz="1400"/>
              <a:t>第</a:t>
            </a:r>
            <a:r>
              <a:rPr lang="en-US" altLang="zh-CN" sz="1400"/>
              <a:t>2</a:t>
            </a:r>
            <a:r>
              <a:rPr lang="zh-CN" altLang="en-US" sz="1400"/>
              <a:t>版</a:t>
            </a:r>
            <a:r>
              <a:rPr lang="en-US" altLang="zh-CN" sz="1400"/>
              <a:t>. </a:t>
            </a:r>
            <a:r>
              <a:rPr lang="zh-CN" altLang="en-US" sz="1400"/>
              <a:t>北京</a:t>
            </a:r>
            <a:r>
              <a:rPr lang="en-US" altLang="zh-CN" sz="1400"/>
              <a:t>: </a:t>
            </a:r>
            <a:r>
              <a:rPr lang="zh-CN" altLang="en-US" sz="1400"/>
              <a:t>清华大学出版社</a:t>
            </a:r>
            <a:r>
              <a:rPr lang="en-US" altLang="zh-CN" sz="1400"/>
              <a:t>, 2018.</a:t>
            </a:r>
          </a:p>
          <a:p>
            <a:pPr marL="0" indent="0">
              <a:buNone/>
            </a:pPr>
            <a:endParaRPr lang="en-US" altLang="zh-CN" sz="1400"/>
          </a:p>
          <a:p>
            <a:pPr marL="0" indent="0">
              <a:buNone/>
            </a:pPr>
            <a:r>
              <a:rPr lang="en-US" altLang="zh-CN" sz="1400"/>
              <a:t>[2] Booch G, Rumbaugh J, Jacobson I. The Unified Modeling Language User Guide[M]. 2nd ed. Boston: Addison-Wesley, 2005.</a:t>
            </a:r>
          </a:p>
          <a:p>
            <a:pPr marL="0" indent="0">
              <a:buNone/>
            </a:pPr>
            <a:endParaRPr lang="en-US" altLang="zh-CN" sz="1400"/>
          </a:p>
          <a:p>
            <a:pPr marL="0" indent="0">
              <a:buNone/>
            </a:pPr>
            <a:r>
              <a:rPr lang="en-US" altLang="zh-CN" sz="1400"/>
              <a:t>[3] Rumbaugh J, Jacobson I, Booch G. The Unified Modeling Language Reference Manual[M]. 2nd ed. Boston: Addison-Wesley, 2004.</a:t>
            </a:r>
          </a:p>
          <a:p>
            <a:pPr marL="0" indent="0">
              <a:buNone/>
            </a:pPr>
            <a:endParaRPr lang="en-US" altLang="zh-CN" sz="1400"/>
          </a:p>
          <a:p>
            <a:pPr marL="0" indent="0">
              <a:buNone/>
            </a:pPr>
            <a:r>
              <a:rPr lang="en-US" altLang="zh-CN" sz="1400"/>
              <a:t>[4] Jacobson I, Booch G, Rumbaugh J. The Unified Software Development Process[M]. Boston: Addison-Wesley, 1999.</a:t>
            </a:r>
          </a:p>
          <a:p>
            <a:pPr marL="0" indent="0">
              <a:buNone/>
            </a:pPr>
            <a:endParaRPr lang="en-US" altLang="zh-CN" sz="1400"/>
          </a:p>
          <a:p>
            <a:pPr marL="0" indent="0">
              <a:buNone/>
            </a:pPr>
            <a:r>
              <a:rPr lang="en-US" altLang="zh-CN" sz="1400"/>
              <a:t>[5] Fowler M. UML Distilled: A Brief Guide to the Standard Object Modeling Language[M]. 3rd ed. Boston: Addison-Wesley, 2003.</a:t>
            </a:r>
          </a:p>
          <a:p>
            <a:pPr marL="0" indent="0">
              <a:buNone/>
            </a:pPr>
            <a:endParaRPr lang="en-US" altLang="zh-CN" sz="1400"/>
          </a:p>
          <a:p>
            <a:pPr marL="0" indent="0">
              <a:buNone/>
            </a:pPr>
            <a:r>
              <a:rPr lang="en-US" altLang="zh-CN" sz="1400"/>
              <a:t>[6] </a:t>
            </a:r>
            <a:r>
              <a:rPr lang="zh-CN" altLang="en-US" sz="1400"/>
              <a:t>张传波</a:t>
            </a:r>
            <a:r>
              <a:rPr lang="en-US" altLang="zh-CN" sz="1400"/>
              <a:t>. </a:t>
            </a:r>
            <a:r>
              <a:rPr lang="zh-CN" altLang="en-US" sz="1400"/>
              <a:t>火球</a:t>
            </a:r>
            <a:r>
              <a:rPr lang="en-US" altLang="zh-CN" sz="1400"/>
              <a:t>(UML</a:t>
            </a:r>
            <a:r>
              <a:rPr lang="zh-CN" altLang="en-US" sz="1400"/>
              <a:t>需求分析实战</a:t>
            </a:r>
            <a:r>
              <a:rPr lang="en-US" altLang="zh-CN" sz="1400"/>
              <a:t>)[M]. </a:t>
            </a:r>
            <a:r>
              <a:rPr lang="zh-CN" altLang="en-US" sz="1400"/>
              <a:t>北京</a:t>
            </a:r>
            <a:r>
              <a:rPr lang="en-US" altLang="zh-CN" sz="1400"/>
              <a:t>: </a:t>
            </a:r>
            <a:r>
              <a:rPr lang="zh-CN" altLang="en-US" sz="1400"/>
              <a:t>人民邮电出版社</a:t>
            </a:r>
            <a:r>
              <a:rPr lang="en-US" altLang="zh-CN" sz="1400"/>
              <a:t>, 2019.</a:t>
            </a:r>
          </a:p>
          <a:p>
            <a:pPr marL="0" indent="0">
              <a:buNone/>
            </a:pPr>
            <a:endParaRPr lang="en-US" altLang="zh-CN" sz="1400"/>
          </a:p>
          <a:p>
            <a:pPr marL="0" indent="0">
              <a:buNone/>
            </a:pPr>
            <a:r>
              <a:rPr lang="en-US" altLang="zh-CN" sz="1400"/>
              <a:t>[7] </a:t>
            </a:r>
            <a:r>
              <a:rPr lang="zh-CN" altLang="en-US" sz="1400"/>
              <a:t>吕云翔</a:t>
            </a:r>
            <a:r>
              <a:rPr lang="en-US" altLang="zh-CN" sz="1400"/>
              <a:t>, </a:t>
            </a:r>
            <a:r>
              <a:rPr lang="zh-CN" altLang="en-US" sz="1400"/>
              <a:t>赵天宇</a:t>
            </a:r>
            <a:r>
              <a:rPr lang="en-US" altLang="zh-CN" sz="1400"/>
              <a:t>. UML</a:t>
            </a:r>
            <a:r>
              <a:rPr lang="zh-CN" altLang="en-US" sz="1400"/>
              <a:t>面向对象分析、建模与设计</a:t>
            </a:r>
            <a:r>
              <a:rPr lang="en-US" altLang="zh-CN" sz="1400"/>
              <a:t>[M]. </a:t>
            </a:r>
            <a:r>
              <a:rPr lang="zh-CN" altLang="en-US" sz="1400"/>
              <a:t>北京</a:t>
            </a:r>
            <a:r>
              <a:rPr lang="en-US" altLang="zh-CN" sz="1400"/>
              <a:t>: </a:t>
            </a:r>
            <a:r>
              <a:rPr lang="zh-CN" altLang="en-US" sz="1400"/>
              <a:t>清华大学出版社</a:t>
            </a:r>
            <a:r>
              <a:rPr lang="en-US" altLang="zh-CN" sz="1400"/>
              <a:t>, 2025.</a:t>
            </a:r>
          </a:p>
          <a:p>
            <a:pPr marL="0" indent="0">
              <a:buNone/>
            </a:pPr>
            <a:endParaRPr lang="en-US" altLang="zh-CN" sz="1400"/>
          </a:p>
          <a:p>
            <a:pPr marL="0" indent="0">
              <a:buNone/>
            </a:pPr>
            <a:r>
              <a:rPr lang="en-US" altLang="zh-CN" sz="1400"/>
              <a:t>[8] </a:t>
            </a:r>
            <a:r>
              <a:rPr lang="zh-CN" altLang="en-US" sz="1400"/>
              <a:t>王先国</a:t>
            </a:r>
            <a:r>
              <a:rPr lang="en-US" altLang="zh-CN" sz="1400"/>
              <a:t>, </a:t>
            </a:r>
            <a:r>
              <a:rPr lang="zh-CN" altLang="en-US" sz="1400"/>
              <a:t>等</a:t>
            </a:r>
            <a:r>
              <a:rPr lang="en-US" altLang="zh-CN" sz="1400"/>
              <a:t>. UML</a:t>
            </a:r>
            <a:r>
              <a:rPr lang="zh-CN" altLang="en-US" sz="1400"/>
              <a:t>统一建模实用教程</a:t>
            </a:r>
            <a:r>
              <a:rPr lang="en-US" altLang="zh-CN" sz="1400"/>
              <a:t>[M]. </a:t>
            </a:r>
            <a:r>
              <a:rPr lang="zh-CN" altLang="en-US" sz="1400"/>
              <a:t>第</a:t>
            </a:r>
            <a:r>
              <a:rPr lang="en-US" altLang="zh-CN" sz="1400"/>
              <a:t>2</a:t>
            </a:r>
            <a:r>
              <a:rPr lang="zh-CN" altLang="en-US" sz="1400"/>
              <a:t>版</a:t>
            </a:r>
            <a:r>
              <a:rPr lang="en-US" altLang="zh-CN" sz="1400"/>
              <a:t>. </a:t>
            </a:r>
            <a:r>
              <a:rPr lang="zh-CN" altLang="en-US" sz="1400"/>
              <a:t>北京</a:t>
            </a:r>
            <a:r>
              <a:rPr lang="en-US" altLang="zh-CN" sz="1400"/>
              <a:t>: </a:t>
            </a:r>
            <a:r>
              <a:rPr lang="zh-CN" altLang="en-US" sz="1400"/>
              <a:t>清华大学出版社</a:t>
            </a:r>
            <a:r>
              <a:rPr lang="en-US" altLang="zh-CN" sz="1400"/>
              <a:t>, 2023.</a:t>
            </a:r>
          </a:p>
        </p:txBody>
      </p:sp>
      <p:sp>
        <p:nvSpPr>
          <p:cNvPr id="3" name="标题 2"/>
          <p:cNvSpPr>
            <a:spLocks noGrp="1"/>
          </p:cNvSpPr>
          <p:nvPr>
            <p:ph type="title"/>
          </p:nvPr>
        </p:nvSpPr>
        <p:spPr>
          <a:xfrm>
            <a:off x="1007533" y="404158"/>
            <a:ext cx="10063501" cy="647700"/>
          </a:xfrm>
        </p:spPr>
        <p:txBody>
          <a:bodyPr/>
          <a:lstStyle/>
          <a:p>
            <a:r>
              <a:rPr lang="zh-CN" altLang="en-US" sz="4800" kern="1200" dirty="0">
                <a:effectLst>
                  <a:outerShdw blurRad="38100" dist="38100" dir="2700000" algn="tl">
                    <a:srgbClr val="C0C0C0"/>
                  </a:outerShdw>
                </a:effectLst>
                <a:latin typeface="华文楷体" panose="02010600040101010101" pitchFamily="2" charset="-122"/>
                <a:ea typeface="华文楷体" panose="02010600040101010101" pitchFamily="2" charset="-122"/>
              </a:rPr>
              <a:t>参考文献</a:t>
            </a:r>
          </a:p>
        </p:txBody>
      </p:sp>
      <p:sp>
        <p:nvSpPr>
          <p:cNvPr id="4" name="灯片编号占位符 3"/>
          <p:cNvSpPr>
            <a:spLocks noGrp="1"/>
          </p:cNvSpPr>
          <p:nvPr>
            <p:ph type="sldNum" sz="quarter" idx="12"/>
          </p:nvPr>
        </p:nvSpPr>
        <p:spPr/>
        <p:txBody>
          <a:bodyPr/>
          <a:lstStyle/>
          <a:p>
            <a:pPr>
              <a:defRPr/>
            </a:pPr>
            <a:r>
              <a:rPr lang="en-US" altLang="zh-CN"/>
              <a:t>-</a:t>
            </a:r>
            <a:fld id="{84D0465F-A6A2-4704-8971-06036326BA03}" type="slidenum">
              <a:rPr lang="en-US" altLang="zh-CN" smtClean="0"/>
              <a:t>56</a:t>
            </a:fld>
            <a:r>
              <a:rPr lang="en-US" altLang="zh-CN"/>
              <a:t>-</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95401" y="1196341"/>
            <a:ext cx="10872184" cy="5400675"/>
          </a:xfrm>
        </p:spPr>
        <p:txBody>
          <a:bodyPr/>
          <a:lstStyle/>
          <a:p>
            <a:pPr marL="0" indent="0">
              <a:buNone/>
            </a:pPr>
            <a:r>
              <a:rPr lang="zh-CN" altLang="en-US"/>
              <a:t>分工：</a:t>
            </a:r>
          </a:p>
          <a:p>
            <a:r>
              <a:rPr lang="zh-CN" altLang="en-US"/>
              <a:t>陈鹏宇、陈天阳：</a:t>
            </a:r>
            <a:r>
              <a:rPr lang="en-US" altLang="zh-CN"/>
              <a:t>PPT</a:t>
            </a:r>
            <a:r>
              <a:rPr lang="zh-CN" altLang="en-US"/>
              <a:t>内容</a:t>
            </a:r>
          </a:p>
          <a:p>
            <a:r>
              <a:rPr lang="zh-CN" altLang="en-US"/>
              <a:t>梅怡钿：</a:t>
            </a:r>
            <a:r>
              <a:rPr lang="en-US" altLang="zh-CN"/>
              <a:t> PPT</a:t>
            </a:r>
            <a:r>
              <a:rPr lang="zh-CN" altLang="en-US"/>
              <a:t>汇总</a:t>
            </a:r>
            <a:r>
              <a:rPr lang="en-US" altLang="zh-CN"/>
              <a:t>+</a:t>
            </a:r>
            <a:r>
              <a:rPr lang="zh-CN" altLang="en-US"/>
              <a:t>美化</a:t>
            </a:r>
          </a:p>
          <a:p>
            <a:r>
              <a:rPr lang="zh-CN" altLang="en-US"/>
              <a:t>张明慧：</a:t>
            </a:r>
            <a:r>
              <a:rPr lang="en-US" altLang="zh-CN"/>
              <a:t>WBS</a:t>
            </a:r>
            <a:r>
              <a:rPr lang="zh-CN" altLang="en-US"/>
              <a:t>图绘制</a:t>
            </a:r>
          </a:p>
          <a:p>
            <a:r>
              <a:rPr lang="zh-CN" altLang="en-US"/>
              <a:t>曹志隆：甘特图</a:t>
            </a:r>
            <a:r>
              <a:rPr lang="en-US" altLang="zh-CN"/>
              <a:t>+</a:t>
            </a:r>
            <a:r>
              <a:rPr lang="zh-CN" altLang="en-US"/>
              <a:t>资源管理</a:t>
            </a:r>
          </a:p>
          <a:p>
            <a:r>
              <a:rPr lang="zh-CN" altLang="en-US"/>
              <a:t>李俊翰：</a:t>
            </a:r>
            <a:r>
              <a:rPr lang="en-US" altLang="zh-CN"/>
              <a:t>PPT</a:t>
            </a:r>
            <a:r>
              <a:rPr lang="zh-CN" altLang="en-US"/>
              <a:t>内容大纲</a:t>
            </a:r>
            <a:r>
              <a:rPr lang="en-US" altLang="zh-CN"/>
              <a:t>+PPT</a:t>
            </a:r>
            <a:r>
              <a:rPr lang="zh-CN" altLang="en-US"/>
              <a:t>展示</a:t>
            </a:r>
            <a:endParaRPr lang="en-US" altLang="zh-CN"/>
          </a:p>
        </p:txBody>
      </p:sp>
      <p:sp>
        <p:nvSpPr>
          <p:cNvPr id="3" name="标题 2"/>
          <p:cNvSpPr>
            <a:spLocks noGrp="1"/>
          </p:cNvSpPr>
          <p:nvPr>
            <p:ph type="title"/>
          </p:nvPr>
        </p:nvSpPr>
        <p:spPr>
          <a:xfrm>
            <a:off x="1007533" y="404158"/>
            <a:ext cx="10063501" cy="647700"/>
          </a:xfrm>
        </p:spPr>
        <p:txBody>
          <a:bodyPr/>
          <a:lstStyle/>
          <a:p>
            <a:r>
              <a:rPr lang="en-US" altLang="zh-CN" sz="4800" kern="1200" dirty="0">
                <a:effectLst>
                  <a:outerShdw blurRad="38100" dist="38100" dir="2700000" algn="tl">
                    <a:srgbClr val="C0C0C0"/>
                  </a:outerShdw>
                </a:effectLst>
                <a:latin typeface="华文楷体" panose="02010600040101010101" pitchFamily="2" charset="-122"/>
                <a:ea typeface="华文楷体" panose="02010600040101010101" pitchFamily="2" charset="-122"/>
                <a:sym typeface="+mn-ea"/>
              </a:rPr>
              <a:t>小组成员分工及评价</a:t>
            </a:r>
            <a:endParaRPr lang="en-US" altLang="zh-CN" sz="4800" kern="1200" dirty="0">
              <a:effectLst>
                <a:outerShdw blurRad="38100" dist="38100" dir="2700000" algn="tl">
                  <a:srgbClr val="C0C0C0"/>
                </a:outerShdw>
              </a:effectLst>
              <a:latin typeface="华文楷体" panose="02010600040101010101" pitchFamily="2" charset="-122"/>
              <a:ea typeface="华文楷体" panose="02010600040101010101" pitchFamily="2" charset="-122"/>
            </a:endParaRPr>
          </a:p>
        </p:txBody>
      </p:sp>
      <p:sp>
        <p:nvSpPr>
          <p:cNvPr id="4" name="灯片编号占位符 3"/>
          <p:cNvSpPr>
            <a:spLocks noGrp="1"/>
          </p:cNvSpPr>
          <p:nvPr>
            <p:ph type="sldNum" sz="quarter" idx="12"/>
          </p:nvPr>
        </p:nvSpPr>
        <p:spPr/>
        <p:txBody>
          <a:bodyPr/>
          <a:lstStyle/>
          <a:p>
            <a:pPr>
              <a:defRPr/>
            </a:pPr>
            <a:r>
              <a:rPr lang="en-US" altLang="zh-CN"/>
              <a:t>-</a:t>
            </a:r>
            <a:fld id="{84D0465F-A6A2-4704-8971-06036326BA03}" type="slidenum">
              <a:rPr lang="en-US" altLang="zh-CN" smtClean="0"/>
              <a:t>57</a:t>
            </a:fld>
            <a:r>
              <a:rPr lang="en-US" altLang="zh-CN"/>
              <a:t>-</a:t>
            </a:r>
          </a:p>
        </p:txBody>
      </p:sp>
      <p:sp>
        <p:nvSpPr>
          <p:cNvPr id="7" name="内容占位符 1"/>
          <p:cNvSpPr>
            <a:spLocks noGrp="1"/>
          </p:cNvSpPr>
          <p:nvPr/>
        </p:nvSpPr>
        <p:spPr>
          <a:xfrm>
            <a:off x="7534986" y="1050926"/>
            <a:ext cx="10872184" cy="5400675"/>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A50021"/>
              </a:buClr>
              <a:buSzPct val="80000"/>
              <a:buFont typeface="Wingdings" panose="05000000000000000000" pitchFamily="2" charset="2"/>
              <a:buChar char="þ"/>
              <a:defRPr kumimoji="1" sz="3200" b="0" baseline="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lr>
                <a:schemeClr val="tx2"/>
              </a:buClr>
              <a:buSzPct val="70000"/>
              <a:buFont typeface="Wingdings" panose="05000000000000000000" pitchFamily="2" charset="2"/>
              <a:buChar char="u"/>
              <a:defRPr kumimoji="1" sz="2800" b="0" baseline="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lr>
                <a:schemeClr val="hlink"/>
              </a:buClr>
              <a:buSzPct val="70000"/>
              <a:buFont typeface="Wingdings" panose="05000000000000000000" pitchFamily="2" charset="2"/>
              <a:buChar char="Ø"/>
              <a:defRPr kumimoji="1" sz="2400" b="0" baseline="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lr>
                <a:schemeClr val="folHlink"/>
              </a:buClr>
              <a:buSzPct val="70000"/>
              <a:buFont typeface="Wingdings" panose="05000000000000000000" pitchFamily="2" charset="2"/>
              <a:buChar char="ü"/>
              <a:defRPr kumimoji="1" sz="2000" b="0" baseline="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kumimoji="1" sz="2000" b="0" baseline="0">
                <a:solidFill>
                  <a:schemeClr val="tx1"/>
                </a:solidFill>
                <a:latin typeface="+mn-lt"/>
                <a:ea typeface="微软雅黑" panose="020B0503020204020204" pitchFamily="34" charset="-122"/>
              </a:defRPr>
            </a:lvl5pPr>
            <a:lvl6pPr marL="25146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6pPr>
            <a:lvl7pPr marL="29718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7pPr>
            <a:lvl8pPr marL="34290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8pPr>
            <a:lvl9pPr marL="3886200" indent="-228600" algn="l" rtl="0" fontAlgn="base">
              <a:spcBef>
                <a:spcPct val="20000"/>
              </a:spcBef>
              <a:spcAft>
                <a:spcPct val="0"/>
              </a:spcAft>
              <a:buClr>
                <a:schemeClr val="hlink"/>
              </a:buClr>
              <a:buSzPct val="70000"/>
              <a:buFont typeface="Wingdings" panose="05000000000000000000" pitchFamily="2" charset="2"/>
              <a:buChar char="n"/>
              <a:defRPr kumimoji="1" sz="2400" b="1">
                <a:solidFill>
                  <a:schemeClr val="tx1"/>
                </a:solidFill>
                <a:latin typeface="+mn-lt"/>
                <a:ea typeface="+mn-ea"/>
              </a:defRPr>
            </a:lvl9pPr>
          </a:lstStyle>
          <a:p>
            <a:pPr marL="0" indent="0">
              <a:buNone/>
            </a:pPr>
            <a:r>
              <a:rPr lang="zh-CN" altLang="en-US"/>
              <a:t>打分：</a:t>
            </a:r>
          </a:p>
          <a:p>
            <a:r>
              <a:rPr lang="zh-CN" altLang="en-US"/>
              <a:t>陈鹏宇</a:t>
            </a:r>
            <a:r>
              <a:rPr lang="en-US" altLang="zh-CN"/>
              <a:t>97.3</a:t>
            </a:r>
          </a:p>
          <a:p>
            <a:r>
              <a:rPr lang="zh-CN" altLang="en-US"/>
              <a:t>陈天阳</a:t>
            </a:r>
            <a:r>
              <a:rPr lang="en-US" altLang="zh-CN"/>
              <a:t>97.2</a:t>
            </a:r>
          </a:p>
          <a:p>
            <a:r>
              <a:rPr lang="zh-CN" altLang="en-US"/>
              <a:t>梅怡钿</a:t>
            </a:r>
            <a:r>
              <a:rPr lang="en-US" altLang="zh-CN"/>
              <a:t>100</a:t>
            </a:r>
          </a:p>
          <a:p>
            <a:r>
              <a:rPr lang="zh-CN" altLang="en-US"/>
              <a:t>张明慧</a:t>
            </a:r>
            <a:r>
              <a:rPr lang="en-US" altLang="zh-CN"/>
              <a:t>98</a:t>
            </a:r>
          </a:p>
          <a:p>
            <a:r>
              <a:rPr lang="zh-CN" altLang="en-US"/>
              <a:t>曹志隆</a:t>
            </a:r>
            <a:r>
              <a:rPr lang="en-US" altLang="zh-CN"/>
              <a:t>97.8</a:t>
            </a:r>
          </a:p>
          <a:p>
            <a:r>
              <a:rPr lang="zh-CN" altLang="en-US"/>
              <a:t>李俊翰</a:t>
            </a:r>
            <a:r>
              <a:rPr lang="en-US" altLang="zh-CN"/>
              <a:t>97</a:t>
            </a:r>
          </a:p>
        </p:txBody>
      </p:sp>
    </p:spTree>
  </p:cSld>
  <p:clrMapOvr>
    <a:masterClrMapping/>
  </p:clrMapOvr>
  <mc:AlternateContent xmlns:mc="http://schemas.openxmlformats.org/markup-compatibility/2006" xmlns:p14="http://schemas.microsoft.com/office/powerpoint/2010/main">
    <mc:Choice Requires="p14">
      <p:transition spd="slow">
        <p:comb/>
      </p:transition>
    </mc:Choice>
    <mc:Fallback xmlns="">
      <p:transition spd="slow">
        <p:comb/>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p:cNvSpPr>
            <a:spLocks noGrp="1" noChangeArrowheads="1"/>
          </p:cNvSpPr>
          <p:nvPr>
            <p:ph type="ctrTitle"/>
          </p:nvPr>
        </p:nvSpPr>
        <p:spPr>
          <a:xfrm>
            <a:off x="2206625" y="1928816"/>
            <a:ext cx="7772400" cy="1755775"/>
          </a:xfrm>
        </p:spPr>
        <p:txBody>
          <a:bodyPr/>
          <a:lstStyle/>
          <a:p>
            <a:pPr eaLnBrk="1" hangingPunct="1">
              <a:defRPr/>
            </a:pPr>
            <a:r>
              <a:rPr lang="zh-CN" altLang="en-US" sz="8800" dirty="0"/>
              <a:t>谢 谢</a:t>
            </a:r>
            <a:r>
              <a:rPr lang="en-US" altLang="zh-CN" sz="8800" dirty="0"/>
              <a:t>!</a:t>
            </a:r>
            <a:endParaRPr lang="zh-CN" altLang="en-US" sz="8800" dirty="0"/>
          </a:p>
        </p:txBody>
      </p:sp>
      <p:sp>
        <p:nvSpPr>
          <p:cNvPr id="2" name="Rectangle 3"/>
          <p:cNvSpPr>
            <a:spLocks noGrp="1" noChangeArrowheads="1"/>
          </p:cNvSpPr>
          <p:nvPr>
            <p:ph type="subTitle" idx="1"/>
          </p:nvPr>
        </p:nvSpPr>
        <p:spPr>
          <a:xfrm>
            <a:off x="2927985" y="3861435"/>
            <a:ext cx="6400800" cy="1752600"/>
          </a:xfrm>
        </p:spPr>
        <p:txBody>
          <a:bodyPr/>
          <a:lstStyle/>
          <a:p>
            <a:pPr algn="l" eaLnBrk="1" hangingPunct="1"/>
            <a:r>
              <a:rPr lang="zh-CN" altLang="en-US"/>
              <a:t>主讲：李俊翰</a:t>
            </a:r>
            <a:r>
              <a:rPr lang="en-US" altLang="zh-CN"/>
              <a:t>     </a:t>
            </a:r>
            <a:r>
              <a:rPr lang="zh-CN" altLang="en-US"/>
              <a:t>时间：</a:t>
            </a:r>
            <a:r>
              <a:rPr lang="en-US" altLang="zh-CN"/>
              <a:t>2026/3/24</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wedge/>
      </p:transition>
    </mc:Choice>
    <mc:Fallback xmlns="">
      <p:transition spd="slow">
        <p:wedg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530.953622047244,&quot;left&quot;:423.6996850393701,&quot;top&quot;:-81.2467716535433,&quot;width&quot;:545.1503149606299}"/>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530.953622047244,&quot;left&quot;:423.6996850393701,&quot;top&quot;:-81.2467716535433,&quot;width&quot;:545.1503149606299}"/>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530.953622047244,&quot;left&quot;:423.6996850393701,&quot;top&quot;:-81.2467716535433,&quot;width&quot;:545.1503149606299}"/>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530.953622047244,&quot;left&quot;:423.6996850393701,&quot;top&quot;:-81.2467716535433,&quot;width&quot;:545.1503149606299}"/>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530.953622047244,&quot;left&quot;:423.6996850393701,&quot;top&quot;:-81.2467716535433,&quot;width&quot;:545.1503149606299}"/>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530.953622047244,&quot;left&quot;:423.6996850393701,&quot;top&quot;:-81.2467716535433,&quot;width&quot;:545.1503149606299}"/>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530.953622047244,&quot;left&quot;:423.6996850393701,&quot;top&quot;:-81.2467716535433,&quot;width&quot;:545.1503149606299}"/>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530.953622047244,&quot;left&quot;:423.6996850393701,&quot;top&quot;:-81.2467716535433,&quot;width&quot;:545.1503149606299}"/>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530.953622047244,&quot;left&quot;:423.6996850393701,&quot;top&quot;:-81.2467716535433,&quot;width&quot;:545.1503149606299}"/>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530.953622047244,&quot;left&quot;:423.6996850393701,&quot;top&quot;:-81.2467716535433,&quot;width&quot;:545.1503149606299}"/>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29.02488188976378,&quot;left&quot;:321.25,&quot;top&quot;:275.62511811023626,&quot;width&quot;:446.6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29.02488188976378,&quot;left&quot;:321.25,&quot;top&quot;:275.62511811023626,&quot;width&quot;:446.6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29.02488188976378,&quot;left&quot;:321.25,&quot;top&quot;:275.62511811023626,&quot;width&quot;:446.6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29.02488188976378,&quot;left&quot;:321.25,&quot;top&quot;:275.62511811023626,&quot;width&quot;:446.6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29.02488188976378,&quot;left&quot;:321.25,&quot;top&quot;:275.62511811023626,&quot;width&quot;:446.6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29.02488188976378,&quot;left&quot;:321.25,&quot;top&quot;:275.62511811023626,&quot;width&quot;:446.6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229.02488188976378,&quot;left&quot;:321.25,&quot;top&quot;:275.62511811023626,&quot;width&quot;:446.6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229.02488188976378,&quot;left&quot;:321.25,&quot;top&quot;:275.62511811023626,&quot;width&quot;:446.6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229.02488188976378,&quot;left&quot;:321.25,&quot;top&quot;:275.62511811023626,&quot;width&quot;:446.6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229.02488188976378,&quot;left&quot;:321.25,&quot;top&quot;:275.62511811023626,&quot;width&quot;:446.6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229.02488188976378,&quot;left&quot;:321.25,&quot;top&quot;:275.62511811023626,&quot;width&quot;:446.65}"/>
</p:tagLst>
</file>

<file path=ppt/theme/theme1.xml><?xml version="1.0" encoding="utf-8"?>
<a:theme xmlns:a="http://schemas.openxmlformats.org/drawingml/2006/main" name="模板">
  <a:themeElements>
    <a:clrScheme name="模板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模板">
      <a:majorFont>
        <a:latin typeface="Tahoma"/>
        <a:ea typeface="幼圆"/>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24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en-US" sz="24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模板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模板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模板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模板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模板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模板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模板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406</TotalTime>
  <Words>7360</Words>
  <Application>Microsoft Office PowerPoint</Application>
  <PresentationFormat>宽屏</PresentationFormat>
  <Paragraphs>780</Paragraphs>
  <Slides>58</Slides>
  <Notes>50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58</vt:i4>
      </vt:variant>
    </vt:vector>
  </HeadingPairs>
  <TitlesOfParts>
    <vt:vector size="69" baseType="lpstr">
      <vt:lpstr>Arial MT Pro Bold</vt:lpstr>
      <vt:lpstr>华文楷体</vt:lpstr>
      <vt:lpstr>思源黑体 Bold</vt:lpstr>
      <vt:lpstr>思源黑体 Heavy</vt:lpstr>
      <vt:lpstr>微软雅黑</vt:lpstr>
      <vt:lpstr>Arial</vt:lpstr>
      <vt:lpstr>Tahoma</vt:lpstr>
      <vt:lpstr>Times New Roman</vt:lpstr>
      <vt:lpstr>Wingdings</vt:lpstr>
      <vt:lpstr>模板</vt:lpstr>
      <vt:lpstr>CorelDRAW</vt:lpstr>
      <vt:lpstr>UML概述—需求分析的通用语言 Overview of UML — A Universal Language for Requirements Analysis</vt:lpstr>
      <vt:lpstr>PowerPoint 演示文稿</vt:lpstr>
      <vt:lpstr>第01章 UML是什么—定义[1]</vt:lpstr>
      <vt:lpstr>PowerPoint 演示文稿</vt:lpstr>
      <vt:lpstr>建模的目的</vt:lpstr>
      <vt:lpstr>统一建模语言（UML）</vt:lpstr>
      <vt:lpstr>PowerPoint 演示文稿</vt:lpstr>
      <vt:lpstr>第02章 UML的历史[2]</vt:lpstr>
      <vt:lpstr>UML的统一</vt:lpstr>
      <vt:lpstr>UML的统一(续)</vt:lpstr>
      <vt:lpstr>UML发展历程</vt:lpstr>
      <vt:lpstr>第03章 UML的概念模型[3]</vt:lpstr>
      <vt:lpstr>UML2概念模型</vt:lpstr>
      <vt:lpstr>构造块</vt:lpstr>
      <vt:lpstr>关系</vt:lpstr>
      <vt:lpstr>PowerPoint 演示文稿</vt:lpstr>
      <vt:lpstr>图</vt:lpstr>
      <vt:lpstr>通用机制</vt:lpstr>
      <vt:lpstr>架构：4+1视图</vt:lpstr>
      <vt:lpstr>第04章 UML的词汇—14种图</vt:lpstr>
      <vt:lpstr>UML2.5中的14种图 [5]</vt:lpstr>
      <vt:lpstr>UML2.5 14种图-结构模型</vt:lpstr>
      <vt:lpstr>UML2.5 14种图-行为模型</vt:lpstr>
      <vt:lpstr>用例图（需求阶段核心图）</vt:lpstr>
      <vt:lpstr>用例图元语</vt:lpstr>
      <vt:lpstr>图书馆管理系统用例图</vt:lpstr>
      <vt:lpstr>活动图（需求阶段核心图）</vt:lpstr>
      <vt:lpstr>总结：活动图元语</vt:lpstr>
      <vt:lpstr>“借书”业务的活动图</vt:lpstr>
      <vt:lpstr>状态机图（需求阶段辅助图）</vt:lpstr>
      <vt:lpstr>状态机图元语</vt:lpstr>
      <vt:lpstr>“图书”类的状态机图</vt:lpstr>
      <vt:lpstr>PowerPoint 演示文稿</vt:lpstr>
      <vt:lpstr>UML建模工具 [8]</vt:lpstr>
      <vt:lpstr>UML建模工具(续)</vt:lpstr>
      <vt:lpstr>第05章 UML在需求分析中的应用</vt:lpstr>
      <vt:lpstr>需求工程的主要活动</vt:lpstr>
      <vt:lpstr>从业务建模到系统模型</vt:lpstr>
      <vt:lpstr>从业务建模到系统模型</vt:lpstr>
      <vt:lpstr>用例建模流程总览  [4]</vt:lpstr>
      <vt:lpstr>需求从何而来</vt:lpstr>
      <vt:lpstr>涉众无法直接提供需求</vt:lpstr>
      <vt:lpstr>建模实践：旅游业务申请系统</vt:lpstr>
      <vt:lpstr>获取系统参与者</vt:lpstr>
      <vt:lpstr>从参与者的角度获取用例</vt:lpstr>
      <vt:lpstr>旅游业务申请系统参考用例图</vt:lpstr>
      <vt:lpstr>旅游申请系统重构后的用例模型</vt:lpstr>
      <vt:lpstr>问题4：用例建模的主要步骤有哪些？</vt:lpstr>
      <vt:lpstr>UML在需求分析中的定位</vt:lpstr>
      <vt:lpstr>沟通语言与直接表达</vt:lpstr>
      <vt:lpstr>用户视角</vt:lpstr>
      <vt:lpstr>为什么要在需求分析中使用UML？</vt:lpstr>
      <vt:lpstr>核心优势</vt:lpstr>
      <vt:lpstr>不选择UML的原因</vt:lpstr>
      <vt:lpstr>问题5：什么情况下不适合用UML？</vt:lpstr>
      <vt:lpstr>参考文献</vt:lpstr>
      <vt:lpstr>小组成员分工及评价</vt:lpstr>
      <vt:lpstr>谢 谢!</vt:lpstr>
    </vt:vector>
  </TitlesOfParts>
  <Company>buaa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面向对象分析设计课程讲义</dc:title>
  <dc:creator>thbin</dc:creator>
  <cp:lastModifiedBy>haha li</cp:lastModifiedBy>
  <cp:revision>455</cp:revision>
  <cp:lastPrinted>2113-01-01T00:00:00Z</cp:lastPrinted>
  <dcterms:created xsi:type="dcterms:W3CDTF">2005-09-05T02:45:00Z</dcterms:created>
  <dcterms:modified xsi:type="dcterms:W3CDTF">2026-03-23T09:47:03Z</dcterms:modified>
  <cp:category>UML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DB25AC8561164C8A971DC6AD1EC7FC7B_13</vt:lpwstr>
  </property>
</Properties>
</file>